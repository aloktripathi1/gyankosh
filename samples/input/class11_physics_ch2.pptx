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7658100" cy="10083800"/>
  <p:notesSz cx="7658100" cy="100838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74357" y="3125978"/>
            <a:ext cx="6509385" cy="21175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48715" y="5646928"/>
            <a:ext cx="5360670" cy="25209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Reprint </a:t>
            </a:r>
            <a:r>
              <a:rPr dirty="0" spc="-10"/>
              <a:t>2026-</a:t>
            </a:r>
            <a:r>
              <a:rPr dirty="0" spc="-25"/>
              <a:t>27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Reprint </a:t>
            </a:r>
            <a:r>
              <a:rPr dirty="0" spc="-10"/>
              <a:t>2026-</a:t>
            </a:r>
            <a:r>
              <a:rPr dirty="0" spc="-25"/>
              <a:t>27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82905" y="2319274"/>
            <a:ext cx="3331273" cy="66553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943921" y="2319274"/>
            <a:ext cx="3331273" cy="66553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Reprint </a:t>
            </a:r>
            <a:r>
              <a:rPr dirty="0" spc="-10"/>
              <a:t>2026-</a:t>
            </a:r>
            <a:r>
              <a:rPr dirty="0" spc="-25"/>
              <a:t>27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Reprint </a:t>
            </a:r>
            <a:r>
              <a:rPr dirty="0" spc="-10"/>
              <a:t>2026-</a:t>
            </a:r>
            <a:r>
              <a:rPr dirty="0" spc="-25"/>
              <a:t>27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Reprint </a:t>
            </a:r>
            <a:r>
              <a:rPr dirty="0" spc="-10"/>
              <a:t>2026-</a:t>
            </a:r>
            <a:r>
              <a:rPr dirty="0" spc="-25"/>
              <a:t>27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2905" y="403352"/>
            <a:ext cx="6892290" cy="16134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2905" y="2319274"/>
            <a:ext cx="6892290" cy="66553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452037" y="9792634"/>
            <a:ext cx="754379" cy="1390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Reprint </a:t>
            </a:r>
            <a:r>
              <a:rPr dirty="0" spc="-10"/>
              <a:t>2026-</a:t>
            </a:r>
            <a:r>
              <a:rPr dirty="0" spc="-25"/>
              <a:t>27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82905" y="9377934"/>
            <a:ext cx="1761363" cy="5041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513832" y="9377934"/>
            <a:ext cx="1761363" cy="5041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2.png"/><Relationship Id="rId12" Type="http://schemas.openxmlformats.org/officeDocument/2006/relationships/image" Target="../media/image13.png"/><Relationship Id="rId13" Type="http://schemas.openxmlformats.org/officeDocument/2006/relationships/image" Target="../media/image14.png"/><Relationship Id="rId14" Type="http://schemas.openxmlformats.org/officeDocument/2006/relationships/image" Target="../media/image15.png"/><Relationship Id="rId15" Type="http://schemas.openxmlformats.org/officeDocument/2006/relationships/image" Target="../media/image16.png"/><Relationship Id="rId16" Type="http://schemas.openxmlformats.org/officeDocument/2006/relationships/image" Target="../media/image17.png"/><Relationship Id="rId17" Type="http://schemas.openxmlformats.org/officeDocument/2006/relationships/image" Target="../media/image18.png"/><Relationship Id="rId18" Type="http://schemas.openxmlformats.org/officeDocument/2006/relationships/image" Target="../media/image19.png"/><Relationship Id="rId19" Type="http://schemas.openxmlformats.org/officeDocument/2006/relationships/image" Target="../media/image20.png"/><Relationship Id="rId20" Type="http://schemas.openxmlformats.org/officeDocument/2006/relationships/image" Target="../media/image21.png"/><Relationship Id="rId21" Type="http://schemas.openxmlformats.org/officeDocument/2006/relationships/image" Target="../media/image22.png"/><Relationship Id="rId22" Type="http://schemas.openxmlformats.org/officeDocument/2006/relationships/image" Target="../media/image23.png"/><Relationship Id="rId23" Type="http://schemas.openxmlformats.org/officeDocument/2006/relationships/image" Target="../media/image24.png"/><Relationship Id="rId24" Type="http://schemas.openxmlformats.org/officeDocument/2006/relationships/image" Target="../media/image25.png"/><Relationship Id="rId25" Type="http://schemas.openxmlformats.org/officeDocument/2006/relationships/image" Target="../media/image26.png"/><Relationship Id="rId26" Type="http://schemas.openxmlformats.org/officeDocument/2006/relationships/image" Target="../media/image27.png"/><Relationship Id="rId27" Type="http://schemas.openxmlformats.org/officeDocument/2006/relationships/image" Target="../media/image28.png"/><Relationship Id="rId28" Type="http://schemas.openxmlformats.org/officeDocument/2006/relationships/image" Target="../media/image29.png"/><Relationship Id="rId29" Type="http://schemas.openxmlformats.org/officeDocument/2006/relationships/image" Target="../media/image30.png"/><Relationship Id="rId30" Type="http://schemas.openxmlformats.org/officeDocument/2006/relationships/image" Target="../media/image31.png"/><Relationship Id="rId31" Type="http://schemas.openxmlformats.org/officeDocument/2006/relationships/image" Target="../media/image32.png"/><Relationship Id="rId32" Type="http://schemas.openxmlformats.org/officeDocument/2006/relationships/image" Target="../media/image33.png"/><Relationship Id="rId33" Type="http://schemas.openxmlformats.org/officeDocument/2006/relationships/image" Target="../media/image34.png"/><Relationship Id="rId34" Type="http://schemas.openxmlformats.org/officeDocument/2006/relationships/image" Target="../media/image35.png"/><Relationship Id="rId35" Type="http://schemas.openxmlformats.org/officeDocument/2006/relationships/image" Target="../media/image36.png"/><Relationship Id="rId36" Type="http://schemas.openxmlformats.org/officeDocument/2006/relationships/image" Target="../media/image37.png"/><Relationship Id="rId37" Type="http://schemas.openxmlformats.org/officeDocument/2006/relationships/image" Target="../media/image38.png"/><Relationship Id="rId38" Type="http://schemas.openxmlformats.org/officeDocument/2006/relationships/image" Target="../media/image39.png"/><Relationship Id="rId39" Type="http://schemas.openxmlformats.org/officeDocument/2006/relationships/image" Target="../media/image40.png"/><Relationship Id="rId40" Type="http://schemas.openxmlformats.org/officeDocument/2006/relationships/image" Target="../media/image41.png"/><Relationship Id="rId41" Type="http://schemas.openxmlformats.org/officeDocument/2006/relationships/image" Target="../media/image42.png"/><Relationship Id="rId42" Type="http://schemas.openxmlformats.org/officeDocument/2006/relationships/image" Target="../media/image43.png"/><Relationship Id="rId43" Type="http://schemas.openxmlformats.org/officeDocument/2006/relationships/image" Target="../media/image44.png"/><Relationship Id="rId44" Type="http://schemas.openxmlformats.org/officeDocument/2006/relationships/image" Target="../media/image45.png"/><Relationship Id="rId45" Type="http://schemas.openxmlformats.org/officeDocument/2006/relationships/image" Target="../media/image46.png"/><Relationship Id="rId46" Type="http://schemas.openxmlformats.org/officeDocument/2006/relationships/image" Target="../media/image47.png"/><Relationship Id="rId47" Type="http://schemas.openxmlformats.org/officeDocument/2006/relationships/image" Target="../media/image48.png"/><Relationship Id="rId48" Type="http://schemas.openxmlformats.org/officeDocument/2006/relationships/image" Target="../media/image49.png"/><Relationship Id="rId49" Type="http://schemas.openxmlformats.org/officeDocument/2006/relationships/image" Target="../media/image50.png"/><Relationship Id="rId50" Type="http://schemas.openxmlformats.org/officeDocument/2006/relationships/image" Target="../media/image51.png"/><Relationship Id="rId51" Type="http://schemas.openxmlformats.org/officeDocument/2006/relationships/image" Target="../media/image52.png"/><Relationship Id="rId52" Type="http://schemas.openxmlformats.org/officeDocument/2006/relationships/image" Target="../media/image53.png"/><Relationship Id="rId53" Type="http://schemas.openxmlformats.org/officeDocument/2006/relationships/image" Target="../media/image54.png"/><Relationship Id="rId54" Type="http://schemas.openxmlformats.org/officeDocument/2006/relationships/image" Target="../media/image55.png"/><Relationship Id="rId55" Type="http://schemas.openxmlformats.org/officeDocument/2006/relationships/image" Target="../media/image56.png"/><Relationship Id="rId56" Type="http://schemas.openxmlformats.org/officeDocument/2006/relationships/image" Target="../media/image57.png"/><Relationship Id="rId57" Type="http://schemas.openxmlformats.org/officeDocument/2006/relationships/image" Target="../media/image58.png"/><Relationship Id="rId58" Type="http://schemas.openxmlformats.org/officeDocument/2006/relationships/image" Target="../media/image59.png"/><Relationship Id="rId59" Type="http://schemas.openxmlformats.org/officeDocument/2006/relationships/image" Target="../media/image60.png"/><Relationship Id="rId60" Type="http://schemas.openxmlformats.org/officeDocument/2006/relationships/image" Target="../media/image61.png"/><Relationship Id="rId61" Type="http://schemas.openxmlformats.org/officeDocument/2006/relationships/image" Target="../media/image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2.png"/><Relationship Id="rId3" Type="http://schemas.openxmlformats.org/officeDocument/2006/relationships/image" Target="../media/image63.png"/><Relationship Id="rId4" Type="http://schemas.openxmlformats.org/officeDocument/2006/relationships/image" Target="../media/image64.png"/><Relationship Id="rId5" Type="http://schemas.openxmlformats.org/officeDocument/2006/relationships/image" Target="../media/image65.png"/><Relationship Id="rId6" Type="http://schemas.openxmlformats.org/officeDocument/2006/relationships/image" Target="../media/image66.png"/><Relationship Id="rId7" Type="http://schemas.openxmlformats.org/officeDocument/2006/relationships/image" Target="../media/image67.png"/><Relationship Id="rId8" Type="http://schemas.openxmlformats.org/officeDocument/2006/relationships/image" Target="../media/image68.png"/><Relationship Id="rId9" Type="http://schemas.openxmlformats.org/officeDocument/2006/relationships/image" Target="../media/image69.png"/><Relationship Id="rId10" Type="http://schemas.openxmlformats.org/officeDocument/2006/relationships/image" Target="../media/image70.png"/><Relationship Id="rId11" Type="http://schemas.openxmlformats.org/officeDocument/2006/relationships/image" Target="../media/image71.png"/><Relationship Id="rId12" Type="http://schemas.openxmlformats.org/officeDocument/2006/relationships/image" Target="../media/image72.png"/><Relationship Id="rId13" Type="http://schemas.openxmlformats.org/officeDocument/2006/relationships/image" Target="../media/image73.png"/><Relationship Id="rId14" Type="http://schemas.openxmlformats.org/officeDocument/2006/relationships/image" Target="../media/image74.png"/><Relationship Id="rId15" Type="http://schemas.openxmlformats.org/officeDocument/2006/relationships/image" Target="../media/image75.png"/><Relationship Id="rId16" Type="http://schemas.openxmlformats.org/officeDocument/2006/relationships/image" Target="../media/image76.png"/><Relationship Id="rId17" Type="http://schemas.openxmlformats.org/officeDocument/2006/relationships/image" Target="../media/image77.png"/><Relationship Id="rId18" Type="http://schemas.openxmlformats.org/officeDocument/2006/relationships/image" Target="../media/image78.png"/><Relationship Id="rId19" Type="http://schemas.openxmlformats.org/officeDocument/2006/relationships/image" Target="../media/image79.png"/><Relationship Id="rId20" Type="http://schemas.openxmlformats.org/officeDocument/2006/relationships/image" Target="../media/image80.png"/><Relationship Id="rId21" Type="http://schemas.openxmlformats.org/officeDocument/2006/relationships/image" Target="../media/image81.png"/><Relationship Id="rId22" Type="http://schemas.openxmlformats.org/officeDocument/2006/relationships/image" Target="../media/image82.png"/><Relationship Id="rId23" Type="http://schemas.openxmlformats.org/officeDocument/2006/relationships/image" Target="../media/image83.png"/><Relationship Id="rId24" Type="http://schemas.openxmlformats.org/officeDocument/2006/relationships/image" Target="../media/image84.png"/><Relationship Id="rId25" Type="http://schemas.openxmlformats.org/officeDocument/2006/relationships/image" Target="../media/image85.png"/><Relationship Id="rId26" Type="http://schemas.openxmlformats.org/officeDocument/2006/relationships/image" Target="../media/image2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6.png"/><Relationship Id="rId3" Type="http://schemas.openxmlformats.org/officeDocument/2006/relationships/image" Target="../media/image87.png"/><Relationship Id="rId4" Type="http://schemas.openxmlformats.org/officeDocument/2006/relationships/image" Target="../media/image88.png"/><Relationship Id="rId5" Type="http://schemas.openxmlformats.org/officeDocument/2006/relationships/image" Target="../media/image89.png"/><Relationship Id="rId6" Type="http://schemas.openxmlformats.org/officeDocument/2006/relationships/image" Target="../media/image2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0.png"/><Relationship Id="rId3" Type="http://schemas.openxmlformats.org/officeDocument/2006/relationships/image" Target="../media/image91.png"/><Relationship Id="rId4" Type="http://schemas.openxmlformats.org/officeDocument/2006/relationships/image" Target="../media/image92.png"/><Relationship Id="rId5" Type="http://schemas.openxmlformats.org/officeDocument/2006/relationships/image" Target="../media/image93.png"/><Relationship Id="rId6" Type="http://schemas.openxmlformats.org/officeDocument/2006/relationships/image" Target="../media/image94.png"/><Relationship Id="rId7" Type="http://schemas.openxmlformats.org/officeDocument/2006/relationships/image" Target="../media/image95.png"/><Relationship Id="rId8" Type="http://schemas.openxmlformats.org/officeDocument/2006/relationships/image" Target="../media/image96.png"/><Relationship Id="rId9" Type="http://schemas.openxmlformats.org/officeDocument/2006/relationships/image" Target="../media/image2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7.png"/><Relationship Id="rId3" Type="http://schemas.openxmlformats.org/officeDocument/2006/relationships/image" Target="../media/image98.png"/><Relationship Id="rId4" Type="http://schemas.openxmlformats.org/officeDocument/2006/relationships/image" Target="../media/image99.png"/><Relationship Id="rId5" Type="http://schemas.openxmlformats.org/officeDocument/2006/relationships/image" Target="../media/image100.png"/><Relationship Id="rId6" Type="http://schemas.openxmlformats.org/officeDocument/2006/relationships/image" Target="../media/image101.png"/><Relationship Id="rId7" Type="http://schemas.openxmlformats.org/officeDocument/2006/relationships/image" Target="../media/image102.png"/><Relationship Id="rId8" Type="http://schemas.openxmlformats.org/officeDocument/2006/relationships/image" Target="../media/image103.png"/><Relationship Id="rId9" Type="http://schemas.openxmlformats.org/officeDocument/2006/relationships/image" Target="../media/image104.png"/><Relationship Id="rId10" Type="http://schemas.openxmlformats.org/officeDocument/2006/relationships/image" Target="../media/image105.png"/><Relationship Id="rId11" Type="http://schemas.openxmlformats.org/officeDocument/2006/relationships/image" Target="../media/image106.png"/><Relationship Id="rId12" Type="http://schemas.openxmlformats.org/officeDocument/2006/relationships/image" Target="../media/image2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7.png"/><Relationship Id="rId3" Type="http://schemas.openxmlformats.org/officeDocument/2006/relationships/image" Target="../media/image108.png"/><Relationship Id="rId4" Type="http://schemas.openxmlformats.org/officeDocument/2006/relationships/image" Target="../media/image109.png"/><Relationship Id="rId5" Type="http://schemas.openxmlformats.org/officeDocument/2006/relationships/image" Target="../media/image110.png"/><Relationship Id="rId6" Type="http://schemas.openxmlformats.org/officeDocument/2006/relationships/image" Target="../media/image111.png"/><Relationship Id="rId7" Type="http://schemas.openxmlformats.org/officeDocument/2006/relationships/image" Target="../media/image112.png"/><Relationship Id="rId8" Type="http://schemas.openxmlformats.org/officeDocument/2006/relationships/image" Target="../media/image113.png"/><Relationship Id="rId9" Type="http://schemas.openxmlformats.org/officeDocument/2006/relationships/image" Target="../media/image114.png"/><Relationship Id="rId10" Type="http://schemas.openxmlformats.org/officeDocument/2006/relationships/image" Target="../media/image115.png"/><Relationship Id="rId11" Type="http://schemas.openxmlformats.org/officeDocument/2006/relationships/image" Target="../media/image2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6.png"/><Relationship Id="rId3" Type="http://schemas.openxmlformats.org/officeDocument/2006/relationships/image" Target="../media/image117.png"/><Relationship Id="rId4" Type="http://schemas.openxmlformats.org/officeDocument/2006/relationships/image" Target="../media/image118.png"/><Relationship Id="rId5" Type="http://schemas.openxmlformats.org/officeDocument/2006/relationships/image" Target="../media/image119.png"/><Relationship Id="rId6" Type="http://schemas.openxmlformats.org/officeDocument/2006/relationships/image" Target="../media/image120.png"/><Relationship Id="rId7" Type="http://schemas.openxmlformats.org/officeDocument/2006/relationships/image" Target="../media/image121.png"/><Relationship Id="rId8" Type="http://schemas.openxmlformats.org/officeDocument/2006/relationships/image" Target="../media/image122.png"/><Relationship Id="rId9" Type="http://schemas.openxmlformats.org/officeDocument/2006/relationships/image" Target="../media/image123.png"/><Relationship Id="rId10" Type="http://schemas.openxmlformats.org/officeDocument/2006/relationships/image" Target="../media/image124.png"/><Relationship Id="rId11" Type="http://schemas.openxmlformats.org/officeDocument/2006/relationships/image" Target="../media/image125.png"/><Relationship Id="rId12" Type="http://schemas.openxmlformats.org/officeDocument/2006/relationships/image" Target="../media/image126.png"/><Relationship Id="rId13" Type="http://schemas.openxmlformats.org/officeDocument/2006/relationships/image" Target="../media/image127.png"/><Relationship Id="rId14" Type="http://schemas.openxmlformats.org/officeDocument/2006/relationships/image" Target="../media/image128.png"/><Relationship Id="rId15" Type="http://schemas.openxmlformats.org/officeDocument/2006/relationships/image" Target="../media/image129.png"/><Relationship Id="rId16" Type="http://schemas.openxmlformats.org/officeDocument/2006/relationships/image" Target="../media/image130.png"/><Relationship Id="rId17" Type="http://schemas.openxmlformats.org/officeDocument/2006/relationships/image" Target="../media/image131.png"/><Relationship Id="rId18" Type="http://schemas.openxmlformats.org/officeDocument/2006/relationships/image" Target="../media/image132.png"/><Relationship Id="rId19" Type="http://schemas.openxmlformats.org/officeDocument/2006/relationships/image" Target="../media/image133.png"/><Relationship Id="rId20" Type="http://schemas.openxmlformats.org/officeDocument/2006/relationships/image" Target="../media/image134.png"/><Relationship Id="rId21" Type="http://schemas.openxmlformats.org/officeDocument/2006/relationships/image" Target="../media/image135.png"/><Relationship Id="rId22" Type="http://schemas.openxmlformats.org/officeDocument/2006/relationships/image" Target="../media/image136.png"/><Relationship Id="rId23" Type="http://schemas.openxmlformats.org/officeDocument/2006/relationships/image" Target="../media/image137.png"/><Relationship Id="rId24" Type="http://schemas.openxmlformats.org/officeDocument/2006/relationships/image" Target="../media/image138.png"/><Relationship Id="rId25" Type="http://schemas.openxmlformats.org/officeDocument/2006/relationships/image" Target="../media/image2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9.png"/><Relationship Id="rId3" Type="http://schemas.openxmlformats.org/officeDocument/2006/relationships/image" Target="../media/image140.png"/><Relationship Id="rId4" Type="http://schemas.openxmlformats.org/officeDocument/2006/relationships/image" Target="../media/image141.png"/><Relationship Id="rId5" Type="http://schemas.openxmlformats.org/officeDocument/2006/relationships/image" Target="../media/image142.png"/><Relationship Id="rId6" Type="http://schemas.openxmlformats.org/officeDocument/2006/relationships/image" Target="../media/image143.png"/><Relationship Id="rId7" Type="http://schemas.openxmlformats.org/officeDocument/2006/relationships/image" Target="../media/image144.png"/><Relationship Id="rId8" Type="http://schemas.openxmlformats.org/officeDocument/2006/relationships/image" Target="../media/image145.png"/><Relationship Id="rId9" Type="http://schemas.openxmlformats.org/officeDocument/2006/relationships/image" Target="../media/image146.png"/><Relationship Id="rId10" Type="http://schemas.openxmlformats.org/officeDocument/2006/relationships/image" Target="../media/image147.png"/><Relationship Id="rId11" Type="http://schemas.openxmlformats.org/officeDocument/2006/relationships/image" Target="../media/image148.png"/><Relationship Id="rId12" Type="http://schemas.openxmlformats.org/officeDocument/2006/relationships/image" Target="../media/image149.png"/><Relationship Id="rId13" Type="http://schemas.openxmlformats.org/officeDocument/2006/relationships/image" Target="../media/image150.png"/><Relationship Id="rId14" Type="http://schemas.openxmlformats.org/officeDocument/2006/relationships/image" Target="../media/image151.png"/><Relationship Id="rId15" Type="http://schemas.openxmlformats.org/officeDocument/2006/relationships/image" Target="../media/image152.png"/><Relationship Id="rId16" Type="http://schemas.openxmlformats.org/officeDocument/2006/relationships/image" Target="../media/image153.png"/><Relationship Id="rId17" Type="http://schemas.openxmlformats.org/officeDocument/2006/relationships/image" Target="../media/image154.png"/><Relationship Id="rId18" Type="http://schemas.openxmlformats.org/officeDocument/2006/relationships/image" Target="../media/image155.png"/><Relationship Id="rId19" Type="http://schemas.openxmlformats.org/officeDocument/2006/relationships/image" Target="../media/image156.png"/><Relationship Id="rId20" Type="http://schemas.openxmlformats.org/officeDocument/2006/relationships/image" Target="../media/image157.png"/><Relationship Id="rId21" Type="http://schemas.openxmlformats.org/officeDocument/2006/relationships/image" Target="../media/image158.png"/><Relationship Id="rId22" Type="http://schemas.openxmlformats.org/officeDocument/2006/relationships/image" Target="../media/image159.png"/><Relationship Id="rId23" Type="http://schemas.openxmlformats.org/officeDocument/2006/relationships/image" Target="../media/image2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0.png"/><Relationship Id="rId3" Type="http://schemas.openxmlformats.org/officeDocument/2006/relationships/image" Target="../media/image161.png"/><Relationship Id="rId4" Type="http://schemas.openxmlformats.org/officeDocument/2006/relationships/image" Target="../media/image162.png"/><Relationship Id="rId5" Type="http://schemas.openxmlformats.org/officeDocument/2006/relationships/image" Target="../media/image163.png"/><Relationship Id="rId6" Type="http://schemas.openxmlformats.org/officeDocument/2006/relationships/image" Target="../media/image164.png"/><Relationship Id="rId7" Type="http://schemas.openxmlformats.org/officeDocument/2006/relationships/image" Target="../media/image165.png"/><Relationship Id="rId8" Type="http://schemas.openxmlformats.org/officeDocument/2006/relationships/image" Target="../media/image166.png"/><Relationship Id="rId9" Type="http://schemas.openxmlformats.org/officeDocument/2006/relationships/image" Target="../media/image167.png"/><Relationship Id="rId10" Type="http://schemas.openxmlformats.org/officeDocument/2006/relationships/image" Target="../media/image168.png"/><Relationship Id="rId11" Type="http://schemas.openxmlformats.org/officeDocument/2006/relationships/image" Target="../media/image2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9.png"/><Relationship Id="rId3" Type="http://schemas.openxmlformats.org/officeDocument/2006/relationships/image" Target="../media/image170.png"/><Relationship Id="rId4" Type="http://schemas.openxmlformats.org/officeDocument/2006/relationships/image" Target="../media/image171.png"/><Relationship Id="rId5" Type="http://schemas.openxmlformats.org/officeDocument/2006/relationships/image" Target="../media/image172.png"/><Relationship Id="rId6" Type="http://schemas.openxmlformats.org/officeDocument/2006/relationships/image" Target="../media/image173.png"/><Relationship Id="rId7" Type="http://schemas.openxmlformats.org/officeDocument/2006/relationships/image" Target="../media/image174.png"/><Relationship Id="rId8" Type="http://schemas.openxmlformats.org/officeDocument/2006/relationships/image" Target="../media/image175.png"/><Relationship Id="rId9" Type="http://schemas.openxmlformats.org/officeDocument/2006/relationships/image" Target="../media/image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63672" y="1298943"/>
            <a:ext cx="127254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cap="small" sz="1600" spc="-100" b="1">
                <a:solidFill>
                  <a:srgbClr val="231F20"/>
                </a:solidFill>
                <a:latin typeface="Bookman Old Style"/>
                <a:cs typeface="Bookman Old Style"/>
              </a:rPr>
              <a:t>Chapter</a:t>
            </a:r>
            <a:r>
              <a:rPr dirty="0" sz="1100" spc="1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cap="small" sz="1600" spc="-155" b="1">
                <a:solidFill>
                  <a:srgbClr val="231F20"/>
                </a:solidFill>
                <a:latin typeface="Bookman Old Style"/>
                <a:cs typeface="Bookman Old Style"/>
              </a:rPr>
              <a:t>Two</a:t>
            </a:r>
            <a:endParaRPr sz="1600">
              <a:latin typeface="Bookman Old Style"/>
              <a:cs typeface="Bookman Old Styl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67560" y="2199119"/>
            <a:ext cx="306133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cap="small" sz="2000" spc="-90" b="1">
                <a:solidFill>
                  <a:srgbClr val="231F20"/>
                </a:solidFill>
                <a:latin typeface="Bookman Old Style"/>
                <a:cs typeface="Bookman Old Style"/>
              </a:rPr>
              <a:t>Motion</a:t>
            </a:r>
            <a:r>
              <a:rPr dirty="0" sz="1400" spc="1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cap="small" sz="2000" spc="-10" b="1">
                <a:solidFill>
                  <a:srgbClr val="231F20"/>
                </a:solidFill>
                <a:latin typeface="Bookman Old Style"/>
                <a:cs typeface="Bookman Old Style"/>
              </a:rPr>
              <a:t>in</a:t>
            </a:r>
            <a:r>
              <a:rPr dirty="0" sz="1400" spc="1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cap="small" sz="2000" b="1">
                <a:solidFill>
                  <a:srgbClr val="231F20"/>
                </a:solidFill>
                <a:latin typeface="Bookman Old Style"/>
                <a:cs typeface="Bookman Old Style"/>
              </a:rPr>
              <a:t>a</a:t>
            </a:r>
            <a:r>
              <a:rPr dirty="0" sz="1400" spc="1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cap="small" sz="2000" spc="-130" b="1">
                <a:solidFill>
                  <a:srgbClr val="231F20"/>
                </a:solidFill>
                <a:latin typeface="Bookman Old Style"/>
                <a:cs typeface="Bookman Old Style"/>
              </a:rPr>
              <a:t>Straight</a:t>
            </a:r>
            <a:r>
              <a:rPr dirty="0" sz="1400" spc="1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cap="small" sz="2000" spc="-180" b="1">
                <a:solidFill>
                  <a:srgbClr val="231F20"/>
                </a:solidFill>
                <a:latin typeface="Bookman Old Style"/>
                <a:cs typeface="Bookman Old Style"/>
              </a:rPr>
              <a:t>Line</a:t>
            </a:r>
            <a:endParaRPr sz="2000">
              <a:latin typeface="Bookman Old Style"/>
              <a:cs typeface="Bookman Old Style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93027" y="1936973"/>
            <a:ext cx="5934075" cy="217170"/>
            <a:chOff x="593027" y="1936973"/>
            <a:chExt cx="5934075" cy="217170"/>
          </a:xfrm>
        </p:grpSpPr>
        <p:sp>
          <p:nvSpPr>
            <p:cNvPr id="5" name="object 5"/>
            <p:cNvSpPr/>
            <p:nvPr/>
          </p:nvSpPr>
          <p:spPr>
            <a:xfrm>
              <a:off x="593026" y="1936990"/>
              <a:ext cx="117475" cy="217170"/>
            </a:xfrm>
            <a:custGeom>
              <a:avLst/>
              <a:gdLst/>
              <a:ahLst/>
              <a:cxnLst/>
              <a:rect l="l" t="t" r="r" b="b"/>
              <a:pathLst>
                <a:path w="117475" h="217169">
                  <a:moveTo>
                    <a:pt x="117271" y="0"/>
                  </a:moveTo>
                  <a:lnTo>
                    <a:pt x="117271" y="0"/>
                  </a:lnTo>
                  <a:lnTo>
                    <a:pt x="0" y="0"/>
                  </a:lnTo>
                  <a:lnTo>
                    <a:pt x="0" y="217004"/>
                  </a:lnTo>
                  <a:lnTo>
                    <a:pt x="117271" y="217004"/>
                  </a:lnTo>
                  <a:lnTo>
                    <a:pt x="117271" y="0"/>
                  </a:lnTo>
                  <a:close/>
                </a:path>
              </a:pathLst>
            </a:custGeom>
            <a:solidFill>
              <a:srgbClr val="00AE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710298" y="1936990"/>
              <a:ext cx="93980" cy="217170"/>
            </a:xfrm>
            <a:custGeom>
              <a:avLst/>
              <a:gdLst/>
              <a:ahLst/>
              <a:cxnLst/>
              <a:rect l="l" t="t" r="r" b="b"/>
              <a:pathLst>
                <a:path w="93979" h="217169">
                  <a:moveTo>
                    <a:pt x="46901" y="0"/>
                  </a:moveTo>
                  <a:lnTo>
                    <a:pt x="23456" y="0"/>
                  </a:lnTo>
                  <a:lnTo>
                    <a:pt x="0" y="0"/>
                  </a:lnTo>
                  <a:lnTo>
                    <a:pt x="0" y="217004"/>
                  </a:lnTo>
                  <a:lnTo>
                    <a:pt x="23456" y="217004"/>
                  </a:lnTo>
                  <a:lnTo>
                    <a:pt x="46901" y="217004"/>
                  </a:lnTo>
                  <a:lnTo>
                    <a:pt x="46901" y="0"/>
                  </a:lnTo>
                  <a:close/>
                </a:path>
                <a:path w="93979" h="217169">
                  <a:moveTo>
                    <a:pt x="93814" y="0"/>
                  </a:moveTo>
                  <a:lnTo>
                    <a:pt x="70370" y="0"/>
                  </a:lnTo>
                  <a:lnTo>
                    <a:pt x="46913" y="0"/>
                  </a:lnTo>
                  <a:lnTo>
                    <a:pt x="46913" y="217004"/>
                  </a:lnTo>
                  <a:lnTo>
                    <a:pt x="70370" y="217004"/>
                  </a:lnTo>
                  <a:lnTo>
                    <a:pt x="93814" y="217004"/>
                  </a:lnTo>
                  <a:lnTo>
                    <a:pt x="93814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804123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42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42" y="217002"/>
                  </a:lnTo>
                  <a:lnTo>
                    <a:pt x="23442" y="0"/>
                  </a:lnTo>
                  <a:close/>
                </a:path>
              </a:pathLst>
            </a:custGeom>
            <a:solidFill>
              <a:srgbClr val="00AF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827557" y="1936990"/>
              <a:ext cx="93980" cy="217170"/>
            </a:xfrm>
            <a:custGeom>
              <a:avLst/>
              <a:gdLst/>
              <a:ahLst/>
              <a:cxnLst/>
              <a:rect l="l" t="t" r="r" b="b"/>
              <a:pathLst>
                <a:path w="93980" h="217169">
                  <a:moveTo>
                    <a:pt x="93827" y="0"/>
                  </a:moveTo>
                  <a:lnTo>
                    <a:pt x="70370" y="0"/>
                  </a:lnTo>
                  <a:lnTo>
                    <a:pt x="46913" y="0"/>
                  </a:lnTo>
                  <a:lnTo>
                    <a:pt x="23456" y="0"/>
                  </a:lnTo>
                  <a:lnTo>
                    <a:pt x="0" y="0"/>
                  </a:lnTo>
                  <a:lnTo>
                    <a:pt x="0" y="217004"/>
                  </a:lnTo>
                  <a:lnTo>
                    <a:pt x="23456" y="217004"/>
                  </a:lnTo>
                  <a:lnTo>
                    <a:pt x="46913" y="217004"/>
                  </a:lnTo>
                  <a:lnTo>
                    <a:pt x="70370" y="217004"/>
                  </a:lnTo>
                  <a:lnTo>
                    <a:pt x="93827" y="217004"/>
                  </a:lnTo>
                  <a:lnTo>
                    <a:pt x="93827" y="0"/>
                  </a:lnTo>
                  <a:close/>
                </a:path>
              </a:pathLst>
            </a:custGeom>
            <a:solidFill>
              <a:srgbClr val="00B0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921385" y="1936990"/>
              <a:ext cx="117475" cy="217170"/>
            </a:xfrm>
            <a:custGeom>
              <a:avLst/>
              <a:gdLst/>
              <a:ahLst/>
              <a:cxnLst/>
              <a:rect l="l" t="t" r="r" b="b"/>
              <a:pathLst>
                <a:path w="117475" h="217169">
                  <a:moveTo>
                    <a:pt x="46901" y="0"/>
                  </a:moveTo>
                  <a:lnTo>
                    <a:pt x="23456" y="0"/>
                  </a:lnTo>
                  <a:lnTo>
                    <a:pt x="0" y="0"/>
                  </a:lnTo>
                  <a:lnTo>
                    <a:pt x="0" y="217004"/>
                  </a:lnTo>
                  <a:lnTo>
                    <a:pt x="23456" y="217004"/>
                  </a:lnTo>
                  <a:lnTo>
                    <a:pt x="46901" y="217004"/>
                  </a:lnTo>
                  <a:lnTo>
                    <a:pt x="46901" y="0"/>
                  </a:lnTo>
                  <a:close/>
                </a:path>
                <a:path w="117475" h="217169">
                  <a:moveTo>
                    <a:pt x="117271" y="0"/>
                  </a:moveTo>
                  <a:lnTo>
                    <a:pt x="93814" y="0"/>
                  </a:lnTo>
                  <a:lnTo>
                    <a:pt x="70358" y="0"/>
                  </a:lnTo>
                  <a:lnTo>
                    <a:pt x="46913" y="0"/>
                  </a:lnTo>
                  <a:lnTo>
                    <a:pt x="46913" y="217004"/>
                  </a:lnTo>
                  <a:lnTo>
                    <a:pt x="70358" y="217004"/>
                  </a:lnTo>
                  <a:lnTo>
                    <a:pt x="93814" y="217004"/>
                  </a:lnTo>
                  <a:lnTo>
                    <a:pt x="117271" y="217004"/>
                  </a:lnTo>
                  <a:lnTo>
                    <a:pt x="117271" y="0"/>
                  </a:lnTo>
                  <a:close/>
                </a:path>
              </a:pathLst>
            </a:custGeom>
            <a:solidFill>
              <a:srgbClr val="00B1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038656" y="1936990"/>
              <a:ext cx="93980" cy="217170"/>
            </a:xfrm>
            <a:custGeom>
              <a:avLst/>
              <a:gdLst/>
              <a:ahLst/>
              <a:cxnLst/>
              <a:rect l="l" t="t" r="r" b="b"/>
              <a:pathLst>
                <a:path w="93980" h="217169">
                  <a:moveTo>
                    <a:pt x="93827" y="0"/>
                  </a:moveTo>
                  <a:lnTo>
                    <a:pt x="70370" y="0"/>
                  </a:lnTo>
                  <a:lnTo>
                    <a:pt x="46913" y="0"/>
                  </a:lnTo>
                  <a:lnTo>
                    <a:pt x="23456" y="0"/>
                  </a:lnTo>
                  <a:lnTo>
                    <a:pt x="0" y="0"/>
                  </a:lnTo>
                  <a:lnTo>
                    <a:pt x="0" y="217004"/>
                  </a:lnTo>
                  <a:lnTo>
                    <a:pt x="23456" y="217004"/>
                  </a:lnTo>
                  <a:lnTo>
                    <a:pt x="46913" y="217004"/>
                  </a:lnTo>
                  <a:lnTo>
                    <a:pt x="70370" y="217004"/>
                  </a:lnTo>
                  <a:lnTo>
                    <a:pt x="93827" y="217004"/>
                  </a:lnTo>
                  <a:lnTo>
                    <a:pt x="93827" y="0"/>
                  </a:lnTo>
                  <a:close/>
                </a:path>
              </a:pathLst>
            </a:custGeom>
            <a:solidFill>
              <a:srgbClr val="00B2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132484" y="1936990"/>
              <a:ext cx="117475" cy="217170"/>
            </a:xfrm>
            <a:custGeom>
              <a:avLst/>
              <a:gdLst/>
              <a:ahLst/>
              <a:cxnLst/>
              <a:rect l="l" t="t" r="r" b="b"/>
              <a:pathLst>
                <a:path w="117475" h="217169">
                  <a:moveTo>
                    <a:pt x="117259" y="0"/>
                  </a:moveTo>
                  <a:lnTo>
                    <a:pt x="117259" y="0"/>
                  </a:lnTo>
                  <a:lnTo>
                    <a:pt x="0" y="0"/>
                  </a:lnTo>
                  <a:lnTo>
                    <a:pt x="0" y="217004"/>
                  </a:lnTo>
                  <a:lnTo>
                    <a:pt x="117259" y="217004"/>
                  </a:lnTo>
                  <a:lnTo>
                    <a:pt x="117259" y="0"/>
                  </a:lnTo>
                  <a:close/>
                </a:path>
              </a:pathLst>
            </a:custGeom>
            <a:solidFill>
              <a:srgbClr val="00B3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249743" y="1936990"/>
              <a:ext cx="70485" cy="217170"/>
            </a:xfrm>
            <a:custGeom>
              <a:avLst/>
              <a:gdLst/>
              <a:ahLst/>
              <a:cxnLst/>
              <a:rect l="l" t="t" r="r" b="b"/>
              <a:pathLst>
                <a:path w="70484" h="217169">
                  <a:moveTo>
                    <a:pt x="70370" y="0"/>
                  </a:moveTo>
                  <a:lnTo>
                    <a:pt x="46913" y="0"/>
                  </a:lnTo>
                  <a:lnTo>
                    <a:pt x="23456" y="0"/>
                  </a:lnTo>
                  <a:lnTo>
                    <a:pt x="0" y="0"/>
                  </a:lnTo>
                  <a:lnTo>
                    <a:pt x="0" y="217004"/>
                  </a:lnTo>
                  <a:lnTo>
                    <a:pt x="23456" y="217004"/>
                  </a:lnTo>
                  <a:lnTo>
                    <a:pt x="46913" y="217004"/>
                  </a:lnTo>
                  <a:lnTo>
                    <a:pt x="70370" y="217004"/>
                  </a:lnTo>
                  <a:lnTo>
                    <a:pt x="70370" y="0"/>
                  </a:lnTo>
                  <a:close/>
                </a:path>
              </a:pathLst>
            </a:custGeom>
            <a:solidFill>
              <a:srgbClr val="00B4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320116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00B4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343571" y="1936990"/>
              <a:ext cx="93980" cy="217170"/>
            </a:xfrm>
            <a:custGeom>
              <a:avLst/>
              <a:gdLst/>
              <a:ahLst/>
              <a:cxnLst/>
              <a:rect l="l" t="t" r="r" b="b"/>
              <a:pathLst>
                <a:path w="93980" h="217169">
                  <a:moveTo>
                    <a:pt x="93814" y="0"/>
                  </a:moveTo>
                  <a:lnTo>
                    <a:pt x="70358" y="0"/>
                  </a:lnTo>
                  <a:lnTo>
                    <a:pt x="46901" y="0"/>
                  </a:lnTo>
                  <a:lnTo>
                    <a:pt x="23456" y="0"/>
                  </a:lnTo>
                  <a:lnTo>
                    <a:pt x="0" y="0"/>
                  </a:lnTo>
                  <a:lnTo>
                    <a:pt x="0" y="217004"/>
                  </a:lnTo>
                  <a:lnTo>
                    <a:pt x="23456" y="217004"/>
                  </a:lnTo>
                  <a:lnTo>
                    <a:pt x="46901" y="217004"/>
                  </a:lnTo>
                  <a:lnTo>
                    <a:pt x="70358" y="217004"/>
                  </a:lnTo>
                  <a:lnTo>
                    <a:pt x="93814" y="217004"/>
                  </a:lnTo>
                  <a:lnTo>
                    <a:pt x="93814" y="0"/>
                  </a:lnTo>
                  <a:close/>
                </a:path>
              </a:pathLst>
            </a:custGeom>
            <a:solidFill>
              <a:srgbClr val="00B5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437386" y="1936990"/>
              <a:ext cx="117475" cy="217170"/>
            </a:xfrm>
            <a:custGeom>
              <a:avLst/>
              <a:gdLst/>
              <a:ahLst/>
              <a:cxnLst/>
              <a:rect l="l" t="t" r="r" b="b"/>
              <a:pathLst>
                <a:path w="117475" h="217169">
                  <a:moveTo>
                    <a:pt x="117271" y="0"/>
                  </a:moveTo>
                  <a:lnTo>
                    <a:pt x="117271" y="0"/>
                  </a:lnTo>
                  <a:lnTo>
                    <a:pt x="0" y="0"/>
                  </a:lnTo>
                  <a:lnTo>
                    <a:pt x="0" y="217004"/>
                  </a:lnTo>
                  <a:lnTo>
                    <a:pt x="117271" y="217004"/>
                  </a:lnTo>
                  <a:lnTo>
                    <a:pt x="117271" y="0"/>
                  </a:lnTo>
                  <a:close/>
                </a:path>
              </a:pathLst>
            </a:custGeom>
            <a:solidFill>
              <a:srgbClr val="00B6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554670" y="1936990"/>
              <a:ext cx="93980" cy="217170"/>
            </a:xfrm>
            <a:custGeom>
              <a:avLst/>
              <a:gdLst/>
              <a:ahLst/>
              <a:cxnLst/>
              <a:rect l="l" t="t" r="r" b="b"/>
              <a:pathLst>
                <a:path w="93980" h="217169">
                  <a:moveTo>
                    <a:pt x="93802" y="0"/>
                  </a:moveTo>
                  <a:lnTo>
                    <a:pt x="70345" y="0"/>
                  </a:lnTo>
                  <a:lnTo>
                    <a:pt x="46901" y="0"/>
                  </a:lnTo>
                  <a:lnTo>
                    <a:pt x="23444" y="0"/>
                  </a:lnTo>
                  <a:lnTo>
                    <a:pt x="0" y="0"/>
                  </a:lnTo>
                  <a:lnTo>
                    <a:pt x="0" y="217004"/>
                  </a:lnTo>
                  <a:lnTo>
                    <a:pt x="23444" y="217004"/>
                  </a:lnTo>
                  <a:lnTo>
                    <a:pt x="46901" y="217004"/>
                  </a:lnTo>
                  <a:lnTo>
                    <a:pt x="70345" y="217004"/>
                  </a:lnTo>
                  <a:lnTo>
                    <a:pt x="93802" y="217004"/>
                  </a:lnTo>
                  <a:lnTo>
                    <a:pt x="93802" y="0"/>
                  </a:lnTo>
                  <a:close/>
                </a:path>
              </a:pathLst>
            </a:custGeom>
            <a:solidFill>
              <a:srgbClr val="00B7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648472" y="1936990"/>
              <a:ext cx="93980" cy="217170"/>
            </a:xfrm>
            <a:custGeom>
              <a:avLst/>
              <a:gdLst/>
              <a:ahLst/>
              <a:cxnLst/>
              <a:rect l="l" t="t" r="r" b="b"/>
              <a:pathLst>
                <a:path w="93980" h="217169">
                  <a:moveTo>
                    <a:pt x="93827" y="0"/>
                  </a:moveTo>
                  <a:lnTo>
                    <a:pt x="70370" y="0"/>
                  </a:lnTo>
                  <a:lnTo>
                    <a:pt x="46913" y="0"/>
                  </a:lnTo>
                  <a:lnTo>
                    <a:pt x="23456" y="0"/>
                  </a:lnTo>
                  <a:lnTo>
                    <a:pt x="0" y="0"/>
                  </a:lnTo>
                  <a:lnTo>
                    <a:pt x="0" y="217004"/>
                  </a:lnTo>
                  <a:lnTo>
                    <a:pt x="23456" y="217004"/>
                  </a:lnTo>
                  <a:lnTo>
                    <a:pt x="46913" y="217004"/>
                  </a:lnTo>
                  <a:lnTo>
                    <a:pt x="70370" y="217004"/>
                  </a:lnTo>
                  <a:lnTo>
                    <a:pt x="93827" y="217004"/>
                  </a:lnTo>
                  <a:lnTo>
                    <a:pt x="93827" y="0"/>
                  </a:lnTo>
                  <a:close/>
                </a:path>
              </a:pathLst>
            </a:custGeom>
            <a:solidFill>
              <a:srgbClr val="00B8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1742300" y="1936990"/>
              <a:ext cx="46990" cy="217170"/>
            </a:xfrm>
            <a:custGeom>
              <a:avLst/>
              <a:gdLst/>
              <a:ahLst/>
              <a:cxnLst/>
              <a:rect l="l" t="t" r="r" b="b"/>
              <a:pathLst>
                <a:path w="46989" h="217169">
                  <a:moveTo>
                    <a:pt x="46901" y="0"/>
                  </a:moveTo>
                  <a:lnTo>
                    <a:pt x="23444" y="0"/>
                  </a:lnTo>
                  <a:lnTo>
                    <a:pt x="0" y="0"/>
                  </a:lnTo>
                  <a:lnTo>
                    <a:pt x="0" y="217004"/>
                  </a:lnTo>
                  <a:lnTo>
                    <a:pt x="23444" y="217004"/>
                  </a:lnTo>
                  <a:lnTo>
                    <a:pt x="46901" y="217004"/>
                  </a:lnTo>
                  <a:lnTo>
                    <a:pt x="46901" y="0"/>
                  </a:lnTo>
                  <a:close/>
                </a:path>
              </a:pathLst>
            </a:custGeom>
            <a:solidFill>
              <a:srgbClr val="00B9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789212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00B9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1812658" y="1936990"/>
              <a:ext cx="93980" cy="217170"/>
            </a:xfrm>
            <a:custGeom>
              <a:avLst/>
              <a:gdLst/>
              <a:ahLst/>
              <a:cxnLst/>
              <a:rect l="l" t="t" r="r" b="b"/>
              <a:pathLst>
                <a:path w="93980" h="217169">
                  <a:moveTo>
                    <a:pt x="93827" y="0"/>
                  </a:moveTo>
                  <a:lnTo>
                    <a:pt x="70370" y="0"/>
                  </a:lnTo>
                  <a:lnTo>
                    <a:pt x="46913" y="0"/>
                  </a:lnTo>
                  <a:lnTo>
                    <a:pt x="23456" y="0"/>
                  </a:lnTo>
                  <a:lnTo>
                    <a:pt x="0" y="0"/>
                  </a:lnTo>
                  <a:lnTo>
                    <a:pt x="0" y="217004"/>
                  </a:lnTo>
                  <a:lnTo>
                    <a:pt x="23456" y="217004"/>
                  </a:lnTo>
                  <a:lnTo>
                    <a:pt x="46913" y="217004"/>
                  </a:lnTo>
                  <a:lnTo>
                    <a:pt x="70370" y="217004"/>
                  </a:lnTo>
                  <a:lnTo>
                    <a:pt x="93827" y="217004"/>
                  </a:lnTo>
                  <a:lnTo>
                    <a:pt x="93827" y="0"/>
                  </a:lnTo>
                  <a:close/>
                </a:path>
              </a:pathLst>
            </a:custGeom>
            <a:solidFill>
              <a:srgbClr val="00BA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1906486" y="1936990"/>
              <a:ext cx="93980" cy="217170"/>
            </a:xfrm>
            <a:custGeom>
              <a:avLst/>
              <a:gdLst/>
              <a:ahLst/>
              <a:cxnLst/>
              <a:rect l="l" t="t" r="r" b="b"/>
              <a:pathLst>
                <a:path w="93980" h="217169">
                  <a:moveTo>
                    <a:pt x="23444" y="0"/>
                  </a:moveTo>
                  <a:lnTo>
                    <a:pt x="0" y="0"/>
                  </a:lnTo>
                  <a:lnTo>
                    <a:pt x="0" y="217004"/>
                  </a:lnTo>
                  <a:lnTo>
                    <a:pt x="23444" y="217004"/>
                  </a:lnTo>
                  <a:lnTo>
                    <a:pt x="23444" y="0"/>
                  </a:lnTo>
                  <a:close/>
                </a:path>
                <a:path w="93980" h="217169">
                  <a:moveTo>
                    <a:pt x="93802" y="0"/>
                  </a:moveTo>
                  <a:lnTo>
                    <a:pt x="70358" y="0"/>
                  </a:lnTo>
                  <a:lnTo>
                    <a:pt x="46901" y="0"/>
                  </a:lnTo>
                  <a:lnTo>
                    <a:pt x="23456" y="0"/>
                  </a:lnTo>
                  <a:lnTo>
                    <a:pt x="23456" y="217004"/>
                  </a:lnTo>
                  <a:lnTo>
                    <a:pt x="46901" y="217004"/>
                  </a:lnTo>
                  <a:lnTo>
                    <a:pt x="70358" y="217004"/>
                  </a:lnTo>
                  <a:lnTo>
                    <a:pt x="93802" y="217004"/>
                  </a:lnTo>
                  <a:lnTo>
                    <a:pt x="93802" y="0"/>
                  </a:lnTo>
                  <a:close/>
                </a:path>
              </a:pathLst>
            </a:custGeom>
            <a:solidFill>
              <a:srgbClr val="00BB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2000288" y="1936990"/>
              <a:ext cx="93980" cy="217170"/>
            </a:xfrm>
            <a:custGeom>
              <a:avLst/>
              <a:gdLst/>
              <a:ahLst/>
              <a:cxnLst/>
              <a:rect l="l" t="t" r="r" b="b"/>
              <a:pathLst>
                <a:path w="93980" h="217169">
                  <a:moveTo>
                    <a:pt x="93827" y="0"/>
                  </a:moveTo>
                  <a:lnTo>
                    <a:pt x="70370" y="0"/>
                  </a:lnTo>
                  <a:lnTo>
                    <a:pt x="46913" y="0"/>
                  </a:lnTo>
                  <a:lnTo>
                    <a:pt x="23456" y="0"/>
                  </a:lnTo>
                  <a:lnTo>
                    <a:pt x="0" y="0"/>
                  </a:lnTo>
                  <a:lnTo>
                    <a:pt x="0" y="217004"/>
                  </a:lnTo>
                  <a:lnTo>
                    <a:pt x="23456" y="217004"/>
                  </a:lnTo>
                  <a:lnTo>
                    <a:pt x="46913" y="217004"/>
                  </a:lnTo>
                  <a:lnTo>
                    <a:pt x="70370" y="217004"/>
                  </a:lnTo>
                  <a:lnTo>
                    <a:pt x="93827" y="217004"/>
                  </a:lnTo>
                  <a:lnTo>
                    <a:pt x="93827" y="0"/>
                  </a:lnTo>
                  <a:close/>
                </a:path>
              </a:pathLst>
            </a:custGeom>
            <a:solidFill>
              <a:srgbClr val="00BC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2094115" y="1936990"/>
              <a:ext cx="70485" cy="217170"/>
            </a:xfrm>
            <a:custGeom>
              <a:avLst/>
              <a:gdLst/>
              <a:ahLst/>
              <a:cxnLst/>
              <a:rect l="l" t="t" r="r" b="b"/>
              <a:pathLst>
                <a:path w="70485" h="217169">
                  <a:moveTo>
                    <a:pt x="46901" y="0"/>
                  </a:moveTo>
                  <a:lnTo>
                    <a:pt x="23456" y="0"/>
                  </a:lnTo>
                  <a:lnTo>
                    <a:pt x="0" y="0"/>
                  </a:lnTo>
                  <a:lnTo>
                    <a:pt x="0" y="217004"/>
                  </a:lnTo>
                  <a:lnTo>
                    <a:pt x="23456" y="217004"/>
                  </a:lnTo>
                  <a:lnTo>
                    <a:pt x="46901" y="217004"/>
                  </a:lnTo>
                  <a:lnTo>
                    <a:pt x="46901" y="0"/>
                  </a:lnTo>
                  <a:close/>
                </a:path>
                <a:path w="70485" h="217169">
                  <a:moveTo>
                    <a:pt x="70358" y="0"/>
                  </a:moveTo>
                  <a:lnTo>
                    <a:pt x="46913" y="0"/>
                  </a:lnTo>
                  <a:lnTo>
                    <a:pt x="46913" y="217004"/>
                  </a:lnTo>
                  <a:lnTo>
                    <a:pt x="70358" y="217004"/>
                  </a:lnTo>
                  <a:lnTo>
                    <a:pt x="70358" y="0"/>
                  </a:lnTo>
                  <a:close/>
                </a:path>
              </a:pathLst>
            </a:custGeom>
            <a:solidFill>
              <a:srgbClr val="00BD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2164473" y="1936990"/>
              <a:ext cx="46990" cy="217170"/>
            </a:xfrm>
            <a:custGeom>
              <a:avLst/>
              <a:gdLst/>
              <a:ahLst/>
              <a:cxnLst/>
              <a:rect l="l" t="t" r="r" b="b"/>
              <a:pathLst>
                <a:path w="46989" h="217169">
                  <a:moveTo>
                    <a:pt x="46913" y="0"/>
                  </a:moveTo>
                  <a:lnTo>
                    <a:pt x="23456" y="0"/>
                  </a:lnTo>
                  <a:lnTo>
                    <a:pt x="0" y="0"/>
                  </a:lnTo>
                  <a:lnTo>
                    <a:pt x="0" y="217004"/>
                  </a:lnTo>
                  <a:lnTo>
                    <a:pt x="23456" y="217004"/>
                  </a:lnTo>
                  <a:lnTo>
                    <a:pt x="46913" y="217004"/>
                  </a:lnTo>
                  <a:lnTo>
                    <a:pt x="46913" y="0"/>
                  </a:lnTo>
                  <a:close/>
                </a:path>
              </a:pathLst>
            </a:custGeom>
            <a:solidFill>
              <a:srgbClr val="00BE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2211387" y="1936990"/>
              <a:ext cx="46990" cy="217170"/>
            </a:xfrm>
            <a:custGeom>
              <a:avLst/>
              <a:gdLst/>
              <a:ahLst/>
              <a:cxnLst/>
              <a:rect l="l" t="t" r="r" b="b"/>
              <a:pathLst>
                <a:path w="46989" h="217169">
                  <a:moveTo>
                    <a:pt x="46913" y="0"/>
                  </a:moveTo>
                  <a:lnTo>
                    <a:pt x="23456" y="0"/>
                  </a:lnTo>
                  <a:lnTo>
                    <a:pt x="0" y="0"/>
                  </a:lnTo>
                  <a:lnTo>
                    <a:pt x="0" y="217004"/>
                  </a:lnTo>
                  <a:lnTo>
                    <a:pt x="23456" y="217004"/>
                  </a:lnTo>
                  <a:lnTo>
                    <a:pt x="46913" y="217004"/>
                  </a:lnTo>
                  <a:lnTo>
                    <a:pt x="46913" y="0"/>
                  </a:lnTo>
                  <a:close/>
                </a:path>
              </a:pathLst>
            </a:custGeom>
            <a:solidFill>
              <a:srgbClr val="00BEF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2258301" y="1936990"/>
              <a:ext cx="93980" cy="217170"/>
            </a:xfrm>
            <a:custGeom>
              <a:avLst/>
              <a:gdLst/>
              <a:ahLst/>
              <a:cxnLst/>
              <a:rect l="l" t="t" r="r" b="b"/>
              <a:pathLst>
                <a:path w="93980" h="217169">
                  <a:moveTo>
                    <a:pt x="46901" y="0"/>
                  </a:moveTo>
                  <a:lnTo>
                    <a:pt x="23456" y="0"/>
                  </a:lnTo>
                  <a:lnTo>
                    <a:pt x="0" y="0"/>
                  </a:lnTo>
                  <a:lnTo>
                    <a:pt x="0" y="217004"/>
                  </a:lnTo>
                  <a:lnTo>
                    <a:pt x="23456" y="217004"/>
                  </a:lnTo>
                  <a:lnTo>
                    <a:pt x="46901" y="217004"/>
                  </a:lnTo>
                  <a:lnTo>
                    <a:pt x="46901" y="0"/>
                  </a:lnTo>
                  <a:close/>
                </a:path>
                <a:path w="93980" h="217169">
                  <a:moveTo>
                    <a:pt x="93814" y="0"/>
                  </a:moveTo>
                  <a:lnTo>
                    <a:pt x="70370" y="0"/>
                  </a:lnTo>
                  <a:lnTo>
                    <a:pt x="46913" y="0"/>
                  </a:lnTo>
                  <a:lnTo>
                    <a:pt x="46913" y="217004"/>
                  </a:lnTo>
                  <a:lnTo>
                    <a:pt x="70370" y="217004"/>
                  </a:lnTo>
                  <a:lnTo>
                    <a:pt x="93814" y="217004"/>
                  </a:lnTo>
                  <a:lnTo>
                    <a:pt x="93814" y="0"/>
                  </a:lnTo>
                  <a:close/>
                </a:path>
              </a:pathLst>
            </a:custGeom>
            <a:solidFill>
              <a:srgbClr val="00BFF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2352116" y="1936990"/>
              <a:ext cx="70485" cy="217170"/>
            </a:xfrm>
            <a:custGeom>
              <a:avLst/>
              <a:gdLst/>
              <a:ahLst/>
              <a:cxnLst/>
              <a:rect l="l" t="t" r="r" b="b"/>
              <a:pathLst>
                <a:path w="70485" h="217169">
                  <a:moveTo>
                    <a:pt x="70358" y="0"/>
                  </a:moveTo>
                  <a:lnTo>
                    <a:pt x="46901" y="0"/>
                  </a:lnTo>
                  <a:lnTo>
                    <a:pt x="23444" y="0"/>
                  </a:lnTo>
                  <a:lnTo>
                    <a:pt x="0" y="0"/>
                  </a:lnTo>
                  <a:lnTo>
                    <a:pt x="0" y="217004"/>
                  </a:lnTo>
                  <a:lnTo>
                    <a:pt x="23444" y="217004"/>
                  </a:lnTo>
                  <a:lnTo>
                    <a:pt x="46901" y="217004"/>
                  </a:lnTo>
                  <a:lnTo>
                    <a:pt x="70358" y="217004"/>
                  </a:lnTo>
                  <a:lnTo>
                    <a:pt x="70358" y="0"/>
                  </a:lnTo>
                  <a:close/>
                </a:path>
              </a:pathLst>
            </a:custGeom>
            <a:solidFill>
              <a:srgbClr val="00C0F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2422474" y="1936990"/>
              <a:ext cx="93980" cy="217170"/>
            </a:xfrm>
            <a:custGeom>
              <a:avLst/>
              <a:gdLst/>
              <a:ahLst/>
              <a:cxnLst/>
              <a:rect l="l" t="t" r="r" b="b"/>
              <a:pathLst>
                <a:path w="93980" h="217169">
                  <a:moveTo>
                    <a:pt x="93814" y="0"/>
                  </a:moveTo>
                  <a:lnTo>
                    <a:pt x="70370" y="0"/>
                  </a:lnTo>
                  <a:lnTo>
                    <a:pt x="46913" y="0"/>
                  </a:lnTo>
                  <a:lnTo>
                    <a:pt x="23456" y="0"/>
                  </a:lnTo>
                  <a:lnTo>
                    <a:pt x="0" y="0"/>
                  </a:lnTo>
                  <a:lnTo>
                    <a:pt x="0" y="217004"/>
                  </a:lnTo>
                  <a:lnTo>
                    <a:pt x="23456" y="217004"/>
                  </a:lnTo>
                  <a:lnTo>
                    <a:pt x="46913" y="217004"/>
                  </a:lnTo>
                  <a:lnTo>
                    <a:pt x="70370" y="217004"/>
                  </a:lnTo>
                  <a:lnTo>
                    <a:pt x="93814" y="217004"/>
                  </a:lnTo>
                  <a:lnTo>
                    <a:pt x="93814" y="0"/>
                  </a:lnTo>
                  <a:close/>
                </a:path>
              </a:pathLst>
            </a:custGeom>
            <a:solidFill>
              <a:srgbClr val="00C1F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2516301" y="1936990"/>
              <a:ext cx="70485" cy="217170"/>
            </a:xfrm>
            <a:custGeom>
              <a:avLst/>
              <a:gdLst/>
              <a:ahLst/>
              <a:cxnLst/>
              <a:rect l="l" t="t" r="r" b="b"/>
              <a:pathLst>
                <a:path w="70485" h="217169">
                  <a:moveTo>
                    <a:pt x="70358" y="0"/>
                  </a:moveTo>
                  <a:lnTo>
                    <a:pt x="46901" y="0"/>
                  </a:lnTo>
                  <a:lnTo>
                    <a:pt x="23444" y="0"/>
                  </a:lnTo>
                  <a:lnTo>
                    <a:pt x="0" y="0"/>
                  </a:lnTo>
                  <a:lnTo>
                    <a:pt x="0" y="217004"/>
                  </a:lnTo>
                  <a:lnTo>
                    <a:pt x="23444" y="217004"/>
                  </a:lnTo>
                  <a:lnTo>
                    <a:pt x="46901" y="217004"/>
                  </a:lnTo>
                  <a:lnTo>
                    <a:pt x="70358" y="217004"/>
                  </a:lnTo>
                  <a:lnTo>
                    <a:pt x="70358" y="0"/>
                  </a:lnTo>
                  <a:close/>
                </a:path>
              </a:pathLst>
            </a:custGeom>
            <a:solidFill>
              <a:srgbClr val="00C2F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2586669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03C3F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2610124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0EC3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2633578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15C3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2657033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1BC4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2680490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20C4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2703944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24C4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2727411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42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42" y="217002"/>
                  </a:lnTo>
                  <a:lnTo>
                    <a:pt x="23442" y="0"/>
                  </a:lnTo>
                  <a:close/>
                </a:path>
              </a:pathLst>
            </a:custGeom>
            <a:solidFill>
              <a:srgbClr val="27C4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2750850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2AC5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2774289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2EC5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2797759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31C5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2821198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33C6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2844667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36C6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2868106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39C6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2891576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3BC6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2915046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3EC7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2938485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40C7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2961954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42C7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2985393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44C8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3008863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46C8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3032302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48C8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3055772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4AC8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3079211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4CC9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3102681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42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42" y="217002"/>
                  </a:lnTo>
                  <a:lnTo>
                    <a:pt x="23442" y="0"/>
                  </a:lnTo>
                  <a:close/>
                </a:path>
              </a:pathLst>
            </a:custGeom>
            <a:solidFill>
              <a:srgbClr val="4EC9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3126120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50C9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3149559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51CA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3173028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53CA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3196467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55CA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3219937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56CB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3243407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58CB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3266846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59CB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3290315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5BCB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3313754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5DCC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3337224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5ECC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3360663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60CC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3384133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61CD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3407572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63CD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3431041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64CD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3454481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66CE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3477950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42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42" y="217002"/>
                  </a:lnTo>
                  <a:lnTo>
                    <a:pt x="23442" y="0"/>
                  </a:lnTo>
                  <a:close/>
                </a:path>
              </a:pathLst>
            </a:custGeom>
            <a:solidFill>
              <a:srgbClr val="67CE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3501389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68CE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3524859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6ACF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3548298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6BCF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3571768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6DCF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3595207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6ED0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3618677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6FD0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3642116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71D0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3665585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72D0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3689024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73D1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3712494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74D1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3735933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76D1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3759403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77D2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3782842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79D2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3806311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7AD2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3829750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7BD3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3853220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42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42" y="217002"/>
                  </a:lnTo>
                  <a:lnTo>
                    <a:pt x="23442" y="0"/>
                  </a:lnTo>
                  <a:close/>
                </a:path>
              </a:pathLst>
            </a:custGeom>
            <a:solidFill>
              <a:srgbClr val="7CD3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3876659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7ED3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3900129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7FD4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3923568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80D4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3947038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82D4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3970477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83D5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/>
            <p:cNvSpPr/>
            <p:nvPr/>
          </p:nvSpPr>
          <p:spPr>
            <a:xfrm>
              <a:off x="3993946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84D5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/>
            <p:cNvSpPr/>
            <p:nvPr/>
          </p:nvSpPr>
          <p:spPr>
            <a:xfrm>
              <a:off x="4017385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85D5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/>
            <p:cNvSpPr/>
            <p:nvPr/>
          </p:nvSpPr>
          <p:spPr>
            <a:xfrm>
              <a:off x="4040855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86D6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4064294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87D6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4087764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89D6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/>
            <p:cNvSpPr/>
            <p:nvPr/>
          </p:nvSpPr>
          <p:spPr>
            <a:xfrm>
              <a:off x="4111203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8AD7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/>
            <p:cNvSpPr/>
            <p:nvPr/>
          </p:nvSpPr>
          <p:spPr>
            <a:xfrm>
              <a:off x="4134672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8BD7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/>
            <p:cNvSpPr/>
            <p:nvPr/>
          </p:nvSpPr>
          <p:spPr>
            <a:xfrm>
              <a:off x="4158111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8CD7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/>
            <p:cNvSpPr/>
            <p:nvPr/>
          </p:nvSpPr>
          <p:spPr>
            <a:xfrm>
              <a:off x="4181581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8ED8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4205051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8FD8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/>
            <p:cNvSpPr/>
            <p:nvPr/>
          </p:nvSpPr>
          <p:spPr>
            <a:xfrm>
              <a:off x="4228490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42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42" y="217002"/>
                  </a:lnTo>
                  <a:lnTo>
                    <a:pt x="23442" y="0"/>
                  </a:lnTo>
                  <a:close/>
                </a:path>
              </a:pathLst>
            </a:custGeom>
            <a:solidFill>
              <a:srgbClr val="90D8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/>
            <p:cNvSpPr/>
            <p:nvPr/>
          </p:nvSpPr>
          <p:spPr>
            <a:xfrm>
              <a:off x="4251929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91D9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/>
            <p:cNvSpPr/>
            <p:nvPr/>
          </p:nvSpPr>
          <p:spPr>
            <a:xfrm>
              <a:off x="4275398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92D9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/>
            <p:cNvSpPr/>
            <p:nvPr/>
          </p:nvSpPr>
          <p:spPr>
            <a:xfrm>
              <a:off x="4298838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94D9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/>
            <p:cNvSpPr/>
            <p:nvPr/>
          </p:nvSpPr>
          <p:spPr>
            <a:xfrm>
              <a:off x="4322307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95DA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/>
            <p:cNvSpPr/>
            <p:nvPr/>
          </p:nvSpPr>
          <p:spPr>
            <a:xfrm>
              <a:off x="4345746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96DA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/>
            <p:cNvSpPr/>
            <p:nvPr/>
          </p:nvSpPr>
          <p:spPr>
            <a:xfrm>
              <a:off x="4369216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97DA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/>
            <p:cNvSpPr/>
            <p:nvPr/>
          </p:nvSpPr>
          <p:spPr>
            <a:xfrm>
              <a:off x="4392655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98DB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/>
            <p:cNvSpPr/>
            <p:nvPr/>
          </p:nvSpPr>
          <p:spPr>
            <a:xfrm>
              <a:off x="4416125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99DB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/>
            <p:cNvSpPr/>
            <p:nvPr/>
          </p:nvSpPr>
          <p:spPr>
            <a:xfrm>
              <a:off x="4439564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9ADC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/>
            <p:cNvSpPr/>
            <p:nvPr/>
          </p:nvSpPr>
          <p:spPr>
            <a:xfrm>
              <a:off x="4463034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9CDC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/>
            <p:cNvSpPr/>
            <p:nvPr/>
          </p:nvSpPr>
          <p:spPr>
            <a:xfrm>
              <a:off x="4486503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9DDC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/>
            <p:cNvSpPr/>
            <p:nvPr/>
          </p:nvSpPr>
          <p:spPr>
            <a:xfrm>
              <a:off x="4509942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9EDD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/>
            <p:cNvSpPr/>
            <p:nvPr/>
          </p:nvSpPr>
          <p:spPr>
            <a:xfrm>
              <a:off x="4533412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9FDD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/>
            <p:cNvSpPr/>
            <p:nvPr/>
          </p:nvSpPr>
          <p:spPr>
            <a:xfrm>
              <a:off x="4556851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A0DD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/>
            <p:cNvSpPr/>
            <p:nvPr/>
          </p:nvSpPr>
          <p:spPr>
            <a:xfrm>
              <a:off x="4580321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A2DE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/>
            <p:cNvSpPr/>
            <p:nvPr/>
          </p:nvSpPr>
          <p:spPr>
            <a:xfrm>
              <a:off x="4603759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42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42" y="217002"/>
                  </a:lnTo>
                  <a:lnTo>
                    <a:pt x="23442" y="0"/>
                  </a:lnTo>
                  <a:close/>
                </a:path>
              </a:pathLst>
            </a:custGeom>
            <a:solidFill>
              <a:srgbClr val="A3DE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/>
            <p:cNvSpPr/>
            <p:nvPr/>
          </p:nvSpPr>
          <p:spPr>
            <a:xfrm>
              <a:off x="4627199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A4DE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/>
            <p:cNvSpPr/>
            <p:nvPr/>
          </p:nvSpPr>
          <p:spPr>
            <a:xfrm>
              <a:off x="4650668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A5DF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/>
            <p:cNvSpPr/>
            <p:nvPr/>
          </p:nvSpPr>
          <p:spPr>
            <a:xfrm>
              <a:off x="4674107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A6DF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/>
            <p:cNvSpPr/>
            <p:nvPr/>
          </p:nvSpPr>
          <p:spPr>
            <a:xfrm>
              <a:off x="4697577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A7DF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/>
            <p:cNvSpPr/>
            <p:nvPr/>
          </p:nvSpPr>
          <p:spPr>
            <a:xfrm>
              <a:off x="4721016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A8E0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/>
            <p:cNvSpPr/>
            <p:nvPr/>
          </p:nvSpPr>
          <p:spPr>
            <a:xfrm>
              <a:off x="4744486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A9E0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/>
            <p:cNvSpPr/>
            <p:nvPr/>
          </p:nvSpPr>
          <p:spPr>
            <a:xfrm>
              <a:off x="4767955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AAE1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/>
            <p:cNvSpPr/>
            <p:nvPr/>
          </p:nvSpPr>
          <p:spPr>
            <a:xfrm>
              <a:off x="4791394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ACE1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/>
            <p:cNvSpPr/>
            <p:nvPr/>
          </p:nvSpPr>
          <p:spPr>
            <a:xfrm>
              <a:off x="4814864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ADE1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/>
            <p:cNvSpPr/>
            <p:nvPr/>
          </p:nvSpPr>
          <p:spPr>
            <a:xfrm>
              <a:off x="4838303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AEE2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/>
            <p:cNvSpPr/>
            <p:nvPr/>
          </p:nvSpPr>
          <p:spPr>
            <a:xfrm>
              <a:off x="4861773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AFE2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/>
            <p:cNvSpPr/>
            <p:nvPr/>
          </p:nvSpPr>
          <p:spPr>
            <a:xfrm>
              <a:off x="4885212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B0E2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/>
            <p:cNvSpPr/>
            <p:nvPr/>
          </p:nvSpPr>
          <p:spPr>
            <a:xfrm>
              <a:off x="4908682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B1E3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/>
            <p:cNvSpPr/>
            <p:nvPr/>
          </p:nvSpPr>
          <p:spPr>
            <a:xfrm>
              <a:off x="4932120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B2E3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/>
            <p:cNvSpPr/>
            <p:nvPr/>
          </p:nvSpPr>
          <p:spPr>
            <a:xfrm>
              <a:off x="4955590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B3E3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/>
            <p:cNvSpPr/>
            <p:nvPr/>
          </p:nvSpPr>
          <p:spPr>
            <a:xfrm>
              <a:off x="4979029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42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42" y="217002"/>
                  </a:lnTo>
                  <a:lnTo>
                    <a:pt x="23442" y="0"/>
                  </a:lnTo>
                  <a:close/>
                </a:path>
              </a:pathLst>
            </a:custGeom>
            <a:solidFill>
              <a:srgbClr val="B4E4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/>
            <p:cNvSpPr/>
            <p:nvPr/>
          </p:nvSpPr>
          <p:spPr>
            <a:xfrm>
              <a:off x="5002468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B5E4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/>
            <p:cNvSpPr/>
            <p:nvPr/>
          </p:nvSpPr>
          <p:spPr>
            <a:xfrm>
              <a:off x="5025938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B6E5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/>
            <p:cNvSpPr/>
            <p:nvPr/>
          </p:nvSpPr>
          <p:spPr>
            <a:xfrm>
              <a:off x="5049407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B8E5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/>
            <p:cNvSpPr/>
            <p:nvPr/>
          </p:nvSpPr>
          <p:spPr>
            <a:xfrm>
              <a:off x="5072847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B9E5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/>
            <p:cNvSpPr/>
            <p:nvPr/>
          </p:nvSpPr>
          <p:spPr>
            <a:xfrm>
              <a:off x="5096316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BAE6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/>
            <p:cNvSpPr/>
            <p:nvPr/>
          </p:nvSpPr>
          <p:spPr>
            <a:xfrm>
              <a:off x="5119755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BBE6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/>
            <p:cNvSpPr/>
            <p:nvPr/>
          </p:nvSpPr>
          <p:spPr>
            <a:xfrm>
              <a:off x="5143225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BCE6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/>
            <p:cNvSpPr/>
            <p:nvPr/>
          </p:nvSpPr>
          <p:spPr>
            <a:xfrm>
              <a:off x="5166664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BDE7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/>
            <p:cNvSpPr/>
            <p:nvPr/>
          </p:nvSpPr>
          <p:spPr>
            <a:xfrm>
              <a:off x="5190134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BEE7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/>
            <p:cNvSpPr/>
            <p:nvPr/>
          </p:nvSpPr>
          <p:spPr>
            <a:xfrm>
              <a:off x="5213573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BFE7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/>
            <p:cNvSpPr/>
            <p:nvPr/>
          </p:nvSpPr>
          <p:spPr>
            <a:xfrm>
              <a:off x="5237042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C0E8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/>
            <p:cNvSpPr/>
            <p:nvPr/>
          </p:nvSpPr>
          <p:spPr>
            <a:xfrm>
              <a:off x="5260482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C1E8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/>
            <p:cNvSpPr/>
            <p:nvPr/>
          </p:nvSpPr>
          <p:spPr>
            <a:xfrm>
              <a:off x="5283951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C2E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/>
            <p:cNvSpPr/>
            <p:nvPr/>
          </p:nvSpPr>
          <p:spPr>
            <a:xfrm>
              <a:off x="5307391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C3E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/>
            <p:cNvSpPr/>
            <p:nvPr/>
          </p:nvSpPr>
          <p:spPr>
            <a:xfrm>
              <a:off x="5330860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C4E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/>
            <p:cNvSpPr/>
            <p:nvPr/>
          </p:nvSpPr>
          <p:spPr>
            <a:xfrm>
              <a:off x="5354299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42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42" y="217002"/>
                  </a:lnTo>
                  <a:lnTo>
                    <a:pt x="23442" y="0"/>
                  </a:lnTo>
                  <a:close/>
                </a:path>
              </a:pathLst>
            </a:custGeom>
            <a:solidFill>
              <a:srgbClr val="C6EA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/>
            <p:cNvSpPr/>
            <p:nvPr/>
          </p:nvSpPr>
          <p:spPr>
            <a:xfrm>
              <a:off x="5377769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C7EA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/>
            <p:cNvSpPr/>
            <p:nvPr/>
          </p:nvSpPr>
          <p:spPr>
            <a:xfrm>
              <a:off x="5401208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C8EA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/>
            <p:cNvSpPr/>
            <p:nvPr/>
          </p:nvSpPr>
          <p:spPr>
            <a:xfrm>
              <a:off x="5424678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C9EB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/>
            <p:cNvSpPr/>
            <p:nvPr/>
          </p:nvSpPr>
          <p:spPr>
            <a:xfrm>
              <a:off x="5448116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CAEB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/>
            <p:cNvSpPr/>
            <p:nvPr/>
          </p:nvSpPr>
          <p:spPr>
            <a:xfrm>
              <a:off x="5471586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CBEC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/>
            <p:cNvSpPr/>
            <p:nvPr/>
          </p:nvSpPr>
          <p:spPr>
            <a:xfrm>
              <a:off x="5495025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CCEC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/>
            <p:cNvSpPr/>
            <p:nvPr/>
          </p:nvSpPr>
          <p:spPr>
            <a:xfrm>
              <a:off x="5518495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CDEC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/>
            <p:cNvSpPr/>
            <p:nvPr/>
          </p:nvSpPr>
          <p:spPr>
            <a:xfrm>
              <a:off x="5541934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CEED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/>
            <p:cNvSpPr/>
            <p:nvPr/>
          </p:nvSpPr>
          <p:spPr>
            <a:xfrm>
              <a:off x="5565403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CFED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/>
            <p:cNvSpPr/>
            <p:nvPr/>
          </p:nvSpPr>
          <p:spPr>
            <a:xfrm>
              <a:off x="5588843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D0ED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/>
            <p:cNvSpPr/>
            <p:nvPr/>
          </p:nvSpPr>
          <p:spPr>
            <a:xfrm>
              <a:off x="5612312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D1EE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/>
            <p:cNvSpPr/>
            <p:nvPr/>
          </p:nvSpPr>
          <p:spPr>
            <a:xfrm>
              <a:off x="5635751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D2EE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/>
            <p:cNvSpPr/>
            <p:nvPr/>
          </p:nvSpPr>
          <p:spPr>
            <a:xfrm>
              <a:off x="5659221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D3EF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/>
            <p:cNvSpPr/>
            <p:nvPr/>
          </p:nvSpPr>
          <p:spPr>
            <a:xfrm>
              <a:off x="5682660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D4EF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/>
            <p:cNvSpPr/>
            <p:nvPr/>
          </p:nvSpPr>
          <p:spPr>
            <a:xfrm>
              <a:off x="5706130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D5EF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/>
            <p:cNvSpPr/>
            <p:nvPr/>
          </p:nvSpPr>
          <p:spPr>
            <a:xfrm>
              <a:off x="5729599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42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42" y="217002"/>
                  </a:lnTo>
                  <a:lnTo>
                    <a:pt x="23442" y="0"/>
                  </a:lnTo>
                  <a:close/>
                </a:path>
              </a:pathLst>
            </a:custGeom>
            <a:solidFill>
              <a:srgbClr val="D6F0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/>
            <p:cNvSpPr/>
            <p:nvPr/>
          </p:nvSpPr>
          <p:spPr>
            <a:xfrm>
              <a:off x="5753039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D8F0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/>
            <p:cNvSpPr/>
            <p:nvPr/>
          </p:nvSpPr>
          <p:spPr>
            <a:xfrm>
              <a:off x="5776477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D9F1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/>
            <p:cNvSpPr/>
            <p:nvPr/>
          </p:nvSpPr>
          <p:spPr>
            <a:xfrm>
              <a:off x="5799947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DAF1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/>
            <p:cNvSpPr/>
            <p:nvPr/>
          </p:nvSpPr>
          <p:spPr>
            <a:xfrm>
              <a:off x="5823386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DBF1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/>
            <p:cNvSpPr/>
            <p:nvPr/>
          </p:nvSpPr>
          <p:spPr>
            <a:xfrm>
              <a:off x="5846856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DBF2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/>
            <p:cNvSpPr/>
            <p:nvPr/>
          </p:nvSpPr>
          <p:spPr>
            <a:xfrm>
              <a:off x="5870295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DDF2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1" name="object 171"/>
            <p:cNvSpPr/>
            <p:nvPr/>
          </p:nvSpPr>
          <p:spPr>
            <a:xfrm>
              <a:off x="5893764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DEF2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2" name="object 172"/>
            <p:cNvSpPr/>
            <p:nvPr/>
          </p:nvSpPr>
          <p:spPr>
            <a:xfrm>
              <a:off x="5917204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DFF3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3" name="object 173"/>
            <p:cNvSpPr/>
            <p:nvPr/>
          </p:nvSpPr>
          <p:spPr>
            <a:xfrm>
              <a:off x="5940673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E0F3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/>
            <p:cNvSpPr/>
            <p:nvPr/>
          </p:nvSpPr>
          <p:spPr>
            <a:xfrm>
              <a:off x="5964112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E1F4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5" name="object 175"/>
            <p:cNvSpPr/>
            <p:nvPr/>
          </p:nvSpPr>
          <p:spPr>
            <a:xfrm>
              <a:off x="5987582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E2F4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6" name="object 176"/>
            <p:cNvSpPr/>
            <p:nvPr/>
          </p:nvSpPr>
          <p:spPr>
            <a:xfrm>
              <a:off x="6011051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E3F4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7" name="object 177"/>
            <p:cNvSpPr/>
            <p:nvPr/>
          </p:nvSpPr>
          <p:spPr>
            <a:xfrm>
              <a:off x="6034491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E4F5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8" name="object 178"/>
            <p:cNvSpPr/>
            <p:nvPr/>
          </p:nvSpPr>
          <p:spPr>
            <a:xfrm>
              <a:off x="6057960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E5F5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9" name="object 179"/>
            <p:cNvSpPr/>
            <p:nvPr/>
          </p:nvSpPr>
          <p:spPr>
            <a:xfrm>
              <a:off x="6081399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E6F6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/>
            <p:cNvSpPr/>
            <p:nvPr/>
          </p:nvSpPr>
          <p:spPr>
            <a:xfrm>
              <a:off x="6104869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E7F6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1" name="object 181"/>
            <p:cNvSpPr/>
            <p:nvPr/>
          </p:nvSpPr>
          <p:spPr>
            <a:xfrm>
              <a:off x="6128308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42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42" y="217002"/>
                  </a:lnTo>
                  <a:lnTo>
                    <a:pt x="23442" y="0"/>
                  </a:lnTo>
                  <a:close/>
                </a:path>
              </a:pathLst>
            </a:custGeom>
            <a:solidFill>
              <a:srgbClr val="E8F6F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2" name="object 182"/>
            <p:cNvSpPr/>
            <p:nvPr/>
          </p:nvSpPr>
          <p:spPr>
            <a:xfrm>
              <a:off x="6151747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E9F7F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3" name="object 183"/>
            <p:cNvSpPr/>
            <p:nvPr/>
          </p:nvSpPr>
          <p:spPr>
            <a:xfrm>
              <a:off x="6175217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EAF7F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4" name="object 184"/>
            <p:cNvSpPr/>
            <p:nvPr/>
          </p:nvSpPr>
          <p:spPr>
            <a:xfrm>
              <a:off x="6198656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EBF7F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5" name="object 185"/>
            <p:cNvSpPr/>
            <p:nvPr/>
          </p:nvSpPr>
          <p:spPr>
            <a:xfrm>
              <a:off x="6222126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ECF8F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6" name="object 186"/>
            <p:cNvSpPr/>
            <p:nvPr/>
          </p:nvSpPr>
          <p:spPr>
            <a:xfrm>
              <a:off x="6245565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EDF8F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7" name="object 187"/>
            <p:cNvSpPr/>
            <p:nvPr/>
          </p:nvSpPr>
          <p:spPr>
            <a:xfrm>
              <a:off x="6269034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EEF9F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8" name="object 188"/>
            <p:cNvSpPr/>
            <p:nvPr/>
          </p:nvSpPr>
          <p:spPr>
            <a:xfrm>
              <a:off x="6292473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EFF9F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9" name="object 189"/>
            <p:cNvSpPr/>
            <p:nvPr/>
          </p:nvSpPr>
          <p:spPr>
            <a:xfrm>
              <a:off x="6315943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F0F9F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0" name="object 190"/>
            <p:cNvSpPr/>
            <p:nvPr/>
          </p:nvSpPr>
          <p:spPr>
            <a:xfrm>
              <a:off x="6339413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F2FAF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1" name="object 191"/>
            <p:cNvSpPr/>
            <p:nvPr/>
          </p:nvSpPr>
          <p:spPr>
            <a:xfrm>
              <a:off x="6362852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F3FAF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2" name="object 192"/>
            <p:cNvSpPr/>
            <p:nvPr/>
          </p:nvSpPr>
          <p:spPr>
            <a:xfrm>
              <a:off x="6386321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F4FBF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3" name="object 193"/>
            <p:cNvSpPr/>
            <p:nvPr/>
          </p:nvSpPr>
          <p:spPr>
            <a:xfrm>
              <a:off x="6409760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F5FBF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4" name="object 194"/>
            <p:cNvSpPr/>
            <p:nvPr/>
          </p:nvSpPr>
          <p:spPr>
            <a:xfrm>
              <a:off x="6433230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F6FBF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5" name="object 195"/>
            <p:cNvSpPr/>
            <p:nvPr/>
          </p:nvSpPr>
          <p:spPr>
            <a:xfrm>
              <a:off x="6456669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F7FCF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6" name="object 196"/>
            <p:cNvSpPr/>
            <p:nvPr/>
          </p:nvSpPr>
          <p:spPr>
            <a:xfrm>
              <a:off x="6480139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F8F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7" name="object 197"/>
            <p:cNvSpPr/>
            <p:nvPr/>
          </p:nvSpPr>
          <p:spPr>
            <a:xfrm>
              <a:off x="6503578" y="1936988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42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42" y="217002"/>
                  </a:lnTo>
                  <a:lnTo>
                    <a:pt x="23442" y="0"/>
                  </a:lnTo>
                  <a:close/>
                </a:path>
              </a:pathLst>
            </a:custGeom>
            <a:solidFill>
              <a:srgbClr val="FAFD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98" name="object 198"/>
          <p:cNvGrpSpPr/>
          <p:nvPr/>
        </p:nvGrpSpPr>
        <p:grpSpPr>
          <a:xfrm>
            <a:off x="671489" y="2650388"/>
            <a:ext cx="5937250" cy="217170"/>
            <a:chOff x="671489" y="2650388"/>
            <a:chExt cx="5937250" cy="217170"/>
          </a:xfrm>
        </p:grpSpPr>
        <p:sp>
          <p:nvSpPr>
            <p:cNvPr id="199" name="object 199"/>
            <p:cNvSpPr/>
            <p:nvPr/>
          </p:nvSpPr>
          <p:spPr>
            <a:xfrm>
              <a:off x="6491072" y="2650413"/>
              <a:ext cx="117475" cy="217170"/>
            </a:xfrm>
            <a:custGeom>
              <a:avLst/>
              <a:gdLst/>
              <a:ahLst/>
              <a:cxnLst/>
              <a:rect l="l" t="t" r="r" b="b"/>
              <a:pathLst>
                <a:path w="117475" h="217169">
                  <a:moveTo>
                    <a:pt x="117348" y="0"/>
                  </a:moveTo>
                  <a:lnTo>
                    <a:pt x="117348" y="0"/>
                  </a:lnTo>
                  <a:lnTo>
                    <a:pt x="0" y="0"/>
                  </a:lnTo>
                  <a:lnTo>
                    <a:pt x="0" y="216992"/>
                  </a:lnTo>
                  <a:lnTo>
                    <a:pt x="117348" y="216992"/>
                  </a:lnTo>
                  <a:lnTo>
                    <a:pt x="117348" y="0"/>
                  </a:lnTo>
                  <a:close/>
                </a:path>
              </a:pathLst>
            </a:custGeom>
            <a:solidFill>
              <a:srgbClr val="00AE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0" name="object 200"/>
            <p:cNvSpPr/>
            <p:nvPr/>
          </p:nvSpPr>
          <p:spPr>
            <a:xfrm>
              <a:off x="6397231" y="2650413"/>
              <a:ext cx="93980" cy="217170"/>
            </a:xfrm>
            <a:custGeom>
              <a:avLst/>
              <a:gdLst/>
              <a:ahLst/>
              <a:cxnLst/>
              <a:rect l="l" t="t" r="r" b="b"/>
              <a:pathLst>
                <a:path w="93979" h="217169">
                  <a:moveTo>
                    <a:pt x="23456" y="0"/>
                  </a:moveTo>
                  <a:lnTo>
                    <a:pt x="0" y="0"/>
                  </a:lnTo>
                  <a:lnTo>
                    <a:pt x="0" y="216992"/>
                  </a:lnTo>
                  <a:lnTo>
                    <a:pt x="23456" y="216992"/>
                  </a:lnTo>
                  <a:lnTo>
                    <a:pt x="23456" y="0"/>
                  </a:lnTo>
                  <a:close/>
                </a:path>
                <a:path w="93979" h="217169">
                  <a:moveTo>
                    <a:pt x="93840" y="0"/>
                  </a:moveTo>
                  <a:lnTo>
                    <a:pt x="70370" y="0"/>
                  </a:lnTo>
                  <a:lnTo>
                    <a:pt x="46926" y="0"/>
                  </a:lnTo>
                  <a:lnTo>
                    <a:pt x="23469" y="0"/>
                  </a:lnTo>
                  <a:lnTo>
                    <a:pt x="23469" y="216992"/>
                  </a:lnTo>
                  <a:lnTo>
                    <a:pt x="46901" y="216992"/>
                  </a:lnTo>
                  <a:lnTo>
                    <a:pt x="70370" y="216992"/>
                  </a:lnTo>
                  <a:lnTo>
                    <a:pt x="93840" y="216992"/>
                  </a:lnTo>
                  <a:lnTo>
                    <a:pt x="93840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1" name="object 201"/>
            <p:cNvSpPr/>
            <p:nvPr/>
          </p:nvSpPr>
          <p:spPr>
            <a:xfrm>
              <a:off x="6373764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00AF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2" name="object 202"/>
            <p:cNvSpPr/>
            <p:nvPr/>
          </p:nvSpPr>
          <p:spPr>
            <a:xfrm>
              <a:off x="6279883" y="2650413"/>
              <a:ext cx="93980" cy="217170"/>
            </a:xfrm>
            <a:custGeom>
              <a:avLst/>
              <a:gdLst/>
              <a:ahLst/>
              <a:cxnLst/>
              <a:rect l="l" t="t" r="r" b="b"/>
              <a:pathLst>
                <a:path w="93979" h="217169">
                  <a:moveTo>
                    <a:pt x="23456" y="0"/>
                  </a:moveTo>
                  <a:lnTo>
                    <a:pt x="0" y="0"/>
                  </a:lnTo>
                  <a:lnTo>
                    <a:pt x="0" y="216992"/>
                  </a:lnTo>
                  <a:lnTo>
                    <a:pt x="23456" y="216992"/>
                  </a:lnTo>
                  <a:lnTo>
                    <a:pt x="23456" y="0"/>
                  </a:lnTo>
                  <a:close/>
                </a:path>
                <a:path w="93979" h="217169">
                  <a:moveTo>
                    <a:pt x="46926" y="0"/>
                  </a:moveTo>
                  <a:lnTo>
                    <a:pt x="23469" y="0"/>
                  </a:lnTo>
                  <a:lnTo>
                    <a:pt x="23469" y="216992"/>
                  </a:lnTo>
                  <a:lnTo>
                    <a:pt x="46926" y="216992"/>
                  </a:lnTo>
                  <a:lnTo>
                    <a:pt x="46926" y="0"/>
                  </a:lnTo>
                  <a:close/>
                </a:path>
                <a:path w="93979" h="217169">
                  <a:moveTo>
                    <a:pt x="70396" y="0"/>
                  </a:moveTo>
                  <a:lnTo>
                    <a:pt x="46939" y="0"/>
                  </a:lnTo>
                  <a:lnTo>
                    <a:pt x="46939" y="216992"/>
                  </a:lnTo>
                  <a:lnTo>
                    <a:pt x="70396" y="216992"/>
                  </a:lnTo>
                  <a:lnTo>
                    <a:pt x="70396" y="0"/>
                  </a:lnTo>
                  <a:close/>
                </a:path>
                <a:path w="93979" h="217169">
                  <a:moveTo>
                    <a:pt x="93865" y="0"/>
                  </a:moveTo>
                  <a:lnTo>
                    <a:pt x="70408" y="0"/>
                  </a:lnTo>
                  <a:lnTo>
                    <a:pt x="70408" y="216992"/>
                  </a:lnTo>
                  <a:lnTo>
                    <a:pt x="93865" y="216992"/>
                  </a:lnTo>
                  <a:lnTo>
                    <a:pt x="93865" y="0"/>
                  </a:lnTo>
                  <a:close/>
                </a:path>
              </a:pathLst>
            </a:custGeom>
            <a:solidFill>
              <a:srgbClr val="00B0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3" name="object 203"/>
            <p:cNvSpPr/>
            <p:nvPr/>
          </p:nvSpPr>
          <p:spPr>
            <a:xfrm>
              <a:off x="6162561" y="2650413"/>
              <a:ext cx="117475" cy="217170"/>
            </a:xfrm>
            <a:custGeom>
              <a:avLst/>
              <a:gdLst/>
              <a:ahLst/>
              <a:cxnLst/>
              <a:rect l="l" t="t" r="r" b="b"/>
              <a:pathLst>
                <a:path w="117475" h="217169">
                  <a:moveTo>
                    <a:pt x="70370" y="0"/>
                  </a:moveTo>
                  <a:lnTo>
                    <a:pt x="46939" y="0"/>
                  </a:lnTo>
                  <a:lnTo>
                    <a:pt x="23469" y="0"/>
                  </a:lnTo>
                  <a:lnTo>
                    <a:pt x="0" y="0"/>
                  </a:lnTo>
                  <a:lnTo>
                    <a:pt x="0" y="216992"/>
                  </a:lnTo>
                  <a:lnTo>
                    <a:pt x="23469" y="216992"/>
                  </a:lnTo>
                  <a:lnTo>
                    <a:pt x="46913" y="216992"/>
                  </a:lnTo>
                  <a:lnTo>
                    <a:pt x="70370" y="216992"/>
                  </a:lnTo>
                  <a:lnTo>
                    <a:pt x="70370" y="0"/>
                  </a:lnTo>
                  <a:close/>
                </a:path>
                <a:path w="117475" h="217169">
                  <a:moveTo>
                    <a:pt x="93840" y="0"/>
                  </a:moveTo>
                  <a:lnTo>
                    <a:pt x="70383" y="0"/>
                  </a:lnTo>
                  <a:lnTo>
                    <a:pt x="70383" y="216992"/>
                  </a:lnTo>
                  <a:lnTo>
                    <a:pt x="93840" y="216992"/>
                  </a:lnTo>
                  <a:lnTo>
                    <a:pt x="93840" y="0"/>
                  </a:lnTo>
                  <a:close/>
                </a:path>
                <a:path w="117475" h="217169">
                  <a:moveTo>
                    <a:pt x="117309" y="0"/>
                  </a:moveTo>
                  <a:lnTo>
                    <a:pt x="93853" y="0"/>
                  </a:lnTo>
                  <a:lnTo>
                    <a:pt x="93853" y="216992"/>
                  </a:lnTo>
                  <a:lnTo>
                    <a:pt x="117309" y="216992"/>
                  </a:lnTo>
                  <a:lnTo>
                    <a:pt x="117309" y="0"/>
                  </a:lnTo>
                  <a:close/>
                </a:path>
              </a:pathLst>
            </a:custGeom>
            <a:solidFill>
              <a:srgbClr val="00B1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4" name="object 204"/>
            <p:cNvSpPr/>
            <p:nvPr/>
          </p:nvSpPr>
          <p:spPr>
            <a:xfrm>
              <a:off x="6068682" y="2650413"/>
              <a:ext cx="93980" cy="217170"/>
            </a:xfrm>
            <a:custGeom>
              <a:avLst/>
              <a:gdLst/>
              <a:ahLst/>
              <a:cxnLst/>
              <a:rect l="l" t="t" r="r" b="b"/>
              <a:pathLst>
                <a:path w="93979" h="217169">
                  <a:moveTo>
                    <a:pt x="93878" y="0"/>
                  </a:moveTo>
                  <a:lnTo>
                    <a:pt x="70408" y="0"/>
                  </a:lnTo>
                  <a:lnTo>
                    <a:pt x="46939" y="0"/>
                  </a:lnTo>
                  <a:lnTo>
                    <a:pt x="23469" y="0"/>
                  </a:lnTo>
                  <a:lnTo>
                    <a:pt x="0" y="0"/>
                  </a:lnTo>
                  <a:lnTo>
                    <a:pt x="0" y="216992"/>
                  </a:lnTo>
                  <a:lnTo>
                    <a:pt x="23469" y="216992"/>
                  </a:lnTo>
                  <a:lnTo>
                    <a:pt x="46939" y="216992"/>
                  </a:lnTo>
                  <a:lnTo>
                    <a:pt x="70408" y="216992"/>
                  </a:lnTo>
                  <a:lnTo>
                    <a:pt x="93878" y="216992"/>
                  </a:lnTo>
                  <a:lnTo>
                    <a:pt x="93878" y="0"/>
                  </a:lnTo>
                  <a:close/>
                </a:path>
              </a:pathLst>
            </a:custGeom>
            <a:solidFill>
              <a:srgbClr val="00B2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5" name="object 205"/>
            <p:cNvSpPr/>
            <p:nvPr/>
          </p:nvSpPr>
          <p:spPr>
            <a:xfrm>
              <a:off x="5951372" y="2650413"/>
              <a:ext cx="117475" cy="217170"/>
            </a:xfrm>
            <a:custGeom>
              <a:avLst/>
              <a:gdLst/>
              <a:ahLst/>
              <a:cxnLst/>
              <a:rect l="l" t="t" r="r" b="b"/>
              <a:pathLst>
                <a:path w="117475" h="217169">
                  <a:moveTo>
                    <a:pt x="23456" y="0"/>
                  </a:moveTo>
                  <a:lnTo>
                    <a:pt x="0" y="0"/>
                  </a:lnTo>
                  <a:lnTo>
                    <a:pt x="0" y="216992"/>
                  </a:lnTo>
                  <a:lnTo>
                    <a:pt x="23456" y="216992"/>
                  </a:lnTo>
                  <a:lnTo>
                    <a:pt x="23456" y="0"/>
                  </a:lnTo>
                  <a:close/>
                </a:path>
                <a:path w="117475" h="217169">
                  <a:moveTo>
                    <a:pt x="117297" y="0"/>
                  </a:moveTo>
                  <a:lnTo>
                    <a:pt x="117297" y="0"/>
                  </a:lnTo>
                  <a:lnTo>
                    <a:pt x="23469" y="0"/>
                  </a:lnTo>
                  <a:lnTo>
                    <a:pt x="23469" y="216992"/>
                  </a:lnTo>
                  <a:lnTo>
                    <a:pt x="117297" y="216992"/>
                  </a:lnTo>
                  <a:lnTo>
                    <a:pt x="117297" y="0"/>
                  </a:lnTo>
                  <a:close/>
                </a:path>
              </a:pathLst>
            </a:custGeom>
            <a:solidFill>
              <a:srgbClr val="00B3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6" name="object 206"/>
            <p:cNvSpPr/>
            <p:nvPr/>
          </p:nvSpPr>
          <p:spPr>
            <a:xfrm>
              <a:off x="5880963" y="2650413"/>
              <a:ext cx="70485" cy="217170"/>
            </a:xfrm>
            <a:custGeom>
              <a:avLst/>
              <a:gdLst/>
              <a:ahLst/>
              <a:cxnLst/>
              <a:rect l="l" t="t" r="r" b="b"/>
              <a:pathLst>
                <a:path w="70485" h="217169">
                  <a:moveTo>
                    <a:pt x="23456" y="0"/>
                  </a:moveTo>
                  <a:lnTo>
                    <a:pt x="0" y="0"/>
                  </a:lnTo>
                  <a:lnTo>
                    <a:pt x="0" y="216992"/>
                  </a:lnTo>
                  <a:lnTo>
                    <a:pt x="23456" y="216992"/>
                  </a:lnTo>
                  <a:lnTo>
                    <a:pt x="23456" y="0"/>
                  </a:lnTo>
                  <a:close/>
                </a:path>
                <a:path w="70485" h="217169">
                  <a:moveTo>
                    <a:pt x="46926" y="0"/>
                  </a:moveTo>
                  <a:lnTo>
                    <a:pt x="23469" y="0"/>
                  </a:lnTo>
                  <a:lnTo>
                    <a:pt x="23469" y="216992"/>
                  </a:lnTo>
                  <a:lnTo>
                    <a:pt x="46926" y="216992"/>
                  </a:lnTo>
                  <a:lnTo>
                    <a:pt x="46926" y="0"/>
                  </a:lnTo>
                  <a:close/>
                </a:path>
                <a:path w="70485" h="217169">
                  <a:moveTo>
                    <a:pt x="70396" y="0"/>
                  </a:moveTo>
                  <a:lnTo>
                    <a:pt x="46939" y="0"/>
                  </a:lnTo>
                  <a:lnTo>
                    <a:pt x="46939" y="216992"/>
                  </a:lnTo>
                  <a:lnTo>
                    <a:pt x="70396" y="216992"/>
                  </a:lnTo>
                  <a:lnTo>
                    <a:pt x="70396" y="0"/>
                  </a:lnTo>
                  <a:close/>
                </a:path>
              </a:pathLst>
            </a:custGeom>
            <a:solidFill>
              <a:srgbClr val="00B4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7" name="object 207"/>
            <p:cNvSpPr/>
            <p:nvPr/>
          </p:nvSpPr>
          <p:spPr>
            <a:xfrm>
              <a:off x="5857494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00B4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8" name="object 208"/>
            <p:cNvSpPr/>
            <p:nvPr/>
          </p:nvSpPr>
          <p:spPr>
            <a:xfrm>
              <a:off x="5763616" y="2650413"/>
              <a:ext cx="93980" cy="217170"/>
            </a:xfrm>
            <a:custGeom>
              <a:avLst/>
              <a:gdLst/>
              <a:ahLst/>
              <a:cxnLst/>
              <a:rect l="l" t="t" r="r" b="b"/>
              <a:pathLst>
                <a:path w="93979" h="217169">
                  <a:moveTo>
                    <a:pt x="23456" y="0"/>
                  </a:moveTo>
                  <a:lnTo>
                    <a:pt x="0" y="0"/>
                  </a:lnTo>
                  <a:lnTo>
                    <a:pt x="0" y="216992"/>
                  </a:lnTo>
                  <a:lnTo>
                    <a:pt x="23456" y="216992"/>
                  </a:lnTo>
                  <a:lnTo>
                    <a:pt x="23456" y="0"/>
                  </a:lnTo>
                  <a:close/>
                </a:path>
                <a:path w="93979" h="217169">
                  <a:moveTo>
                    <a:pt x="46926" y="0"/>
                  </a:moveTo>
                  <a:lnTo>
                    <a:pt x="23469" y="0"/>
                  </a:lnTo>
                  <a:lnTo>
                    <a:pt x="23469" y="216992"/>
                  </a:lnTo>
                  <a:lnTo>
                    <a:pt x="46926" y="216992"/>
                  </a:lnTo>
                  <a:lnTo>
                    <a:pt x="46926" y="0"/>
                  </a:lnTo>
                  <a:close/>
                </a:path>
                <a:path w="93979" h="217169">
                  <a:moveTo>
                    <a:pt x="70396" y="0"/>
                  </a:moveTo>
                  <a:lnTo>
                    <a:pt x="46939" y="0"/>
                  </a:lnTo>
                  <a:lnTo>
                    <a:pt x="46939" y="216992"/>
                  </a:lnTo>
                  <a:lnTo>
                    <a:pt x="70396" y="216992"/>
                  </a:lnTo>
                  <a:lnTo>
                    <a:pt x="70396" y="0"/>
                  </a:lnTo>
                  <a:close/>
                </a:path>
                <a:path w="93979" h="217169">
                  <a:moveTo>
                    <a:pt x="93865" y="0"/>
                  </a:moveTo>
                  <a:lnTo>
                    <a:pt x="70408" y="0"/>
                  </a:lnTo>
                  <a:lnTo>
                    <a:pt x="70408" y="216992"/>
                  </a:lnTo>
                  <a:lnTo>
                    <a:pt x="93865" y="216992"/>
                  </a:lnTo>
                  <a:lnTo>
                    <a:pt x="93865" y="0"/>
                  </a:lnTo>
                  <a:close/>
                </a:path>
              </a:pathLst>
            </a:custGeom>
            <a:solidFill>
              <a:srgbClr val="00B5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9" name="object 209"/>
            <p:cNvSpPr/>
            <p:nvPr/>
          </p:nvSpPr>
          <p:spPr>
            <a:xfrm>
              <a:off x="5646293" y="2650413"/>
              <a:ext cx="117475" cy="217170"/>
            </a:xfrm>
            <a:custGeom>
              <a:avLst/>
              <a:gdLst/>
              <a:ahLst/>
              <a:cxnLst/>
              <a:rect l="l" t="t" r="r" b="b"/>
              <a:pathLst>
                <a:path w="117475" h="217169">
                  <a:moveTo>
                    <a:pt x="117335" y="0"/>
                  </a:moveTo>
                  <a:lnTo>
                    <a:pt x="117335" y="0"/>
                  </a:lnTo>
                  <a:lnTo>
                    <a:pt x="0" y="0"/>
                  </a:lnTo>
                  <a:lnTo>
                    <a:pt x="0" y="216992"/>
                  </a:lnTo>
                  <a:lnTo>
                    <a:pt x="117335" y="216992"/>
                  </a:lnTo>
                  <a:lnTo>
                    <a:pt x="117335" y="0"/>
                  </a:lnTo>
                  <a:close/>
                </a:path>
              </a:pathLst>
            </a:custGeom>
            <a:solidFill>
              <a:srgbClr val="00B6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0" name="object 210"/>
            <p:cNvSpPr/>
            <p:nvPr/>
          </p:nvSpPr>
          <p:spPr>
            <a:xfrm>
              <a:off x="5552414" y="2650413"/>
              <a:ext cx="93980" cy="217170"/>
            </a:xfrm>
            <a:custGeom>
              <a:avLst/>
              <a:gdLst/>
              <a:ahLst/>
              <a:cxnLst/>
              <a:rect l="l" t="t" r="r" b="b"/>
              <a:pathLst>
                <a:path w="93979" h="217169">
                  <a:moveTo>
                    <a:pt x="93878" y="0"/>
                  </a:moveTo>
                  <a:lnTo>
                    <a:pt x="70408" y="0"/>
                  </a:lnTo>
                  <a:lnTo>
                    <a:pt x="46939" y="0"/>
                  </a:lnTo>
                  <a:lnTo>
                    <a:pt x="23469" y="0"/>
                  </a:lnTo>
                  <a:lnTo>
                    <a:pt x="0" y="0"/>
                  </a:lnTo>
                  <a:lnTo>
                    <a:pt x="0" y="216992"/>
                  </a:lnTo>
                  <a:lnTo>
                    <a:pt x="23469" y="216992"/>
                  </a:lnTo>
                  <a:lnTo>
                    <a:pt x="46939" y="216992"/>
                  </a:lnTo>
                  <a:lnTo>
                    <a:pt x="70408" y="216992"/>
                  </a:lnTo>
                  <a:lnTo>
                    <a:pt x="93878" y="216992"/>
                  </a:lnTo>
                  <a:lnTo>
                    <a:pt x="93878" y="0"/>
                  </a:lnTo>
                  <a:close/>
                </a:path>
              </a:pathLst>
            </a:custGeom>
            <a:solidFill>
              <a:srgbClr val="00B7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1" name="object 211"/>
            <p:cNvSpPr/>
            <p:nvPr/>
          </p:nvSpPr>
          <p:spPr>
            <a:xfrm>
              <a:off x="5458561" y="2650413"/>
              <a:ext cx="93980" cy="217170"/>
            </a:xfrm>
            <a:custGeom>
              <a:avLst/>
              <a:gdLst/>
              <a:ahLst/>
              <a:cxnLst/>
              <a:rect l="l" t="t" r="r" b="b"/>
              <a:pathLst>
                <a:path w="93979" h="217169">
                  <a:moveTo>
                    <a:pt x="46926" y="0"/>
                  </a:moveTo>
                  <a:lnTo>
                    <a:pt x="23469" y="0"/>
                  </a:lnTo>
                  <a:lnTo>
                    <a:pt x="0" y="0"/>
                  </a:lnTo>
                  <a:lnTo>
                    <a:pt x="0" y="216992"/>
                  </a:lnTo>
                  <a:lnTo>
                    <a:pt x="23469" y="216992"/>
                  </a:lnTo>
                  <a:lnTo>
                    <a:pt x="46926" y="216992"/>
                  </a:lnTo>
                  <a:lnTo>
                    <a:pt x="46926" y="0"/>
                  </a:lnTo>
                  <a:close/>
                </a:path>
                <a:path w="93979" h="217169">
                  <a:moveTo>
                    <a:pt x="93853" y="0"/>
                  </a:moveTo>
                  <a:lnTo>
                    <a:pt x="70408" y="0"/>
                  </a:lnTo>
                  <a:lnTo>
                    <a:pt x="46939" y="0"/>
                  </a:lnTo>
                  <a:lnTo>
                    <a:pt x="46939" y="216992"/>
                  </a:lnTo>
                  <a:lnTo>
                    <a:pt x="70383" y="216992"/>
                  </a:lnTo>
                  <a:lnTo>
                    <a:pt x="93853" y="216992"/>
                  </a:lnTo>
                  <a:lnTo>
                    <a:pt x="93853" y="0"/>
                  </a:lnTo>
                  <a:close/>
                </a:path>
              </a:pathLst>
            </a:custGeom>
            <a:solidFill>
              <a:srgbClr val="00B8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2" name="object 212"/>
            <p:cNvSpPr/>
            <p:nvPr/>
          </p:nvSpPr>
          <p:spPr>
            <a:xfrm>
              <a:off x="5411622" y="2650413"/>
              <a:ext cx="46990" cy="217170"/>
            </a:xfrm>
            <a:custGeom>
              <a:avLst/>
              <a:gdLst/>
              <a:ahLst/>
              <a:cxnLst/>
              <a:rect l="l" t="t" r="r" b="b"/>
              <a:pathLst>
                <a:path w="46989" h="217169">
                  <a:moveTo>
                    <a:pt x="46939" y="0"/>
                  </a:moveTo>
                  <a:lnTo>
                    <a:pt x="23469" y="0"/>
                  </a:lnTo>
                  <a:lnTo>
                    <a:pt x="0" y="0"/>
                  </a:lnTo>
                  <a:lnTo>
                    <a:pt x="0" y="216992"/>
                  </a:lnTo>
                  <a:lnTo>
                    <a:pt x="23469" y="216992"/>
                  </a:lnTo>
                  <a:lnTo>
                    <a:pt x="46939" y="216992"/>
                  </a:lnTo>
                  <a:lnTo>
                    <a:pt x="46939" y="0"/>
                  </a:lnTo>
                  <a:close/>
                </a:path>
              </a:pathLst>
            </a:custGeom>
            <a:solidFill>
              <a:srgbClr val="00B9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3" name="object 213"/>
            <p:cNvSpPr/>
            <p:nvPr/>
          </p:nvSpPr>
          <p:spPr>
            <a:xfrm>
              <a:off x="5388162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00B9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4" name="object 214"/>
            <p:cNvSpPr/>
            <p:nvPr/>
          </p:nvSpPr>
          <p:spPr>
            <a:xfrm>
              <a:off x="5294312" y="2650413"/>
              <a:ext cx="93980" cy="217170"/>
            </a:xfrm>
            <a:custGeom>
              <a:avLst/>
              <a:gdLst/>
              <a:ahLst/>
              <a:cxnLst/>
              <a:rect l="l" t="t" r="r" b="b"/>
              <a:pathLst>
                <a:path w="93979" h="217169">
                  <a:moveTo>
                    <a:pt x="23456" y="0"/>
                  </a:moveTo>
                  <a:lnTo>
                    <a:pt x="0" y="0"/>
                  </a:lnTo>
                  <a:lnTo>
                    <a:pt x="0" y="216992"/>
                  </a:lnTo>
                  <a:lnTo>
                    <a:pt x="23456" y="216992"/>
                  </a:lnTo>
                  <a:lnTo>
                    <a:pt x="23456" y="0"/>
                  </a:lnTo>
                  <a:close/>
                </a:path>
                <a:path w="93979" h="217169">
                  <a:moveTo>
                    <a:pt x="46926" y="0"/>
                  </a:moveTo>
                  <a:lnTo>
                    <a:pt x="23469" y="0"/>
                  </a:lnTo>
                  <a:lnTo>
                    <a:pt x="23469" y="216992"/>
                  </a:lnTo>
                  <a:lnTo>
                    <a:pt x="46926" y="216992"/>
                  </a:lnTo>
                  <a:lnTo>
                    <a:pt x="46926" y="0"/>
                  </a:lnTo>
                  <a:close/>
                </a:path>
                <a:path w="93979" h="217169">
                  <a:moveTo>
                    <a:pt x="93840" y="0"/>
                  </a:moveTo>
                  <a:lnTo>
                    <a:pt x="70396" y="0"/>
                  </a:lnTo>
                  <a:lnTo>
                    <a:pt x="46939" y="0"/>
                  </a:lnTo>
                  <a:lnTo>
                    <a:pt x="46939" y="216992"/>
                  </a:lnTo>
                  <a:lnTo>
                    <a:pt x="70370" y="216992"/>
                  </a:lnTo>
                  <a:lnTo>
                    <a:pt x="93840" y="216992"/>
                  </a:lnTo>
                  <a:lnTo>
                    <a:pt x="93840" y="0"/>
                  </a:lnTo>
                  <a:close/>
                </a:path>
              </a:pathLst>
            </a:custGeom>
            <a:solidFill>
              <a:srgbClr val="00BA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5" name="object 215"/>
            <p:cNvSpPr/>
            <p:nvPr/>
          </p:nvSpPr>
          <p:spPr>
            <a:xfrm>
              <a:off x="5200434" y="2650413"/>
              <a:ext cx="93980" cy="217170"/>
            </a:xfrm>
            <a:custGeom>
              <a:avLst/>
              <a:gdLst/>
              <a:ahLst/>
              <a:cxnLst/>
              <a:rect l="l" t="t" r="r" b="b"/>
              <a:pathLst>
                <a:path w="93979" h="217169">
                  <a:moveTo>
                    <a:pt x="23456" y="0"/>
                  </a:moveTo>
                  <a:lnTo>
                    <a:pt x="0" y="0"/>
                  </a:lnTo>
                  <a:lnTo>
                    <a:pt x="0" y="216992"/>
                  </a:lnTo>
                  <a:lnTo>
                    <a:pt x="23456" y="216992"/>
                  </a:lnTo>
                  <a:lnTo>
                    <a:pt x="23456" y="0"/>
                  </a:lnTo>
                  <a:close/>
                </a:path>
                <a:path w="93979" h="217169">
                  <a:moveTo>
                    <a:pt x="46926" y="0"/>
                  </a:moveTo>
                  <a:lnTo>
                    <a:pt x="23469" y="0"/>
                  </a:lnTo>
                  <a:lnTo>
                    <a:pt x="23469" y="216992"/>
                  </a:lnTo>
                  <a:lnTo>
                    <a:pt x="46926" y="216992"/>
                  </a:lnTo>
                  <a:lnTo>
                    <a:pt x="46926" y="0"/>
                  </a:lnTo>
                  <a:close/>
                </a:path>
                <a:path w="93979" h="217169">
                  <a:moveTo>
                    <a:pt x="70383" y="0"/>
                  </a:moveTo>
                  <a:lnTo>
                    <a:pt x="46939" y="0"/>
                  </a:lnTo>
                  <a:lnTo>
                    <a:pt x="46939" y="216992"/>
                  </a:lnTo>
                  <a:lnTo>
                    <a:pt x="70383" y="216992"/>
                  </a:lnTo>
                  <a:lnTo>
                    <a:pt x="70383" y="0"/>
                  </a:lnTo>
                  <a:close/>
                </a:path>
                <a:path w="93979" h="217169">
                  <a:moveTo>
                    <a:pt x="93865" y="0"/>
                  </a:moveTo>
                  <a:lnTo>
                    <a:pt x="70408" y="0"/>
                  </a:lnTo>
                  <a:lnTo>
                    <a:pt x="70408" y="216992"/>
                  </a:lnTo>
                  <a:lnTo>
                    <a:pt x="93865" y="216992"/>
                  </a:lnTo>
                  <a:lnTo>
                    <a:pt x="93865" y="0"/>
                  </a:lnTo>
                  <a:close/>
                </a:path>
              </a:pathLst>
            </a:custGeom>
            <a:solidFill>
              <a:srgbClr val="00BB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6" name="object 216"/>
            <p:cNvSpPr/>
            <p:nvPr/>
          </p:nvSpPr>
          <p:spPr>
            <a:xfrm>
              <a:off x="5106581" y="2650413"/>
              <a:ext cx="93980" cy="217170"/>
            </a:xfrm>
            <a:custGeom>
              <a:avLst/>
              <a:gdLst/>
              <a:ahLst/>
              <a:cxnLst/>
              <a:rect l="l" t="t" r="r" b="b"/>
              <a:pathLst>
                <a:path w="93979" h="217169">
                  <a:moveTo>
                    <a:pt x="93840" y="0"/>
                  </a:moveTo>
                  <a:lnTo>
                    <a:pt x="93840" y="0"/>
                  </a:lnTo>
                  <a:lnTo>
                    <a:pt x="0" y="0"/>
                  </a:lnTo>
                  <a:lnTo>
                    <a:pt x="0" y="216992"/>
                  </a:lnTo>
                  <a:lnTo>
                    <a:pt x="93840" y="216992"/>
                  </a:lnTo>
                  <a:lnTo>
                    <a:pt x="93840" y="0"/>
                  </a:lnTo>
                  <a:close/>
                </a:path>
              </a:pathLst>
            </a:custGeom>
            <a:solidFill>
              <a:srgbClr val="00BC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7" name="object 217"/>
            <p:cNvSpPr/>
            <p:nvPr/>
          </p:nvSpPr>
          <p:spPr>
            <a:xfrm>
              <a:off x="5036172" y="2650413"/>
              <a:ext cx="70485" cy="217170"/>
            </a:xfrm>
            <a:custGeom>
              <a:avLst/>
              <a:gdLst/>
              <a:ahLst/>
              <a:cxnLst/>
              <a:rect l="l" t="t" r="r" b="b"/>
              <a:pathLst>
                <a:path w="70485" h="217169">
                  <a:moveTo>
                    <a:pt x="70408" y="0"/>
                  </a:moveTo>
                  <a:lnTo>
                    <a:pt x="46939" y="0"/>
                  </a:lnTo>
                  <a:lnTo>
                    <a:pt x="23469" y="0"/>
                  </a:lnTo>
                  <a:lnTo>
                    <a:pt x="0" y="0"/>
                  </a:lnTo>
                  <a:lnTo>
                    <a:pt x="0" y="216992"/>
                  </a:lnTo>
                  <a:lnTo>
                    <a:pt x="23469" y="216992"/>
                  </a:lnTo>
                  <a:lnTo>
                    <a:pt x="46939" y="216992"/>
                  </a:lnTo>
                  <a:lnTo>
                    <a:pt x="70408" y="216992"/>
                  </a:lnTo>
                  <a:lnTo>
                    <a:pt x="70408" y="0"/>
                  </a:lnTo>
                  <a:close/>
                </a:path>
              </a:pathLst>
            </a:custGeom>
            <a:solidFill>
              <a:srgbClr val="00BD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8" name="object 218"/>
            <p:cNvSpPr/>
            <p:nvPr/>
          </p:nvSpPr>
          <p:spPr>
            <a:xfrm>
              <a:off x="4989233" y="2650413"/>
              <a:ext cx="46990" cy="217170"/>
            </a:xfrm>
            <a:custGeom>
              <a:avLst/>
              <a:gdLst/>
              <a:ahLst/>
              <a:cxnLst/>
              <a:rect l="l" t="t" r="r" b="b"/>
              <a:pathLst>
                <a:path w="46989" h="217169">
                  <a:moveTo>
                    <a:pt x="23456" y="0"/>
                  </a:moveTo>
                  <a:lnTo>
                    <a:pt x="0" y="0"/>
                  </a:lnTo>
                  <a:lnTo>
                    <a:pt x="0" y="216992"/>
                  </a:lnTo>
                  <a:lnTo>
                    <a:pt x="23456" y="216992"/>
                  </a:lnTo>
                  <a:lnTo>
                    <a:pt x="23456" y="0"/>
                  </a:lnTo>
                  <a:close/>
                </a:path>
                <a:path w="46989" h="217169">
                  <a:moveTo>
                    <a:pt x="46939" y="0"/>
                  </a:moveTo>
                  <a:lnTo>
                    <a:pt x="23469" y="0"/>
                  </a:lnTo>
                  <a:lnTo>
                    <a:pt x="23469" y="216992"/>
                  </a:lnTo>
                  <a:lnTo>
                    <a:pt x="46939" y="216992"/>
                  </a:lnTo>
                  <a:lnTo>
                    <a:pt x="46939" y="0"/>
                  </a:lnTo>
                  <a:close/>
                </a:path>
              </a:pathLst>
            </a:custGeom>
            <a:solidFill>
              <a:srgbClr val="00BE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9" name="object 219"/>
            <p:cNvSpPr/>
            <p:nvPr/>
          </p:nvSpPr>
          <p:spPr>
            <a:xfrm>
              <a:off x="4942332" y="2650413"/>
              <a:ext cx="46990" cy="217170"/>
            </a:xfrm>
            <a:custGeom>
              <a:avLst/>
              <a:gdLst/>
              <a:ahLst/>
              <a:cxnLst/>
              <a:rect l="l" t="t" r="r" b="b"/>
              <a:pathLst>
                <a:path w="46989" h="217169">
                  <a:moveTo>
                    <a:pt x="23456" y="0"/>
                  </a:moveTo>
                  <a:lnTo>
                    <a:pt x="0" y="0"/>
                  </a:lnTo>
                  <a:lnTo>
                    <a:pt x="0" y="216992"/>
                  </a:lnTo>
                  <a:lnTo>
                    <a:pt x="23456" y="216992"/>
                  </a:lnTo>
                  <a:lnTo>
                    <a:pt x="23456" y="0"/>
                  </a:lnTo>
                  <a:close/>
                </a:path>
                <a:path w="46989" h="217169">
                  <a:moveTo>
                    <a:pt x="46926" y="0"/>
                  </a:moveTo>
                  <a:lnTo>
                    <a:pt x="23469" y="0"/>
                  </a:lnTo>
                  <a:lnTo>
                    <a:pt x="23469" y="216992"/>
                  </a:lnTo>
                  <a:lnTo>
                    <a:pt x="46926" y="216992"/>
                  </a:lnTo>
                  <a:lnTo>
                    <a:pt x="46926" y="0"/>
                  </a:lnTo>
                  <a:close/>
                </a:path>
              </a:pathLst>
            </a:custGeom>
            <a:solidFill>
              <a:srgbClr val="00BEF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0" name="object 220"/>
            <p:cNvSpPr/>
            <p:nvPr/>
          </p:nvSpPr>
          <p:spPr>
            <a:xfrm>
              <a:off x="4848454" y="2650413"/>
              <a:ext cx="93980" cy="217170"/>
            </a:xfrm>
            <a:custGeom>
              <a:avLst/>
              <a:gdLst/>
              <a:ahLst/>
              <a:cxnLst/>
              <a:rect l="l" t="t" r="r" b="b"/>
              <a:pathLst>
                <a:path w="93979" h="217169">
                  <a:moveTo>
                    <a:pt x="23456" y="0"/>
                  </a:moveTo>
                  <a:lnTo>
                    <a:pt x="0" y="0"/>
                  </a:lnTo>
                  <a:lnTo>
                    <a:pt x="0" y="216992"/>
                  </a:lnTo>
                  <a:lnTo>
                    <a:pt x="23456" y="216992"/>
                  </a:lnTo>
                  <a:lnTo>
                    <a:pt x="23456" y="0"/>
                  </a:lnTo>
                  <a:close/>
                </a:path>
                <a:path w="93979" h="217169">
                  <a:moveTo>
                    <a:pt x="46926" y="0"/>
                  </a:moveTo>
                  <a:lnTo>
                    <a:pt x="23469" y="0"/>
                  </a:lnTo>
                  <a:lnTo>
                    <a:pt x="23469" y="216992"/>
                  </a:lnTo>
                  <a:lnTo>
                    <a:pt x="46926" y="216992"/>
                  </a:lnTo>
                  <a:lnTo>
                    <a:pt x="46926" y="0"/>
                  </a:lnTo>
                  <a:close/>
                </a:path>
                <a:path w="93979" h="217169">
                  <a:moveTo>
                    <a:pt x="70396" y="0"/>
                  </a:moveTo>
                  <a:lnTo>
                    <a:pt x="46939" y="0"/>
                  </a:lnTo>
                  <a:lnTo>
                    <a:pt x="46939" y="216992"/>
                  </a:lnTo>
                  <a:lnTo>
                    <a:pt x="70396" y="216992"/>
                  </a:lnTo>
                  <a:lnTo>
                    <a:pt x="70396" y="0"/>
                  </a:lnTo>
                  <a:close/>
                </a:path>
                <a:path w="93979" h="217169">
                  <a:moveTo>
                    <a:pt x="93865" y="0"/>
                  </a:moveTo>
                  <a:lnTo>
                    <a:pt x="70408" y="0"/>
                  </a:lnTo>
                  <a:lnTo>
                    <a:pt x="70408" y="216992"/>
                  </a:lnTo>
                  <a:lnTo>
                    <a:pt x="93865" y="216992"/>
                  </a:lnTo>
                  <a:lnTo>
                    <a:pt x="93865" y="0"/>
                  </a:lnTo>
                  <a:close/>
                </a:path>
              </a:pathLst>
            </a:custGeom>
            <a:solidFill>
              <a:srgbClr val="00BFF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1" name="object 221"/>
            <p:cNvSpPr/>
            <p:nvPr/>
          </p:nvSpPr>
          <p:spPr>
            <a:xfrm>
              <a:off x="4778045" y="2650413"/>
              <a:ext cx="70485" cy="217170"/>
            </a:xfrm>
            <a:custGeom>
              <a:avLst/>
              <a:gdLst/>
              <a:ahLst/>
              <a:cxnLst/>
              <a:rect l="l" t="t" r="r" b="b"/>
              <a:pathLst>
                <a:path w="70485" h="217169">
                  <a:moveTo>
                    <a:pt x="23456" y="0"/>
                  </a:moveTo>
                  <a:lnTo>
                    <a:pt x="0" y="0"/>
                  </a:lnTo>
                  <a:lnTo>
                    <a:pt x="0" y="216992"/>
                  </a:lnTo>
                  <a:lnTo>
                    <a:pt x="23456" y="216992"/>
                  </a:lnTo>
                  <a:lnTo>
                    <a:pt x="23456" y="0"/>
                  </a:lnTo>
                  <a:close/>
                </a:path>
                <a:path w="70485" h="217169">
                  <a:moveTo>
                    <a:pt x="46926" y="0"/>
                  </a:moveTo>
                  <a:lnTo>
                    <a:pt x="23469" y="0"/>
                  </a:lnTo>
                  <a:lnTo>
                    <a:pt x="23469" y="216992"/>
                  </a:lnTo>
                  <a:lnTo>
                    <a:pt x="46926" y="216992"/>
                  </a:lnTo>
                  <a:lnTo>
                    <a:pt x="46926" y="0"/>
                  </a:lnTo>
                  <a:close/>
                </a:path>
                <a:path w="70485" h="217169">
                  <a:moveTo>
                    <a:pt x="70396" y="0"/>
                  </a:moveTo>
                  <a:lnTo>
                    <a:pt x="46939" y="0"/>
                  </a:lnTo>
                  <a:lnTo>
                    <a:pt x="46939" y="216992"/>
                  </a:lnTo>
                  <a:lnTo>
                    <a:pt x="70396" y="216992"/>
                  </a:lnTo>
                  <a:lnTo>
                    <a:pt x="70396" y="0"/>
                  </a:lnTo>
                  <a:close/>
                </a:path>
              </a:pathLst>
            </a:custGeom>
            <a:solidFill>
              <a:srgbClr val="00C0F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2" name="object 222"/>
            <p:cNvSpPr/>
            <p:nvPr/>
          </p:nvSpPr>
          <p:spPr>
            <a:xfrm>
              <a:off x="4684191" y="2650413"/>
              <a:ext cx="93980" cy="217170"/>
            </a:xfrm>
            <a:custGeom>
              <a:avLst/>
              <a:gdLst/>
              <a:ahLst/>
              <a:cxnLst/>
              <a:rect l="l" t="t" r="r" b="b"/>
              <a:pathLst>
                <a:path w="93979" h="217169">
                  <a:moveTo>
                    <a:pt x="93840" y="0"/>
                  </a:moveTo>
                  <a:lnTo>
                    <a:pt x="93840" y="0"/>
                  </a:lnTo>
                  <a:lnTo>
                    <a:pt x="0" y="0"/>
                  </a:lnTo>
                  <a:lnTo>
                    <a:pt x="0" y="216992"/>
                  </a:lnTo>
                  <a:lnTo>
                    <a:pt x="93840" y="216992"/>
                  </a:lnTo>
                  <a:lnTo>
                    <a:pt x="93840" y="0"/>
                  </a:lnTo>
                  <a:close/>
                </a:path>
              </a:pathLst>
            </a:custGeom>
            <a:solidFill>
              <a:srgbClr val="00C1F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3" name="object 223"/>
            <p:cNvSpPr/>
            <p:nvPr/>
          </p:nvSpPr>
          <p:spPr>
            <a:xfrm>
              <a:off x="4613783" y="2650413"/>
              <a:ext cx="70485" cy="217170"/>
            </a:xfrm>
            <a:custGeom>
              <a:avLst/>
              <a:gdLst/>
              <a:ahLst/>
              <a:cxnLst/>
              <a:rect l="l" t="t" r="r" b="b"/>
              <a:pathLst>
                <a:path w="70485" h="217169">
                  <a:moveTo>
                    <a:pt x="70408" y="0"/>
                  </a:moveTo>
                  <a:lnTo>
                    <a:pt x="46939" y="0"/>
                  </a:lnTo>
                  <a:lnTo>
                    <a:pt x="23469" y="0"/>
                  </a:lnTo>
                  <a:lnTo>
                    <a:pt x="0" y="0"/>
                  </a:lnTo>
                  <a:lnTo>
                    <a:pt x="0" y="216992"/>
                  </a:lnTo>
                  <a:lnTo>
                    <a:pt x="23469" y="216992"/>
                  </a:lnTo>
                  <a:lnTo>
                    <a:pt x="46939" y="216992"/>
                  </a:lnTo>
                  <a:lnTo>
                    <a:pt x="70408" y="216992"/>
                  </a:lnTo>
                  <a:lnTo>
                    <a:pt x="70408" y="0"/>
                  </a:lnTo>
                  <a:close/>
                </a:path>
              </a:pathLst>
            </a:custGeom>
            <a:solidFill>
              <a:srgbClr val="00C2F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4" name="object 224"/>
            <p:cNvSpPr/>
            <p:nvPr/>
          </p:nvSpPr>
          <p:spPr>
            <a:xfrm>
              <a:off x="4590318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03C3F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5" name="object 225"/>
            <p:cNvSpPr/>
            <p:nvPr/>
          </p:nvSpPr>
          <p:spPr>
            <a:xfrm>
              <a:off x="4566848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0EC3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6" name="object 226"/>
            <p:cNvSpPr/>
            <p:nvPr/>
          </p:nvSpPr>
          <p:spPr>
            <a:xfrm>
              <a:off x="4543379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15C3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7" name="object 227"/>
            <p:cNvSpPr/>
            <p:nvPr/>
          </p:nvSpPr>
          <p:spPr>
            <a:xfrm>
              <a:off x="4519909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1BC4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8" name="object 228"/>
            <p:cNvSpPr/>
            <p:nvPr/>
          </p:nvSpPr>
          <p:spPr>
            <a:xfrm>
              <a:off x="4496470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20C4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9" name="object 229"/>
            <p:cNvSpPr/>
            <p:nvPr/>
          </p:nvSpPr>
          <p:spPr>
            <a:xfrm>
              <a:off x="4473001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24C4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0" name="object 230"/>
            <p:cNvSpPr/>
            <p:nvPr/>
          </p:nvSpPr>
          <p:spPr>
            <a:xfrm>
              <a:off x="4449531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27C4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1" name="object 231"/>
            <p:cNvSpPr/>
            <p:nvPr/>
          </p:nvSpPr>
          <p:spPr>
            <a:xfrm>
              <a:off x="4426061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2AC5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2" name="object 232"/>
            <p:cNvSpPr/>
            <p:nvPr/>
          </p:nvSpPr>
          <p:spPr>
            <a:xfrm>
              <a:off x="4402592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2EC5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3" name="object 233"/>
            <p:cNvSpPr/>
            <p:nvPr/>
          </p:nvSpPr>
          <p:spPr>
            <a:xfrm>
              <a:off x="4379122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31C5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4" name="object 234"/>
            <p:cNvSpPr/>
            <p:nvPr/>
          </p:nvSpPr>
          <p:spPr>
            <a:xfrm>
              <a:off x="4355652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33C6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5" name="object 235"/>
            <p:cNvSpPr/>
            <p:nvPr/>
          </p:nvSpPr>
          <p:spPr>
            <a:xfrm>
              <a:off x="4332183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36C6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6" name="object 236"/>
            <p:cNvSpPr/>
            <p:nvPr/>
          </p:nvSpPr>
          <p:spPr>
            <a:xfrm>
              <a:off x="4308743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39C6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7" name="object 237"/>
            <p:cNvSpPr/>
            <p:nvPr/>
          </p:nvSpPr>
          <p:spPr>
            <a:xfrm>
              <a:off x="4285274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3BC6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8" name="object 238"/>
            <p:cNvSpPr/>
            <p:nvPr/>
          </p:nvSpPr>
          <p:spPr>
            <a:xfrm>
              <a:off x="4261804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3EC7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9" name="object 239"/>
            <p:cNvSpPr/>
            <p:nvPr/>
          </p:nvSpPr>
          <p:spPr>
            <a:xfrm>
              <a:off x="4238335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40C7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0" name="object 240"/>
            <p:cNvSpPr/>
            <p:nvPr/>
          </p:nvSpPr>
          <p:spPr>
            <a:xfrm>
              <a:off x="4214865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42C7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1" name="object 241"/>
            <p:cNvSpPr/>
            <p:nvPr/>
          </p:nvSpPr>
          <p:spPr>
            <a:xfrm>
              <a:off x="4191396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44C8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2" name="object 242"/>
            <p:cNvSpPr/>
            <p:nvPr/>
          </p:nvSpPr>
          <p:spPr>
            <a:xfrm>
              <a:off x="4167926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46C8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3" name="object 243"/>
            <p:cNvSpPr/>
            <p:nvPr/>
          </p:nvSpPr>
          <p:spPr>
            <a:xfrm>
              <a:off x="4144457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48C8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4" name="object 244"/>
            <p:cNvSpPr/>
            <p:nvPr/>
          </p:nvSpPr>
          <p:spPr>
            <a:xfrm>
              <a:off x="4121017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4AC8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5" name="object 245"/>
            <p:cNvSpPr/>
            <p:nvPr/>
          </p:nvSpPr>
          <p:spPr>
            <a:xfrm>
              <a:off x="4097548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4CC9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6" name="object 246"/>
            <p:cNvSpPr/>
            <p:nvPr/>
          </p:nvSpPr>
          <p:spPr>
            <a:xfrm>
              <a:off x="4074078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4EC9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7" name="object 247"/>
            <p:cNvSpPr/>
            <p:nvPr/>
          </p:nvSpPr>
          <p:spPr>
            <a:xfrm>
              <a:off x="4050608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50C9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8" name="object 248"/>
            <p:cNvSpPr/>
            <p:nvPr/>
          </p:nvSpPr>
          <p:spPr>
            <a:xfrm>
              <a:off x="4027139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51CA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9" name="object 249"/>
            <p:cNvSpPr/>
            <p:nvPr/>
          </p:nvSpPr>
          <p:spPr>
            <a:xfrm>
              <a:off x="4003669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53CA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0" name="object 250"/>
            <p:cNvSpPr/>
            <p:nvPr/>
          </p:nvSpPr>
          <p:spPr>
            <a:xfrm>
              <a:off x="3980200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55CA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1" name="object 251"/>
            <p:cNvSpPr/>
            <p:nvPr/>
          </p:nvSpPr>
          <p:spPr>
            <a:xfrm>
              <a:off x="3956730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56CB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2" name="object 252"/>
            <p:cNvSpPr/>
            <p:nvPr/>
          </p:nvSpPr>
          <p:spPr>
            <a:xfrm>
              <a:off x="3933291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58CB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3" name="object 253"/>
            <p:cNvSpPr/>
            <p:nvPr/>
          </p:nvSpPr>
          <p:spPr>
            <a:xfrm>
              <a:off x="3909822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59CB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4" name="object 254"/>
            <p:cNvSpPr/>
            <p:nvPr/>
          </p:nvSpPr>
          <p:spPr>
            <a:xfrm>
              <a:off x="3886352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5BCB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5" name="object 255"/>
            <p:cNvSpPr/>
            <p:nvPr/>
          </p:nvSpPr>
          <p:spPr>
            <a:xfrm>
              <a:off x="3862882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5DCC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6" name="object 256"/>
            <p:cNvSpPr/>
            <p:nvPr/>
          </p:nvSpPr>
          <p:spPr>
            <a:xfrm>
              <a:off x="3839413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5ECC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7" name="object 257"/>
            <p:cNvSpPr/>
            <p:nvPr/>
          </p:nvSpPr>
          <p:spPr>
            <a:xfrm>
              <a:off x="3815943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60CC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8" name="object 258"/>
            <p:cNvSpPr/>
            <p:nvPr/>
          </p:nvSpPr>
          <p:spPr>
            <a:xfrm>
              <a:off x="3792473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61CD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9" name="object 259"/>
            <p:cNvSpPr/>
            <p:nvPr/>
          </p:nvSpPr>
          <p:spPr>
            <a:xfrm>
              <a:off x="3769004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63CD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0" name="object 260"/>
            <p:cNvSpPr/>
            <p:nvPr/>
          </p:nvSpPr>
          <p:spPr>
            <a:xfrm>
              <a:off x="3745565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64CD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1" name="object 261"/>
            <p:cNvSpPr/>
            <p:nvPr/>
          </p:nvSpPr>
          <p:spPr>
            <a:xfrm>
              <a:off x="3722095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66CE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2" name="object 262"/>
            <p:cNvSpPr/>
            <p:nvPr/>
          </p:nvSpPr>
          <p:spPr>
            <a:xfrm>
              <a:off x="3698625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67CE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3" name="object 263"/>
            <p:cNvSpPr/>
            <p:nvPr/>
          </p:nvSpPr>
          <p:spPr>
            <a:xfrm>
              <a:off x="3675156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68CE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4" name="object 264"/>
            <p:cNvSpPr/>
            <p:nvPr/>
          </p:nvSpPr>
          <p:spPr>
            <a:xfrm>
              <a:off x="3651686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6ACF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5" name="object 265"/>
            <p:cNvSpPr/>
            <p:nvPr/>
          </p:nvSpPr>
          <p:spPr>
            <a:xfrm>
              <a:off x="3628217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6BCF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6" name="object 266"/>
            <p:cNvSpPr/>
            <p:nvPr/>
          </p:nvSpPr>
          <p:spPr>
            <a:xfrm>
              <a:off x="3604747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6DCF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7" name="object 267"/>
            <p:cNvSpPr/>
            <p:nvPr/>
          </p:nvSpPr>
          <p:spPr>
            <a:xfrm>
              <a:off x="3581277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6ED0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8" name="object 268"/>
            <p:cNvSpPr/>
            <p:nvPr/>
          </p:nvSpPr>
          <p:spPr>
            <a:xfrm>
              <a:off x="3557808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6FD0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9" name="object 269"/>
            <p:cNvSpPr/>
            <p:nvPr/>
          </p:nvSpPr>
          <p:spPr>
            <a:xfrm>
              <a:off x="3534338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71D0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0" name="object 270"/>
            <p:cNvSpPr/>
            <p:nvPr/>
          </p:nvSpPr>
          <p:spPr>
            <a:xfrm>
              <a:off x="3510869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72D0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1" name="object 271"/>
            <p:cNvSpPr/>
            <p:nvPr/>
          </p:nvSpPr>
          <p:spPr>
            <a:xfrm>
              <a:off x="3487430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73D1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2" name="object 272"/>
            <p:cNvSpPr/>
            <p:nvPr/>
          </p:nvSpPr>
          <p:spPr>
            <a:xfrm>
              <a:off x="3463960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74D1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3" name="object 273"/>
            <p:cNvSpPr/>
            <p:nvPr/>
          </p:nvSpPr>
          <p:spPr>
            <a:xfrm>
              <a:off x="3440490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76D1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4" name="object 274"/>
            <p:cNvSpPr/>
            <p:nvPr/>
          </p:nvSpPr>
          <p:spPr>
            <a:xfrm>
              <a:off x="3417021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77D2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5" name="object 275"/>
            <p:cNvSpPr/>
            <p:nvPr/>
          </p:nvSpPr>
          <p:spPr>
            <a:xfrm>
              <a:off x="3393551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79D2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6" name="object 276"/>
            <p:cNvSpPr/>
            <p:nvPr/>
          </p:nvSpPr>
          <p:spPr>
            <a:xfrm>
              <a:off x="3370082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7AD2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7" name="object 277"/>
            <p:cNvSpPr/>
            <p:nvPr/>
          </p:nvSpPr>
          <p:spPr>
            <a:xfrm>
              <a:off x="3346612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7BD3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8" name="object 278"/>
            <p:cNvSpPr/>
            <p:nvPr/>
          </p:nvSpPr>
          <p:spPr>
            <a:xfrm>
              <a:off x="3323142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7CD3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9" name="object 279"/>
            <p:cNvSpPr/>
            <p:nvPr/>
          </p:nvSpPr>
          <p:spPr>
            <a:xfrm>
              <a:off x="3299673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7ED3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0" name="object 280"/>
            <p:cNvSpPr/>
            <p:nvPr/>
          </p:nvSpPr>
          <p:spPr>
            <a:xfrm>
              <a:off x="3276234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7FD4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1" name="object 281"/>
            <p:cNvSpPr/>
            <p:nvPr/>
          </p:nvSpPr>
          <p:spPr>
            <a:xfrm>
              <a:off x="3252764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80D4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2" name="object 282"/>
            <p:cNvSpPr/>
            <p:nvPr/>
          </p:nvSpPr>
          <p:spPr>
            <a:xfrm>
              <a:off x="3229294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82D4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3" name="object 283"/>
            <p:cNvSpPr/>
            <p:nvPr/>
          </p:nvSpPr>
          <p:spPr>
            <a:xfrm>
              <a:off x="3205825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83D5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4" name="object 284"/>
            <p:cNvSpPr/>
            <p:nvPr/>
          </p:nvSpPr>
          <p:spPr>
            <a:xfrm>
              <a:off x="3182355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84D5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5" name="object 285"/>
            <p:cNvSpPr/>
            <p:nvPr/>
          </p:nvSpPr>
          <p:spPr>
            <a:xfrm>
              <a:off x="3158886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85D5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6" name="object 286"/>
            <p:cNvSpPr/>
            <p:nvPr/>
          </p:nvSpPr>
          <p:spPr>
            <a:xfrm>
              <a:off x="3135416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86D6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7" name="object 287"/>
            <p:cNvSpPr/>
            <p:nvPr/>
          </p:nvSpPr>
          <p:spPr>
            <a:xfrm>
              <a:off x="3111947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87D6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8" name="object 288"/>
            <p:cNvSpPr/>
            <p:nvPr/>
          </p:nvSpPr>
          <p:spPr>
            <a:xfrm>
              <a:off x="3088507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89D6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9" name="object 289"/>
            <p:cNvSpPr/>
            <p:nvPr/>
          </p:nvSpPr>
          <p:spPr>
            <a:xfrm>
              <a:off x="3065038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8AD7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0" name="object 290"/>
            <p:cNvSpPr/>
            <p:nvPr/>
          </p:nvSpPr>
          <p:spPr>
            <a:xfrm>
              <a:off x="3041568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8BD7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1" name="object 291"/>
            <p:cNvSpPr/>
            <p:nvPr/>
          </p:nvSpPr>
          <p:spPr>
            <a:xfrm>
              <a:off x="3018099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8CD7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2" name="object 292"/>
            <p:cNvSpPr/>
            <p:nvPr/>
          </p:nvSpPr>
          <p:spPr>
            <a:xfrm>
              <a:off x="2994629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8ED8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3" name="object 293"/>
            <p:cNvSpPr/>
            <p:nvPr/>
          </p:nvSpPr>
          <p:spPr>
            <a:xfrm>
              <a:off x="2971159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8FD8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4" name="object 294"/>
            <p:cNvSpPr/>
            <p:nvPr/>
          </p:nvSpPr>
          <p:spPr>
            <a:xfrm>
              <a:off x="2947690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90D8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5" name="object 295"/>
            <p:cNvSpPr/>
            <p:nvPr/>
          </p:nvSpPr>
          <p:spPr>
            <a:xfrm>
              <a:off x="2924220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91D9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6" name="object 296"/>
            <p:cNvSpPr/>
            <p:nvPr/>
          </p:nvSpPr>
          <p:spPr>
            <a:xfrm>
              <a:off x="2900781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92D9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7" name="object 297"/>
            <p:cNvSpPr/>
            <p:nvPr/>
          </p:nvSpPr>
          <p:spPr>
            <a:xfrm>
              <a:off x="2877311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94D9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8" name="object 298"/>
            <p:cNvSpPr/>
            <p:nvPr/>
          </p:nvSpPr>
          <p:spPr>
            <a:xfrm>
              <a:off x="2853842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95DA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9" name="object 299"/>
            <p:cNvSpPr/>
            <p:nvPr/>
          </p:nvSpPr>
          <p:spPr>
            <a:xfrm>
              <a:off x="2830372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96DA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0" name="object 300"/>
            <p:cNvSpPr/>
            <p:nvPr/>
          </p:nvSpPr>
          <p:spPr>
            <a:xfrm>
              <a:off x="2806903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97DA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1" name="object 301"/>
            <p:cNvSpPr/>
            <p:nvPr/>
          </p:nvSpPr>
          <p:spPr>
            <a:xfrm>
              <a:off x="2783433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98DB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2" name="object 302"/>
            <p:cNvSpPr/>
            <p:nvPr/>
          </p:nvSpPr>
          <p:spPr>
            <a:xfrm>
              <a:off x="2759963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99DB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3" name="object 303"/>
            <p:cNvSpPr/>
            <p:nvPr/>
          </p:nvSpPr>
          <p:spPr>
            <a:xfrm>
              <a:off x="2736494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9ADC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4" name="object 304"/>
            <p:cNvSpPr/>
            <p:nvPr/>
          </p:nvSpPr>
          <p:spPr>
            <a:xfrm>
              <a:off x="2713055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9CDC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5" name="object 305"/>
            <p:cNvSpPr/>
            <p:nvPr/>
          </p:nvSpPr>
          <p:spPr>
            <a:xfrm>
              <a:off x="2689573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9DDC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6" name="object 306"/>
            <p:cNvSpPr/>
            <p:nvPr/>
          </p:nvSpPr>
          <p:spPr>
            <a:xfrm>
              <a:off x="2666106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9EDD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7" name="object 307"/>
            <p:cNvSpPr/>
            <p:nvPr/>
          </p:nvSpPr>
          <p:spPr>
            <a:xfrm>
              <a:off x="2642640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9FDD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8" name="object 308"/>
            <p:cNvSpPr/>
            <p:nvPr/>
          </p:nvSpPr>
          <p:spPr>
            <a:xfrm>
              <a:off x="2619173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A0DD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9" name="object 309"/>
            <p:cNvSpPr/>
            <p:nvPr/>
          </p:nvSpPr>
          <p:spPr>
            <a:xfrm>
              <a:off x="2595704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A2DE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0" name="object 310"/>
            <p:cNvSpPr/>
            <p:nvPr/>
          </p:nvSpPr>
          <p:spPr>
            <a:xfrm>
              <a:off x="2572237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A3DE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1" name="object 311"/>
            <p:cNvSpPr/>
            <p:nvPr/>
          </p:nvSpPr>
          <p:spPr>
            <a:xfrm>
              <a:off x="2548771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A4DE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2" name="object 312"/>
            <p:cNvSpPr/>
            <p:nvPr/>
          </p:nvSpPr>
          <p:spPr>
            <a:xfrm>
              <a:off x="2525304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A5DF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3" name="object 313"/>
            <p:cNvSpPr/>
            <p:nvPr/>
          </p:nvSpPr>
          <p:spPr>
            <a:xfrm>
              <a:off x="2501837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A6DF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4" name="object 314"/>
            <p:cNvSpPr/>
            <p:nvPr/>
          </p:nvSpPr>
          <p:spPr>
            <a:xfrm>
              <a:off x="2478380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A7DF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5" name="object 315"/>
            <p:cNvSpPr/>
            <p:nvPr/>
          </p:nvSpPr>
          <p:spPr>
            <a:xfrm>
              <a:off x="2454914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A8E0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6" name="object 316"/>
            <p:cNvSpPr/>
            <p:nvPr/>
          </p:nvSpPr>
          <p:spPr>
            <a:xfrm>
              <a:off x="2431447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A9E0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7" name="object 317"/>
            <p:cNvSpPr/>
            <p:nvPr/>
          </p:nvSpPr>
          <p:spPr>
            <a:xfrm>
              <a:off x="2407980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AAE1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8" name="object 318"/>
            <p:cNvSpPr/>
            <p:nvPr/>
          </p:nvSpPr>
          <p:spPr>
            <a:xfrm>
              <a:off x="2384511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ACE1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9" name="object 319"/>
            <p:cNvSpPr/>
            <p:nvPr/>
          </p:nvSpPr>
          <p:spPr>
            <a:xfrm>
              <a:off x="2361044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ADE1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0" name="object 320"/>
            <p:cNvSpPr/>
            <p:nvPr/>
          </p:nvSpPr>
          <p:spPr>
            <a:xfrm>
              <a:off x="2337578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AEE2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1" name="object 321"/>
            <p:cNvSpPr/>
            <p:nvPr/>
          </p:nvSpPr>
          <p:spPr>
            <a:xfrm>
              <a:off x="2314111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AFE2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2" name="object 322"/>
            <p:cNvSpPr/>
            <p:nvPr/>
          </p:nvSpPr>
          <p:spPr>
            <a:xfrm>
              <a:off x="2290642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B0E2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3" name="object 323"/>
            <p:cNvSpPr/>
            <p:nvPr/>
          </p:nvSpPr>
          <p:spPr>
            <a:xfrm>
              <a:off x="2267175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B1E3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4" name="object 324"/>
            <p:cNvSpPr/>
            <p:nvPr/>
          </p:nvSpPr>
          <p:spPr>
            <a:xfrm>
              <a:off x="2243721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B2E3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5" name="object 325"/>
            <p:cNvSpPr/>
            <p:nvPr/>
          </p:nvSpPr>
          <p:spPr>
            <a:xfrm>
              <a:off x="2220254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B3E3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6" name="object 326"/>
            <p:cNvSpPr/>
            <p:nvPr/>
          </p:nvSpPr>
          <p:spPr>
            <a:xfrm>
              <a:off x="2196784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B4E4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7" name="object 327"/>
            <p:cNvSpPr/>
            <p:nvPr/>
          </p:nvSpPr>
          <p:spPr>
            <a:xfrm>
              <a:off x="2173318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B5E4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8" name="object 328"/>
            <p:cNvSpPr/>
            <p:nvPr/>
          </p:nvSpPr>
          <p:spPr>
            <a:xfrm>
              <a:off x="2149851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B6E5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9" name="object 329"/>
            <p:cNvSpPr/>
            <p:nvPr/>
          </p:nvSpPr>
          <p:spPr>
            <a:xfrm>
              <a:off x="2126385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B8E5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0" name="object 330"/>
            <p:cNvSpPr/>
            <p:nvPr/>
          </p:nvSpPr>
          <p:spPr>
            <a:xfrm>
              <a:off x="2102918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B9E5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1" name="object 331"/>
            <p:cNvSpPr/>
            <p:nvPr/>
          </p:nvSpPr>
          <p:spPr>
            <a:xfrm>
              <a:off x="2079449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BAE6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2" name="object 332"/>
            <p:cNvSpPr/>
            <p:nvPr/>
          </p:nvSpPr>
          <p:spPr>
            <a:xfrm>
              <a:off x="2055982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BBE6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3" name="object 333"/>
            <p:cNvSpPr/>
            <p:nvPr/>
          </p:nvSpPr>
          <p:spPr>
            <a:xfrm>
              <a:off x="2032516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BCE6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4" name="object 334"/>
            <p:cNvSpPr/>
            <p:nvPr/>
          </p:nvSpPr>
          <p:spPr>
            <a:xfrm>
              <a:off x="2009049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BDE7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5" name="object 335"/>
            <p:cNvSpPr/>
            <p:nvPr/>
          </p:nvSpPr>
          <p:spPr>
            <a:xfrm>
              <a:off x="1985592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BEE7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6" name="object 336"/>
            <p:cNvSpPr/>
            <p:nvPr/>
          </p:nvSpPr>
          <p:spPr>
            <a:xfrm>
              <a:off x="1962125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BFE7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7" name="object 337"/>
            <p:cNvSpPr/>
            <p:nvPr/>
          </p:nvSpPr>
          <p:spPr>
            <a:xfrm>
              <a:off x="1938658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C0E8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8" name="object 338"/>
            <p:cNvSpPr/>
            <p:nvPr/>
          </p:nvSpPr>
          <p:spPr>
            <a:xfrm>
              <a:off x="1915192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C1E8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9" name="object 339"/>
            <p:cNvSpPr/>
            <p:nvPr/>
          </p:nvSpPr>
          <p:spPr>
            <a:xfrm>
              <a:off x="1891725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C2E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0" name="object 340"/>
            <p:cNvSpPr/>
            <p:nvPr/>
          </p:nvSpPr>
          <p:spPr>
            <a:xfrm>
              <a:off x="1868256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C3E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1" name="object 341"/>
            <p:cNvSpPr/>
            <p:nvPr/>
          </p:nvSpPr>
          <p:spPr>
            <a:xfrm>
              <a:off x="1844789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C4E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2" name="object 342"/>
            <p:cNvSpPr/>
            <p:nvPr/>
          </p:nvSpPr>
          <p:spPr>
            <a:xfrm>
              <a:off x="1821323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C6EA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3" name="object 343"/>
            <p:cNvSpPr/>
            <p:nvPr/>
          </p:nvSpPr>
          <p:spPr>
            <a:xfrm>
              <a:off x="1797856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C7EA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4" name="object 344"/>
            <p:cNvSpPr/>
            <p:nvPr/>
          </p:nvSpPr>
          <p:spPr>
            <a:xfrm>
              <a:off x="1774387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C8EA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5" name="object 345"/>
            <p:cNvSpPr/>
            <p:nvPr/>
          </p:nvSpPr>
          <p:spPr>
            <a:xfrm>
              <a:off x="1750920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C9EB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6" name="object 346"/>
            <p:cNvSpPr/>
            <p:nvPr/>
          </p:nvSpPr>
          <p:spPr>
            <a:xfrm>
              <a:off x="1727466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CAEB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7" name="object 347"/>
            <p:cNvSpPr/>
            <p:nvPr/>
          </p:nvSpPr>
          <p:spPr>
            <a:xfrm>
              <a:off x="1703999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CBEC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8" name="object 348"/>
            <p:cNvSpPr/>
            <p:nvPr/>
          </p:nvSpPr>
          <p:spPr>
            <a:xfrm>
              <a:off x="1680529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CCEC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9" name="object 349"/>
            <p:cNvSpPr/>
            <p:nvPr/>
          </p:nvSpPr>
          <p:spPr>
            <a:xfrm>
              <a:off x="1657063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CDEC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0" name="object 350"/>
            <p:cNvSpPr/>
            <p:nvPr/>
          </p:nvSpPr>
          <p:spPr>
            <a:xfrm>
              <a:off x="1633596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CEED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1" name="object 351"/>
            <p:cNvSpPr/>
            <p:nvPr/>
          </p:nvSpPr>
          <p:spPr>
            <a:xfrm>
              <a:off x="1610130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CFED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2" name="object 352"/>
            <p:cNvSpPr/>
            <p:nvPr/>
          </p:nvSpPr>
          <p:spPr>
            <a:xfrm>
              <a:off x="1586663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D0ED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3" name="object 353"/>
            <p:cNvSpPr/>
            <p:nvPr/>
          </p:nvSpPr>
          <p:spPr>
            <a:xfrm>
              <a:off x="1563194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D1EE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4" name="object 354"/>
            <p:cNvSpPr/>
            <p:nvPr/>
          </p:nvSpPr>
          <p:spPr>
            <a:xfrm>
              <a:off x="1539727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D2EE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5" name="object 355"/>
            <p:cNvSpPr/>
            <p:nvPr/>
          </p:nvSpPr>
          <p:spPr>
            <a:xfrm>
              <a:off x="1516261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D3EF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6" name="object 356"/>
            <p:cNvSpPr/>
            <p:nvPr/>
          </p:nvSpPr>
          <p:spPr>
            <a:xfrm>
              <a:off x="1492806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D4EF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7" name="object 357"/>
            <p:cNvSpPr/>
            <p:nvPr/>
          </p:nvSpPr>
          <p:spPr>
            <a:xfrm>
              <a:off x="1469337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D5EF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8" name="object 358"/>
            <p:cNvSpPr/>
            <p:nvPr/>
          </p:nvSpPr>
          <p:spPr>
            <a:xfrm>
              <a:off x="1445870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D6F0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9" name="object 359"/>
            <p:cNvSpPr/>
            <p:nvPr/>
          </p:nvSpPr>
          <p:spPr>
            <a:xfrm>
              <a:off x="1422404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D8F0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0" name="object 360"/>
            <p:cNvSpPr/>
            <p:nvPr/>
          </p:nvSpPr>
          <p:spPr>
            <a:xfrm>
              <a:off x="1398937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D9F1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1" name="object 361"/>
            <p:cNvSpPr/>
            <p:nvPr/>
          </p:nvSpPr>
          <p:spPr>
            <a:xfrm>
              <a:off x="1375470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DAF1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2" name="object 362"/>
            <p:cNvSpPr/>
            <p:nvPr/>
          </p:nvSpPr>
          <p:spPr>
            <a:xfrm>
              <a:off x="1352001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DBF1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3" name="object 363"/>
            <p:cNvSpPr/>
            <p:nvPr/>
          </p:nvSpPr>
          <p:spPr>
            <a:xfrm>
              <a:off x="1328534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DBF2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4" name="object 364"/>
            <p:cNvSpPr/>
            <p:nvPr/>
          </p:nvSpPr>
          <p:spPr>
            <a:xfrm>
              <a:off x="1305068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DDF2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5" name="object 365"/>
            <p:cNvSpPr/>
            <p:nvPr/>
          </p:nvSpPr>
          <p:spPr>
            <a:xfrm>
              <a:off x="1281601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DEF2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6" name="object 366"/>
            <p:cNvSpPr/>
            <p:nvPr/>
          </p:nvSpPr>
          <p:spPr>
            <a:xfrm>
              <a:off x="1258132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DFF3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7" name="object 367"/>
            <p:cNvSpPr/>
            <p:nvPr/>
          </p:nvSpPr>
          <p:spPr>
            <a:xfrm>
              <a:off x="1234677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E0F3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8" name="object 368"/>
            <p:cNvSpPr/>
            <p:nvPr/>
          </p:nvSpPr>
          <p:spPr>
            <a:xfrm>
              <a:off x="1211211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E1F4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9" name="object 369"/>
            <p:cNvSpPr/>
            <p:nvPr/>
          </p:nvSpPr>
          <p:spPr>
            <a:xfrm>
              <a:off x="1187744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E2F4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0" name="object 370"/>
            <p:cNvSpPr/>
            <p:nvPr/>
          </p:nvSpPr>
          <p:spPr>
            <a:xfrm>
              <a:off x="1164275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E3F4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1" name="object 371"/>
            <p:cNvSpPr/>
            <p:nvPr/>
          </p:nvSpPr>
          <p:spPr>
            <a:xfrm>
              <a:off x="1140808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E4F5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2" name="object 372"/>
            <p:cNvSpPr/>
            <p:nvPr/>
          </p:nvSpPr>
          <p:spPr>
            <a:xfrm>
              <a:off x="1117341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E5F5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3" name="object 373"/>
            <p:cNvSpPr/>
            <p:nvPr/>
          </p:nvSpPr>
          <p:spPr>
            <a:xfrm>
              <a:off x="1093875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E6F6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4" name="object 374"/>
            <p:cNvSpPr/>
            <p:nvPr/>
          </p:nvSpPr>
          <p:spPr>
            <a:xfrm>
              <a:off x="1070408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E7F6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5" name="object 375"/>
            <p:cNvSpPr/>
            <p:nvPr/>
          </p:nvSpPr>
          <p:spPr>
            <a:xfrm>
              <a:off x="1046939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E8F6F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6" name="object 376"/>
            <p:cNvSpPr/>
            <p:nvPr/>
          </p:nvSpPr>
          <p:spPr>
            <a:xfrm>
              <a:off x="1023472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E9F7F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7" name="object 377"/>
            <p:cNvSpPr/>
            <p:nvPr/>
          </p:nvSpPr>
          <p:spPr>
            <a:xfrm>
              <a:off x="1000006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EAF7F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8" name="object 378"/>
            <p:cNvSpPr/>
            <p:nvPr/>
          </p:nvSpPr>
          <p:spPr>
            <a:xfrm>
              <a:off x="976551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EBF7F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9" name="object 379"/>
            <p:cNvSpPr/>
            <p:nvPr/>
          </p:nvSpPr>
          <p:spPr>
            <a:xfrm>
              <a:off x="953082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ECF8F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0" name="object 380"/>
            <p:cNvSpPr/>
            <p:nvPr/>
          </p:nvSpPr>
          <p:spPr>
            <a:xfrm>
              <a:off x="929615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EDF8F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1" name="object 381"/>
            <p:cNvSpPr/>
            <p:nvPr/>
          </p:nvSpPr>
          <p:spPr>
            <a:xfrm>
              <a:off x="906149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EEF9F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2" name="object 382"/>
            <p:cNvSpPr/>
            <p:nvPr/>
          </p:nvSpPr>
          <p:spPr>
            <a:xfrm>
              <a:off x="882682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EFF9F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3" name="object 383"/>
            <p:cNvSpPr/>
            <p:nvPr/>
          </p:nvSpPr>
          <p:spPr>
            <a:xfrm>
              <a:off x="859215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F0F9F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4" name="object 384"/>
            <p:cNvSpPr/>
            <p:nvPr/>
          </p:nvSpPr>
          <p:spPr>
            <a:xfrm>
              <a:off x="835746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F2FAF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5" name="object 385"/>
            <p:cNvSpPr/>
            <p:nvPr/>
          </p:nvSpPr>
          <p:spPr>
            <a:xfrm>
              <a:off x="812279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4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F3FAF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6" name="object 386"/>
            <p:cNvSpPr/>
            <p:nvPr/>
          </p:nvSpPr>
          <p:spPr>
            <a:xfrm>
              <a:off x="788813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F4FBF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7" name="object 387"/>
            <p:cNvSpPr/>
            <p:nvPr/>
          </p:nvSpPr>
          <p:spPr>
            <a:xfrm>
              <a:off x="765346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F5FBF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8" name="object 388"/>
            <p:cNvSpPr/>
            <p:nvPr/>
          </p:nvSpPr>
          <p:spPr>
            <a:xfrm>
              <a:off x="741889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54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54" y="217002"/>
                  </a:lnTo>
                  <a:lnTo>
                    <a:pt x="23454" y="0"/>
                  </a:lnTo>
                  <a:close/>
                </a:path>
              </a:pathLst>
            </a:custGeom>
            <a:solidFill>
              <a:srgbClr val="F6FBF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9" name="object 389"/>
            <p:cNvSpPr/>
            <p:nvPr/>
          </p:nvSpPr>
          <p:spPr>
            <a:xfrm>
              <a:off x="718422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F7FCF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0" name="object 390"/>
            <p:cNvSpPr/>
            <p:nvPr/>
          </p:nvSpPr>
          <p:spPr>
            <a:xfrm>
              <a:off x="694956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F8F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1" name="object 391"/>
            <p:cNvSpPr/>
            <p:nvPr/>
          </p:nvSpPr>
          <p:spPr>
            <a:xfrm>
              <a:off x="671489" y="2650403"/>
              <a:ext cx="23495" cy="217170"/>
            </a:xfrm>
            <a:custGeom>
              <a:avLst/>
              <a:gdLst/>
              <a:ahLst/>
              <a:cxnLst/>
              <a:rect l="l" t="t" r="r" b="b"/>
              <a:pathLst>
                <a:path w="23495" h="217169">
                  <a:moveTo>
                    <a:pt x="23466" y="0"/>
                  </a:moveTo>
                  <a:lnTo>
                    <a:pt x="0" y="0"/>
                  </a:lnTo>
                  <a:lnTo>
                    <a:pt x="0" y="217002"/>
                  </a:lnTo>
                  <a:lnTo>
                    <a:pt x="23466" y="217002"/>
                  </a:lnTo>
                  <a:lnTo>
                    <a:pt x="23466" y="0"/>
                  </a:lnTo>
                  <a:close/>
                </a:path>
              </a:pathLst>
            </a:custGeom>
            <a:solidFill>
              <a:srgbClr val="FAFD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2" name="object 392"/>
          <p:cNvSpPr txBox="1"/>
          <p:nvPr/>
        </p:nvSpPr>
        <p:spPr>
          <a:xfrm>
            <a:off x="595883" y="3340608"/>
            <a:ext cx="2102485" cy="5561965"/>
          </a:xfrm>
          <a:prstGeom prst="rect">
            <a:avLst/>
          </a:prstGeom>
          <a:solidFill>
            <a:srgbClr val="C7EAFB"/>
          </a:solidFill>
          <a:ln w="12191">
            <a:solidFill>
              <a:srgbClr val="231F2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85"/>
              </a:spcBef>
            </a:pPr>
            <a:endParaRPr sz="900">
              <a:latin typeface="Times New Roman"/>
              <a:cs typeface="Times New Roman"/>
            </a:endParaRPr>
          </a:p>
          <a:p>
            <a:pPr lvl="1" marL="373380" indent="-321945">
              <a:lnSpc>
                <a:spcPct val="100000"/>
              </a:lnSpc>
              <a:buSzPct val="111111"/>
              <a:buFont typeface="Bookman Old Style"/>
              <a:buAutoNum type="arabicPeriod"/>
              <a:tabLst>
                <a:tab pos="373380" algn="l"/>
              </a:tabLst>
            </a:pPr>
            <a:r>
              <a:rPr dirty="0" sz="900" spc="-10">
                <a:solidFill>
                  <a:srgbClr val="00AEEF"/>
                </a:solidFill>
                <a:latin typeface="Bookman Old Style"/>
                <a:cs typeface="Bookman Old Style"/>
              </a:rPr>
              <a:t>Introduction</a:t>
            </a:r>
            <a:endParaRPr sz="900">
              <a:latin typeface="Bookman Old Style"/>
              <a:cs typeface="Bookman Old Style"/>
            </a:endParaRPr>
          </a:p>
          <a:p>
            <a:pPr lvl="1" marL="373380" marR="185420" indent="-321945">
              <a:lnSpc>
                <a:spcPct val="102299"/>
              </a:lnSpc>
              <a:spcBef>
                <a:spcPts val="114"/>
              </a:spcBef>
              <a:buSzPct val="111111"/>
              <a:buFont typeface="Bookman Old Style"/>
              <a:buAutoNum type="arabicPeriod"/>
              <a:tabLst>
                <a:tab pos="374650" algn="l"/>
              </a:tabLst>
            </a:pP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Instantaneous</a:t>
            </a:r>
            <a:r>
              <a:rPr dirty="0" sz="900" spc="13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velocity</a:t>
            </a:r>
            <a:r>
              <a:rPr dirty="0" sz="900" spc="14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 spc="-25">
                <a:solidFill>
                  <a:srgbClr val="00AEEF"/>
                </a:solidFill>
                <a:latin typeface="Bookman Old Style"/>
                <a:cs typeface="Bookman Old Style"/>
              </a:rPr>
              <a:t>and</a:t>
            </a:r>
            <a:r>
              <a:rPr dirty="0" sz="900" spc="-1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00AEEF"/>
                </a:solidFill>
                <a:latin typeface="Times New Roman"/>
                <a:cs typeface="Times New Roman"/>
              </a:rPr>
              <a:t>	</a:t>
            </a:r>
            <a:r>
              <a:rPr dirty="0" sz="900" spc="-10">
                <a:solidFill>
                  <a:srgbClr val="00AEEF"/>
                </a:solidFill>
                <a:latin typeface="Bookman Old Style"/>
                <a:cs typeface="Bookman Old Style"/>
              </a:rPr>
              <a:t>speed</a:t>
            </a:r>
            <a:endParaRPr sz="900">
              <a:latin typeface="Bookman Old Style"/>
              <a:cs typeface="Bookman Old Style"/>
            </a:endParaRPr>
          </a:p>
          <a:p>
            <a:pPr lvl="1" marL="373380" indent="-321945">
              <a:lnSpc>
                <a:spcPct val="100000"/>
              </a:lnSpc>
              <a:spcBef>
                <a:spcPts val="120"/>
              </a:spcBef>
              <a:buSzPct val="111111"/>
              <a:buFont typeface="Bookman Old Style"/>
              <a:buAutoNum type="arabicPeriod"/>
              <a:tabLst>
                <a:tab pos="373380" algn="l"/>
              </a:tabLst>
            </a:pPr>
            <a:r>
              <a:rPr dirty="0" sz="900" spc="-10">
                <a:solidFill>
                  <a:srgbClr val="00AEEF"/>
                </a:solidFill>
                <a:latin typeface="Bookman Old Style"/>
                <a:cs typeface="Bookman Old Style"/>
              </a:rPr>
              <a:t>Acceleration</a:t>
            </a:r>
            <a:endParaRPr sz="900">
              <a:latin typeface="Bookman Old Style"/>
              <a:cs typeface="Bookman Old Style"/>
            </a:endParaRPr>
          </a:p>
          <a:p>
            <a:pPr lvl="1" marL="373380" marR="50800" indent="-321945">
              <a:lnSpc>
                <a:spcPct val="102299"/>
              </a:lnSpc>
              <a:spcBef>
                <a:spcPts val="114"/>
              </a:spcBef>
              <a:buSzPct val="111111"/>
              <a:buFont typeface="Bookman Old Style"/>
              <a:buAutoNum type="arabicPeriod"/>
              <a:tabLst>
                <a:tab pos="374650" algn="l"/>
              </a:tabLst>
            </a:pP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Kinematic</a:t>
            </a:r>
            <a:r>
              <a:rPr dirty="0" sz="900" spc="16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equations</a:t>
            </a:r>
            <a:r>
              <a:rPr dirty="0" sz="900" spc="16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 spc="-25">
                <a:solidFill>
                  <a:srgbClr val="00AEEF"/>
                </a:solidFill>
                <a:latin typeface="Bookman Old Style"/>
                <a:cs typeface="Bookman Old Style"/>
              </a:rPr>
              <a:t>for</a:t>
            </a:r>
            <a:r>
              <a:rPr dirty="0" sz="90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Times New Roman"/>
                <a:cs typeface="Times New Roman"/>
              </a:rPr>
              <a:t>	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uniformly</a:t>
            </a:r>
            <a:r>
              <a:rPr dirty="0" sz="900" spc="13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accelerated</a:t>
            </a:r>
            <a:r>
              <a:rPr dirty="0" sz="900" spc="13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00AEEF"/>
                </a:solidFill>
                <a:latin typeface="Bookman Old Style"/>
                <a:cs typeface="Bookman Old Style"/>
              </a:rPr>
              <a:t>motion</a:t>
            </a:r>
            <a:endParaRPr sz="900">
              <a:latin typeface="Bookman Old Style"/>
              <a:cs typeface="Bookman Old Style"/>
            </a:endParaRPr>
          </a:p>
          <a:p>
            <a:pPr lvl="1" marL="373380" indent="-321945">
              <a:lnSpc>
                <a:spcPct val="100000"/>
              </a:lnSpc>
              <a:spcBef>
                <a:spcPts val="260"/>
              </a:spcBef>
              <a:buSzPct val="111111"/>
              <a:buFont typeface="Bookman Old Style"/>
              <a:buAutoNum type="arabicPeriod"/>
              <a:tabLst>
                <a:tab pos="373380" algn="l"/>
              </a:tabLst>
            </a:pP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Relative</a:t>
            </a:r>
            <a:r>
              <a:rPr dirty="0" sz="900" spc="24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00AEEF"/>
                </a:solidFill>
                <a:latin typeface="Bookman Old Style"/>
                <a:cs typeface="Bookman Old Style"/>
              </a:rPr>
              <a:t>velocity</a:t>
            </a:r>
            <a:endParaRPr sz="900">
              <a:latin typeface="Bookman Old Style"/>
              <a:cs typeface="Bookman Old Style"/>
            </a:endParaRPr>
          </a:p>
          <a:p>
            <a:pPr marL="374650">
              <a:lnSpc>
                <a:spcPct val="100000"/>
              </a:lnSpc>
              <a:spcBef>
                <a:spcPts val="675"/>
              </a:spcBef>
            </a:pPr>
            <a:r>
              <a:rPr dirty="0" sz="900" spc="-10">
                <a:solidFill>
                  <a:srgbClr val="00AEEF"/>
                </a:solidFill>
                <a:latin typeface="Bookman Old Style"/>
                <a:cs typeface="Bookman Old Style"/>
              </a:rPr>
              <a:t>Summary</a:t>
            </a:r>
            <a:endParaRPr sz="900">
              <a:latin typeface="Bookman Old Style"/>
              <a:cs typeface="Bookman Old Style"/>
            </a:endParaRPr>
          </a:p>
          <a:p>
            <a:pPr marL="374650" marR="785495">
              <a:lnSpc>
                <a:spcPct val="113300"/>
              </a:lnSpc>
            </a:pP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Points</a:t>
            </a:r>
            <a:r>
              <a:rPr dirty="0" sz="900" spc="7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to</a:t>
            </a:r>
            <a:r>
              <a:rPr dirty="0" sz="900" spc="7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00AEEF"/>
                </a:solidFill>
                <a:latin typeface="Bookman Old Style"/>
                <a:cs typeface="Bookman Old Style"/>
              </a:rPr>
              <a:t>ponder</a:t>
            </a:r>
            <a:r>
              <a:rPr dirty="0" sz="900" spc="-1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00AEEF"/>
                </a:solidFill>
                <a:latin typeface="Bookman Old Style"/>
                <a:cs typeface="Bookman Old Style"/>
              </a:rPr>
              <a:t>Exercises</a:t>
            </a:r>
            <a:endParaRPr sz="900">
              <a:latin typeface="Bookman Old Style"/>
              <a:cs typeface="Bookman Old Style"/>
            </a:endParaRPr>
          </a:p>
        </p:txBody>
      </p:sp>
      <p:sp>
        <p:nvSpPr>
          <p:cNvPr id="393" name="object 393"/>
          <p:cNvSpPr txBox="1"/>
          <p:nvPr/>
        </p:nvSpPr>
        <p:spPr>
          <a:xfrm>
            <a:off x="2927095" y="3243579"/>
            <a:ext cx="3691254" cy="4835525"/>
          </a:xfrm>
          <a:prstGeom prst="rect">
            <a:avLst/>
          </a:prstGeom>
        </p:spPr>
        <p:txBody>
          <a:bodyPr wrap="square" lIns="0" tIns="704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dirty="0" sz="1000" b="1">
                <a:solidFill>
                  <a:srgbClr val="231F20"/>
                </a:solidFill>
                <a:latin typeface="Bookman Old Style"/>
                <a:cs typeface="Bookman Old Style"/>
              </a:rPr>
              <a:t>2.1</a:t>
            </a:r>
            <a:r>
              <a:rPr dirty="0" sz="1000" spc="1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 b="1">
                <a:solidFill>
                  <a:srgbClr val="00AEEF"/>
                </a:solidFill>
                <a:latin typeface="Bookman Old Style"/>
                <a:cs typeface="Bookman Old Style"/>
              </a:rPr>
              <a:t>INTRODUCTION</a:t>
            </a:r>
            <a:endParaRPr sz="1000">
              <a:latin typeface="Bookman Old Style"/>
              <a:cs typeface="Bookman Old Style"/>
            </a:endParaRPr>
          </a:p>
          <a:p>
            <a:pPr algn="just" marL="12700" marR="8255">
              <a:lnSpc>
                <a:spcPct val="106800"/>
              </a:lnSpc>
              <a:spcBef>
                <a:spcPts val="375"/>
              </a:spcBef>
            </a:pP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Motion</a:t>
            </a:r>
            <a:r>
              <a:rPr dirty="0" sz="100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is</a:t>
            </a:r>
            <a:r>
              <a:rPr dirty="0" sz="100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common</a:t>
            </a:r>
            <a:r>
              <a:rPr dirty="0" sz="1000" spc="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to</a:t>
            </a:r>
            <a:r>
              <a:rPr dirty="0" sz="100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everything</a:t>
            </a:r>
            <a:r>
              <a:rPr dirty="0" sz="1000" spc="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in</a:t>
            </a:r>
            <a:r>
              <a:rPr dirty="0" sz="100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universe.</a:t>
            </a:r>
            <a:r>
              <a:rPr dirty="0" sz="100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We</a:t>
            </a:r>
            <a:r>
              <a:rPr dirty="0" sz="1000" spc="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walk,</a:t>
            </a:r>
            <a:r>
              <a:rPr dirty="0" sz="10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run</a:t>
            </a:r>
            <a:r>
              <a:rPr dirty="0" sz="1000" spc="-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and</a:t>
            </a:r>
            <a:r>
              <a:rPr dirty="0" sz="1000" spc="-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ride</a:t>
            </a:r>
            <a:r>
              <a:rPr dirty="0" sz="1000" spc="-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</a:t>
            </a:r>
            <a:r>
              <a:rPr dirty="0" sz="1000" spc="-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bicycle.</a:t>
            </a:r>
            <a:r>
              <a:rPr dirty="0" sz="1000" spc="1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Even</a:t>
            </a:r>
            <a:r>
              <a:rPr dirty="0" sz="1000" spc="-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when</a:t>
            </a:r>
            <a:r>
              <a:rPr dirty="0" sz="1000" spc="-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we</a:t>
            </a:r>
            <a:r>
              <a:rPr dirty="0" sz="1000" spc="-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are</a:t>
            </a:r>
            <a:r>
              <a:rPr dirty="0" sz="1000" spc="-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sleeping,</a:t>
            </a:r>
            <a:r>
              <a:rPr dirty="0" sz="1000" spc="-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air</a:t>
            </a:r>
            <a:r>
              <a:rPr dirty="0" sz="1000" spc="-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moves</a:t>
            </a:r>
            <a:r>
              <a:rPr dirty="0" sz="10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into</a:t>
            </a:r>
            <a:r>
              <a:rPr dirty="0" sz="1000" spc="1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and</a:t>
            </a:r>
            <a:r>
              <a:rPr dirty="0" sz="1000" spc="1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out</a:t>
            </a:r>
            <a:r>
              <a:rPr dirty="0" sz="1000" spc="1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1000" spc="1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our</a:t>
            </a:r>
            <a:r>
              <a:rPr dirty="0" sz="1000" spc="1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lungs</a:t>
            </a:r>
            <a:r>
              <a:rPr dirty="0" sz="1000" spc="1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and</a:t>
            </a:r>
            <a:r>
              <a:rPr dirty="0" sz="1000" spc="1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blood</a:t>
            </a:r>
            <a:r>
              <a:rPr dirty="0" sz="1000" spc="1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flows</a:t>
            </a:r>
            <a:r>
              <a:rPr dirty="0" sz="1000" spc="1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in</a:t>
            </a:r>
            <a:r>
              <a:rPr dirty="0" sz="1000" spc="1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arteries</a:t>
            </a:r>
            <a:r>
              <a:rPr dirty="0" sz="1000" spc="1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and</a:t>
            </a:r>
            <a:r>
              <a:rPr dirty="0" sz="100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veins.</a:t>
            </a:r>
            <a:r>
              <a:rPr dirty="0" sz="1000" spc="145">
                <a:solidFill>
                  <a:srgbClr val="231F20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We</a:t>
            </a:r>
            <a:r>
              <a:rPr dirty="0" sz="1000" spc="1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see</a:t>
            </a:r>
            <a:r>
              <a:rPr dirty="0" sz="1000" spc="1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leaves</a:t>
            </a:r>
            <a:r>
              <a:rPr dirty="0" sz="1000" spc="1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falling</a:t>
            </a:r>
            <a:r>
              <a:rPr dirty="0" sz="1000" spc="1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from</a:t>
            </a:r>
            <a:r>
              <a:rPr dirty="0" sz="1000" spc="1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trees</a:t>
            </a:r>
            <a:r>
              <a:rPr dirty="0" sz="1000" spc="1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and</a:t>
            </a:r>
            <a:r>
              <a:rPr dirty="0" sz="1000" spc="1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water</a:t>
            </a:r>
            <a:r>
              <a:rPr dirty="0" sz="1000" spc="1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flowing</a:t>
            </a:r>
            <a:r>
              <a:rPr dirty="0" sz="10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down</a:t>
            </a:r>
            <a:r>
              <a:rPr dirty="0" sz="1000" spc="-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</a:t>
            </a:r>
            <a:r>
              <a:rPr dirty="0" sz="1000" spc="-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dam.</a:t>
            </a:r>
            <a:r>
              <a:rPr dirty="0" sz="1000" spc="1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Automobiles</a:t>
            </a:r>
            <a:r>
              <a:rPr dirty="0" sz="1000" spc="-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and</a:t>
            </a:r>
            <a:r>
              <a:rPr dirty="0" sz="1000" spc="-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planes</a:t>
            </a:r>
            <a:r>
              <a:rPr dirty="0" sz="1000" spc="-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carry</a:t>
            </a:r>
            <a:r>
              <a:rPr dirty="0" sz="1000" spc="-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people</a:t>
            </a:r>
            <a:r>
              <a:rPr dirty="0" sz="1000" spc="-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from</a:t>
            </a:r>
            <a:r>
              <a:rPr dirty="0" sz="1000" spc="-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one</a:t>
            </a:r>
            <a:r>
              <a:rPr dirty="0" sz="100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place</a:t>
            </a:r>
            <a:r>
              <a:rPr dirty="0" sz="1000" spc="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to</a:t>
            </a:r>
            <a:r>
              <a:rPr dirty="0" sz="1000" spc="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other.</a:t>
            </a:r>
            <a:r>
              <a:rPr dirty="0" sz="1000" spc="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earth</a:t>
            </a:r>
            <a:r>
              <a:rPr dirty="0" sz="1000" spc="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rotates</a:t>
            </a:r>
            <a:r>
              <a:rPr dirty="0" sz="1000" spc="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once</a:t>
            </a:r>
            <a:r>
              <a:rPr dirty="0" sz="1000" spc="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every</a:t>
            </a:r>
            <a:r>
              <a:rPr dirty="0" sz="1000" spc="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twenty-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four</a:t>
            </a:r>
            <a:r>
              <a:rPr dirty="0" sz="10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hours</a:t>
            </a:r>
            <a:r>
              <a:rPr dirty="0" sz="1000" spc="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and</a:t>
            </a:r>
            <a:r>
              <a:rPr dirty="0" sz="1000" spc="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revolves</a:t>
            </a:r>
            <a:r>
              <a:rPr dirty="0" sz="100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round</a:t>
            </a:r>
            <a:r>
              <a:rPr dirty="0" sz="1000" spc="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sun</a:t>
            </a:r>
            <a:r>
              <a:rPr dirty="0" sz="1000" spc="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once</a:t>
            </a:r>
            <a:r>
              <a:rPr dirty="0" sz="100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in</a:t>
            </a:r>
            <a:r>
              <a:rPr dirty="0" sz="1000" spc="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</a:t>
            </a:r>
            <a:r>
              <a:rPr dirty="0" sz="100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year.</a:t>
            </a:r>
            <a:r>
              <a:rPr dirty="0" sz="1000" spc="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Sun</a:t>
            </a:r>
            <a:r>
              <a:rPr dirty="0" sz="100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itself</a:t>
            </a:r>
            <a:r>
              <a:rPr dirty="0" sz="1000" spc="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is</a:t>
            </a:r>
            <a:r>
              <a:rPr dirty="0" sz="100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in</a:t>
            </a:r>
            <a:r>
              <a:rPr dirty="0" sz="100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motion</a:t>
            </a:r>
            <a:r>
              <a:rPr dirty="0" sz="100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in</a:t>
            </a:r>
            <a:r>
              <a:rPr dirty="0" sz="100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Milky</a:t>
            </a:r>
            <a:r>
              <a:rPr dirty="0" sz="100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Way,</a:t>
            </a:r>
            <a:r>
              <a:rPr dirty="0" sz="100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which</a:t>
            </a:r>
            <a:r>
              <a:rPr dirty="0" sz="100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is</a:t>
            </a:r>
            <a:r>
              <a:rPr dirty="0" sz="100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again</a:t>
            </a:r>
            <a:r>
              <a:rPr dirty="0" sz="1000" spc="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moving</a:t>
            </a:r>
            <a:r>
              <a:rPr dirty="0" sz="10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within</a:t>
            </a:r>
            <a:r>
              <a:rPr dirty="0" sz="1000" spc="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its</a:t>
            </a:r>
            <a:r>
              <a:rPr dirty="0" sz="1000" spc="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local</a:t>
            </a:r>
            <a:r>
              <a:rPr dirty="0" sz="1000" spc="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group</a:t>
            </a:r>
            <a:r>
              <a:rPr dirty="0" sz="1000" spc="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1000" spc="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galaxies.</a:t>
            </a:r>
            <a:endParaRPr sz="1000">
              <a:latin typeface="Bookman Old Style"/>
              <a:cs typeface="Bookman Old Style"/>
            </a:endParaRPr>
          </a:p>
          <a:p>
            <a:pPr algn="r" marR="8255">
              <a:lnSpc>
                <a:spcPct val="100000"/>
              </a:lnSpc>
              <a:spcBef>
                <a:spcPts val="70"/>
              </a:spcBef>
            </a:pP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Motion</a:t>
            </a:r>
            <a:r>
              <a:rPr dirty="0" sz="100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is</a:t>
            </a:r>
            <a:r>
              <a:rPr dirty="0" sz="1000" spc="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change</a:t>
            </a:r>
            <a:r>
              <a:rPr dirty="0" sz="100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in</a:t>
            </a:r>
            <a:r>
              <a:rPr dirty="0" sz="1000" spc="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position</a:t>
            </a:r>
            <a:r>
              <a:rPr dirty="0" sz="100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1000" spc="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an</a:t>
            </a:r>
            <a:r>
              <a:rPr dirty="0" sz="100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object</a:t>
            </a:r>
            <a:r>
              <a:rPr dirty="0" sz="1000" spc="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with</a:t>
            </a:r>
            <a:r>
              <a:rPr dirty="0" sz="100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time.</a:t>
            </a:r>
            <a:r>
              <a:rPr dirty="0" sz="1000" spc="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How</a:t>
            </a:r>
            <a:endParaRPr sz="1000">
              <a:latin typeface="Bookman Old Style"/>
              <a:cs typeface="Bookman Old Style"/>
            </a:endParaRPr>
          </a:p>
          <a:p>
            <a:pPr algn="r" marL="12700" marR="6985">
              <a:lnSpc>
                <a:spcPct val="106700"/>
              </a:lnSpc>
              <a:spcBef>
                <a:spcPts val="15"/>
              </a:spcBef>
            </a:pP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does</a:t>
            </a:r>
            <a:r>
              <a:rPr dirty="0" sz="1000" spc="-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-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position</a:t>
            </a:r>
            <a:r>
              <a:rPr dirty="0" sz="1000" spc="-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change</a:t>
            </a:r>
            <a:r>
              <a:rPr dirty="0" sz="1000" spc="-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with</a:t>
            </a:r>
            <a:r>
              <a:rPr dirty="0" sz="1000" spc="-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time</a:t>
            </a:r>
            <a:r>
              <a:rPr dirty="0" sz="1000" spc="-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?</a:t>
            </a:r>
            <a:r>
              <a:rPr dirty="0" sz="1000" spc="-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In</a:t>
            </a:r>
            <a:r>
              <a:rPr dirty="0" sz="1000" spc="-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this</a:t>
            </a:r>
            <a:r>
              <a:rPr dirty="0" sz="1000" spc="-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chapter,</a:t>
            </a:r>
            <a:r>
              <a:rPr dirty="0" sz="1000" spc="-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we</a:t>
            </a:r>
            <a:r>
              <a:rPr dirty="0" sz="1000" spc="-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shall</a:t>
            </a:r>
            <a:r>
              <a:rPr dirty="0" sz="10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learn</a:t>
            </a:r>
            <a:r>
              <a:rPr dirty="0" sz="1000" spc="3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how</a:t>
            </a:r>
            <a:r>
              <a:rPr dirty="0" sz="1000" spc="30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to</a:t>
            </a:r>
            <a:r>
              <a:rPr dirty="0" sz="1000" spc="30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describe</a:t>
            </a:r>
            <a:r>
              <a:rPr dirty="0" sz="1000" spc="30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motion.</a:t>
            </a:r>
            <a:r>
              <a:rPr dirty="0" sz="1000" spc="30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For</a:t>
            </a:r>
            <a:r>
              <a:rPr dirty="0" sz="1000" spc="30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this,</a:t>
            </a:r>
            <a:r>
              <a:rPr dirty="0" sz="1000" spc="30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we</a:t>
            </a:r>
            <a:r>
              <a:rPr dirty="0" sz="1000" spc="30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develop</a:t>
            </a:r>
            <a:r>
              <a:rPr dirty="0" sz="1000" spc="30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concepts</a:t>
            </a:r>
            <a:r>
              <a:rPr dirty="0" sz="1000" spc="3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1000" spc="3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velocity</a:t>
            </a:r>
            <a:r>
              <a:rPr dirty="0" sz="1000" spc="3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and</a:t>
            </a:r>
            <a:r>
              <a:rPr dirty="0" sz="1000" spc="3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acceleration.</a:t>
            </a:r>
            <a:r>
              <a:rPr dirty="0" sz="1000" spc="3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We</a:t>
            </a:r>
            <a:r>
              <a:rPr dirty="0" sz="1000" spc="3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shall</a:t>
            </a:r>
            <a:r>
              <a:rPr dirty="0" sz="1000" spc="3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confine</a:t>
            </a:r>
            <a:r>
              <a:rPr dirty="0" sz="10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ourselves</a:t>
            </a:r>
            <a:r>
              <a:rPr dirty="0" sz="100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to</a:t>
            </a:r>
            <a:r>
              <a:rPr dirty="0" sz="1000" spc="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study</a:t>
            </a:r>
            <a:r>
              <a:rPr dirty="0" sz="1000" spc="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1000" spc="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motion</a:t>
            </a:r>
            <a:r>
              <a:rPr dirty="0" sz="1000" spc="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1000" spc="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objects</a:t>
            </a:r>
            <a:r>
              <a:rPr dirty="0" sz="1000" spc="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along</a:t>
            </a:r>
            <a:r>
              <a:rPr dirty="0" sz="1000" spc="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</a:t>
            </a:r>
            <a:r>
              <a:rPr dirty="0" sz="1000" spc="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straight</a:t>
            </a:r>
            <a:r>
              <a:rPr dirty="0" sz="10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line,</a:t>
            </a:r>
            <a:r>
              <a:rPr dirty="0" sz="1000" spc="2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also</a:t>
            </a:r>
            <a:r>
              <a:rPr dirty="0" sz="1000" spc="229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known</a:t>
            </a:r>
            <a:r>
              <a:rPr dirty="0" sz="1000" spc="229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as</a:t>
            </a:r>
            <a:r>
              <a:rPr dirty="0" sz="1000" spc="2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b="1">
                <a:solidFill>
                  <a:srgbClr val="231F20"/>
                </a:solidFill>
                <a:latin typeface="Bookman Old Style"/>
                <a:cs typeface="Bookman Old Style"/>
              </a:rPr>
              <a:t>rectilinear</a:t>
            </a:r>
            <a:r>
              <a:rPr dirty="0" sz="1000" spc="2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b="1">
                <a:solidFill>
                  <a:srgbClr val="231F20"/>
                </a:solidFill>
                <a:latin typeface="Bookman Old Style"/>
                <a:cs typeface="Bookman Old Style"/>
              </a:rPr>
              <a:t>motion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.</a:t>
            </a:r>
            <a:r>
              <a:rPr dirty="0" sz="1000" spc="229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For</a:t>
            </a:r>
            <a:r>
              <a:rPr dirty="0" sz="1000" spc="229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229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case</a:t>
            </a:r>
            <a:r>
              <a:rPr dirty="0" sz="1000" spc="229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100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rectilinear</a:t>
            </a:r>
            <a:r>
              <a:rPr dirty="0" sz="10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motion</a:t>
            </a:r>
            <a:r>
              <a:rPr dirty="0" sz="1000" spc="-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with</a:t>
            </a:r>
            <a:r>
              <a:rPr dirty="0" sz="1000" spc="-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uniform</a:t>
            </a:r>
            <a:r>
              <a:rPr dirty="0" sz="1000" spc="-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acceleration,</a:t>
            </a:r>
            <a:r>
              <a:rPr dirty="0" sz="1000" spc="-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</a:t>
            </a:r>
            <a:r>
              <a:rPr dirty="0" sz="1000" spc="-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set</a:t>
            </a:r>
            <a:r>
              <a:rPr dirty="0" sz="1000" spc="-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1000" spc="-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simple</a:t>
            </a:r>
            <a:r>
              <a:rPr dirty="0" sz="10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equations</a:t>
            </a:r>
            <a:r>
              <a:rPr dirty="0" sz="1000" spc="-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can</a:t>
            </a:r>
            <a:r>
              <a:rPr dirty="0" sz="10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be</a:t>
            </a:r>
            <a:r>
              <a:rPr dirty="0" sz="10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obtained.</a:t>
            </a:r>
            <a:r>
              <a:rPr dirty="0" sz="1000" spc="-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Finally,</a:t>
            </a:r>
            <a:r>
              <a:rPr dirty="0" sz="10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to</a:t>
            </a:r>
            <a:r>
              <a:rPr dirty="0" sz="10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understand</a:t>
            </a:r>
            <a:r>
              <a:rPr dirty="0" sz="1000" spc="-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relative</a:t>
            </a:r>
            <a:r>
              <a:rPr dirty="0" sz="10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nature</a:t>
            </a:r>
            <a:r>
              <a:rPr dirty="0" sz="10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1000" spc="-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motion,</a:t>
            </a:r>
            <a:r>
              <a:rPr dirty="0" sz="10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we</a:t>
            </a:r>
            <a:r>
              <a:rPr dirty="0" sz="1000" spc="-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introduce</a:t>
            </a:r>
            <a:r>
              <a:rPr dirty="0" sz="1000" spc="-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concept</a:t>
            </a:r>
            <a:r>
              <a:rPr dirty="0" sz="1000" spc="-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1000" spc="-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relative</a:t>
            </a:r>
            <a:r>
              <a:rPr dirty="0" sz="10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velocity.</a:t>
            </a:r>
            <a:r>
              <a:rPr dirty="0" sz="10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In</a:t>
            </a:r>
            <a:r>
              <a:rPr dirty="0" sz="1000" spc="-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our</a:t>
            </a:r>
            <a:r>
              <a:rPr dirty="0" sz="10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discussions,</a:t>
            </a:r>
            <a:r>
              <a:rPr dirty="0" sz="1000" spc="-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we</a:t>
            </a:r>
            <a:r>
              <a:rPr dirty="0" sz="10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shall</a:t>
            </a:r>
            <a:r>
              <a:rPr dirty="0" sz="1000" spc="-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treat</a:t>
            </a:r>
            <a:r>
              <a:rPr dirty="0" sz="10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-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objects</a:t>
            </a:r>
            <a:r>
              <a:rPr dirty="0" sz="10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in</a:t>
            </a:r>
            <a:r>
              <a:rPr dirty="0" sz="1000" spc="-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motion</a:t>
            </a:r>
            <a:r>
              <a:rPr dirty="0" sz="10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as</a:t>
            </a:r>
            <a:r>
              <a:rPr dirty="0" sz="100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point</a:t>
            </a:r>
            <a:r>
              <a:rPr dirty="0" sz="100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objects.</a:t>
            </a:r>
            <a:r>
              <a:rPr dirty="0" sz="1000" spc="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This</a:t>
            </a:r>
            <a:r>
              <a:rPr dirty="0" sz="1000" spc="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approximation</a:t>
            </a:r>
            <a:r>
              <a:rPr dirty="0" sz="1000" spc="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is</a:t>
            </a:r>
            <a:r>
              <a:rPr dirty="0" sz="1000" spc="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valid</a:t>
            </a:r>
            <a:r>
              <a:rPr dirty="0" sz="1000" spc="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so</a:t>
            </a:r>
            <a:r>
              <a:rPr dirty="0" sz="1000" spc="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far</a:t>
            </a:r>
            <a:r>
              <a:rPr dirty="0" sz="100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as</a:t>
            </a:r>
            <a:r>
              <a:rPr dirty="0" sz="1000" spc="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size</a:t>
            </a:r>
            <a:r>
              <a:rPr dirty="0" sz="10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10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object</a:t>
            </a:r>
            <a:r>
              <a:rPr dirty="0" sz="1000" spc="-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is</a:t>
            </a:r>
            <a:r>
              <a:rPr dirty="0" sz="10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much</a:t>
            </a:r>
            <a:r>
              <a:rPr dirty="0" sz="10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smaller</a:t>
            </a:r>
            <a:r>
              <a:rPr dirty="0" sz="1000" spc="-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than</a:t>
            </a:r>
            <a:r>
              <a:rPr dirty="0" sz="10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distance</a:t>
            </a:r>
            <a:r>
              <a:rPr dirty="0" sz="1000" spc="-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it</a:t>
            </a:r>
            <a:r>
              <a:rPr dirty="0" sz="10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moves</a:t>
            </a:r>
            <a:r>
              <a:rPr dirty="0" sz="10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in</a:t>
            </a:r>
            <a:r>
              <a:rPr dirty="0" sz="1000" spc="-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50">
                <a:solidFill>
                  <a:srgbClr val="231F20"/>
                </a:solidFill>
                <a:latin typeface="Bookman Old Style"/>
                <a:cs typeface="Bookman Old Style"/>
              </a:rPr>
              <a:t>a</a:t>
            </a:r>
            <a:r>
              <a:rPr dirty="0" sz="10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reasonable</a:t>
            </a:r>
            <a:r>
              <a:rPr dirty="0" sz="10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duration</a:t>
            </a:r>
            <a:r>
              <a:rPr dirty="0" sz="1000" spc="-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1000" spc="-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time.</a:t>
            </a:r>
            <a:r>
              <a:rPr dirty="0" sz="1000" spc="2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In</a:t>
            </a:r>
            <a:r>
              <a:rPr dirty="0" sz="1000" spc="-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</a:t>
            </a:r>
            <a:r>
              <a:rPr dirty="0" sz="1000" spc="-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good</a:t>
            </a:r>
            <a:r>
              <a:rPr dirty="0" sz="10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number</a:t>
            </a:r>
            <a:r>
              <a:rPr dirty="0" sz="1000" spc="-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1000" spc="-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situations</a:t>
            </a:r>
            <a:r>
              <a:rPr dirty="0" sz="10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in</a:t>
            </a:r>
            <a:r>
              <a:rPr dirty="0" sz="1000" spc="-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real-life,</a:t>
            </a:r>
            <a:r>
              <a:rPr dirty="0" sz="1000" spc="-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size</a:t>
            </a:r>
            <a:r>
              <a:rPr dirty="0" sz="1000" spc="-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10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objects</a:t>
            </a:r>
            <a:r>
              <a:rPr dirty="0" sz="1000" spc="-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can</a:t>
            </a:r>
            <a:r>
              <a:rPr dirty="0" sz="10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be</a:t>
            </a:r>
            <a:r>
              <a:rPr dirty="0" sz="1000" spc="-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neglected</a:t>
            </a:r>
            <a:r>
              <a:rPr dirty="0" sz="1000" spc="-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and</a:t>
            </a:r>
            <a:r>
              <a:rPr dirty="0" sz="10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they</a:t>
            </a:r>
            <a:r>
              <a:rPr dirty="0" sz="1000" spc="-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can</a:t>
            </a:r>
            <a:endParaRPr sz="1000">
              <a:latin typeface="Bookman Old Style"/>
              <a:cs typeface="Bookman Old Style"/>
            </a:endParaRPr>
          </a:p>
          <a:p>
            <a:pPr algn="just" marL="12700">
              <a:lnSpc>
                <a:spcPct val="100000"/>
              </a:lnSpc>
              <a:spcBef>
                <a:spcPts val="75"/>
              </a:spcBef>
            </a:pP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be</a:t>
            </a:r>
            <a:r>
              <a:rPr dirty="0" sz="1000" spc="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considered</a:t>
            </a:r>
            <a:r>
              <a:rPr dirty="0" sz="1000" spc="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as</a:t>
            </a:r>
            <a:r>
              <a:rPr dirty="0" sz="1000" spc="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point-like</a:t>
            </a:r>
            <a:r>
              <a:rPr dirty="0" sz="1000" spc="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objects</a:t>
            </a:r>
            <a:r>
              <a:rPr dirty="0" sz="1000" spc="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without</a:t>
            </a:r>
            <a:r>
              <a:rPr dirty="0" sz="1000" spc="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much</a:t>
            </a:r>
            <a:r>
              <a:rPr dirty="0" sz="1000" spc="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error.</a:t>
            </a:r>
            <a:endParaRPr sz="1000">
              <a:latin typeface="Bookman Old Style"/>
              <a:cs typeface="Bookman Old Style"/>
            </a:endParaRPr>
          </a:p>
          <a:p>
            <a:pPr algn="just" marL="12700" indent="152400">
              <a:lnSpc>
                <a:spcPct val="100000"/>
              </a:lnSpc>
              <a:spcBef>
                <a:spcPts val="70"/>
              </a:spcBef>
            </a:pP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In</a:t>
            </a:r>
            <a:r>
              <a:rPr dirty="0" sz="1000" spc="-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0" b="1">
                <a:solidFill>
                  <a:srgbClr val="231F20"/>
                </a:solidFill>
                <a:latin typeface="Bookman Old Style"/>
                <a:cs typeface="Bookman Old Style"/>
              </a:rPr>
              <a:t>Kinematics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,</a:t>
            </a:r>
            <a:r>
              <a:rPr dirty="0" sz="1000" spc="-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we</a:t>
            </a:r>
            <a:r>
              <a:rPr dirty="0" sz="1000" spc="-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study</a:t>
            </a:r>
            <a:r>
              <a:rPr dirty="0" sz="1000" spc="-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ways</a:t>
            </a:r>
            <a:r>
              <a:rPr dirty="0" sz="1000" spc="-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to</a:t>
            </a:r>
            <a:r>
              <a:rPr dirty="0" sz="1000" spc="-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describe</a:t>
            </a:r>
            <a:r>
              <a:rPr dirty="0" sz="1000" spc="-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motion</a:t>
            </a:r>
            <a:r>
              <a:rPr dirty="0" sz="1000" spc="-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without</a:t>
            </a:r>
            <a:endParaRPr sz="1000">
              <a:latin typeface="Bookman Old Style"/>
              <a:cs typeface="Bookman Old Style"/>
            </a:endParaRPr>
          </a:p>
          <a:p>
            <a:pPr algn="just" marL="12700" marR="5080">
              <a:lnSpc>
                <a:spcPct val="106000"/>
              </a:lnSpc>
              <a:spcBef>
                <a:spcPts val="25"/>
              </a:spcBef>
            </a:pP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going</a:t>
            </a:r>
            <a:r>
              <a:rPr dirty="0" sz="1000" spc="3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into</a:t>
            </a:r>
            <a:r>
              <a:rPr dirty="0" sz="1000" spc="3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3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causes</a:t>
            </a:r>
            <a:r>
              <a:rPr dirty="0" sz="1000" spc="3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1000" spc="3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motion.</a:t>
            </a:r>
            <a:r>
              <a:rPr dirty="0" sz="1000" spc="3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What</a:t>
            </a:r>
            <a:r>
              <a:rPr dirty="0" sz="1000" spc="3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causes</a:t>
            </a:r>
            <a:r>
              <a:rPr dirty="0" sz="1000" spc="3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motion</a:t>
            </a:r>
            <a:r>
              <a:rPr dirty="0" sz="10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described</a:t>
            </a:r>
            <a:r>
              <a:rPr dirty="0" sz="1000" spc="1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in</a:t>
            </a:r>
            <a:r>
              <a:rPr dirty="0" sz="1000" spc="1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this</a:t>
            </a:r>
            <a:r>
              <a:rPr dirty="0" sz="1000" spc="1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chapter</a:t>
            </a:r>
            <a:r>
              <a:rPr dirty="0" sz="1000" spc="1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and</a:t>
            </a:r>
            <a:r>
              <a:rPr dirty="0" sz="1000" spc="1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1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next</a:t>
            </a:r>
            <a:r>
              <a:rPr dirty="0" sz="1000" spc="1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chapter</a:t>
            </a:r>
            <a:r>
              <a:rPr dirty="0" sz="1000" spc="1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forms</a:t>
            </a:r>
            <a:r>
              <a:rPr dirty="0" sz="1000" spc="1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subject</a:t>
            </a:r>
            <a:r>
              <a:rPr dirty="0" sz="1000" spc="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matter</a:t>
            </a:r>
            <a:r>
              <a:rPr dirty="0" sz="1000" spc="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1000" spc="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Chapter</a:t>
            </a:r>
            <a:r>
              <a:rPr dirty="0" sz="1000" spc="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35">
                <a:solidFill>
                  <a:srgbClr val="231F20"/>
                </a:solidFill>
                <a:latin typeface="Bookman Old Style"/>
                <a:cs typeface="Bookman Old Style"/>
              </a:rPr>
              <a:t>4.</a:t>
            </a:r>
            <a:endParaRPr sz="1000">
              <a:latin typeface="Bookman Old Style"/>
              <a:cs typeface="Bookman Old Style"/>
            </a:endParaRPr>
          </a:p>
        </p:txBody>
      </p:sp>
      <p:pic>
        <p:nvPicPr>
          <p:cNvPr id="394" name="object 39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59770" y="742959"/>
            <a:ext cx="1078833" cy="1078860"/>
          </a:xfrm>
          <a:prstGeom prst="rect">
            <a:avLst/>
          </a:prstGeom>
        </p:spPr>
      </p:pic>
      <p:pic>
        <p:nvPicPr>
          <p:cNvPr id="395" name="object 39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4273" y="2476958"/>
            <a:ext cx="5987215" cy="5987215"/>
          </a:xfrm>
          <a:prstGeom prst="rect">
            <a:avLst/>
          </a:prstGeom>
        </p:spPr>
      </p:pic>
      <p:sp>
        <p:nvSpPr>
          <p:cNvPr id="396" name="object 39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Reprint </a:t>
            </a:r>
            <a:r>
              <a:rPr dirty="0" spc="-10"/>
              <a:t>2026-</a:t>
            </a:r>
            <a:r>
              <a:rPr dirty="0" spc="-25"/>
              <a:t>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78600" y="711695"/>
            <a:ext cx="50482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>
                <a:solidFill>
                  <a:srgbClr val="00AEEF"/>
                </a:solidFill>
                <a:latin typeface="Bookman Old Style"/>
                <a:cs typeface="Bookman Old Style"/>
              </a:rPr>
              <a:t>PHYSICS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34288" y="711695"/>
            <a:ext cx="16192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5">
                <a:solidFill>
                  <a:srgbClr val="00AEEF"/>
                </a:solidFill>
                <a:latin typeface="Bookman Old Style"/>
                <a:cs typeface="Bookman Old Style"/>
              </a:rPr>
              <a:t>14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46987" y="880878"/>
            <a:ext cx="6019800" cy="50800"/>
          </a:xfrm>
          <a:custGeom>
            <a:avLst/>
            <a:gdLst/>
            <a:ahLst/>
            <a:cxnLst/>
            <a:rect l="l" t="t" r="r" b="b"/>
            <a:pathLst>
              <a:path w="6019800" h="50800">
                <a:moveTo>
                  <a:pt x="6019799" y="0"/>
                </a:moveTo>
                <a:lnTo>
                  <a:pt x="0" y="0"/>
                </a:lnTo>
                <a:lnTo>
                  <a:pt x="0" y="50804"/>
                </a:lnTo>
                <a:lnTo>
                  <a:pt x="6019799" y="50804"/>
                </a:lnTo>
                <a:lnTo>
                  <a:pt x="6019799" y="0"/>
                </a:lnTo>
                <a:close/>
              </a:path>
            </a:pathLst>
          </a:custGeom>
          <a:solidFill>
            <a:srgbClr val="00AE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591818" y="7010399"/>
            <a:ext cx="177165" cy="0"/>
          </a:xfrm>
          <a:custGeom>
            <a:avLst/>
            <a:gdLst/>
            <a:ahLst/>
            <a:cxnLst/>
            <a:rect l="l" t="t" r="r" b="b"/>
            <a:pathLst>
              <a:path w="177164" h="0">
                <a:moveTo>
                  <a:pt x="0" y="0"/>
                </a:moveTo>
                <a:lnTo>
                  <a:pt x="176597" y="0"/>
                </a:lnTo>
              </a:path>
            </a:pathLst>
          </a:custGeom>
          <a:ln w="6322">
            <a:solidFill>
              <a:srgbClr val="00AEEF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1734610" y="7329921"/>
            <a:ext cx="4566920" cy="1427480"/>
            <a:chOff x="1734610" y="7329921"/>
            <a:chExt cx="4566920" cy="1427480"/>
          </a:xfrm>
        </p:grpSpPr>
        <p:sp>
          <p:nvSpPr>
            <p:cNvPr id="7" name="object 7"/>
            <p:cNvSpPr/>
            <p:nvPr/>
          </p:nvSpPr>
          <p:spPr>
            <a:xfrm>
              <a:off x="4841626" y="7630655"/>
              <a:ext cx="750570" cy="1126490"/>
            </a:xfrm>
            <a:custGeom>
              <a:avLst/>
              <a:gdLst/>
              <a:ahLst/>
              <a:cxnLst/>
              <a:rect l="l" t="t" r="r" b="b"/>
              <a:pathLst>
                <a:path w="750570" h="1126490">
                  <a:moveTo>
                    <a:pt x="0" y="1126153"/>
                  </a:moveTo>
                  <a:lnTo>
                    <a:pt x="750478" y="1126153"/>
                  </a:lnTo>
                  <a:lnTo>
                    <a:pt x="750478" y="0"/>
                  </a:lnTo>
                  <a:lnTo>
                    <a:pt x="0" y="0"/>
                  </a:lnTo>
                  <a:lnTo>
                    <a:pt x="0" y="1126153"/>
                  </a:lnTo>
                  <a:close/>
                </a:path>
              </a:pathLst>
            </a:custGeom>
            <a:solidFill>
              <a:srgbClr val="E6E7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082003" y="7630655"/>
              <a:ext cx="760095" cy="1125855"/>
            </a:xfrm>
            <a:custGeom>
              <a:avLst/>
              <a:gdLst/>
              <a:ahLst/>
              <a:cxnLst/>
              <a:rect l="l" t="t" r="r" b="b"/>
              <a:pathLst>
                <a:path w="760095" h="1125854">
                  <a:moveTo>
                    <a:pt x="0" y="1125236"/>
                  </a:moveTo>
                  <a:lnTo>
                    <a:pt x="759622" y="1125236"/>
                  </a:lnTo>
                  <a:lnTo>
                    <a:pt x="759622" y="0"/>
                  </a:lnTo>
                  <a:lnTo>
                    <a:pt x="0" y="0"/>
                  </a:lnTo>
                  <a:lnTo>
                    <a:pt x="0" y="1125236"/>
                  </a:lnTo>
                  <a:close/>
                </a:path>
              </a:pathLst>
            </a:custGeom>
            <a:solidFill>
              <a:srgbClr val="D1D3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313267" y="7630655"/>
              <a:ext cx="768985" cy="1126490"/>
            </a:xfrm>
            <a:custGeom>
              <a:avLst/>
              <a:gdLst/>
              <a:ahLst/>
              <a:cxnLst/>
              <a:rect l="l" t="t" r="r" b="b"/>
              <a:pathLst>
                <a:path w="768985" h="1126490">
                  <a:moveTo>
                    <a:pt x="0" y="1126153"/>
                  </a:moveTo>
                  <a:lnTo>
                    <a:pt x="768736" y="1126153"/>
                  </a:lnTo>
                  <a:lnTo>
                    <a:pt x="768736" y="0"/>
                  </a:lnTo>
                  <a:lnTo>
                    <a:pt x="0" y="0"/>
                  </a:lnTo>
                  <a:lnTo>
                    <a:pt x="0" y="1126153"/>
                  </a:lnTo>
                  <a:close/>
                </a:path>
              </a:pathLst>
            </a:custGeom>
            <a:solidFill>
              <a:srgbClr val="E6E7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2784896" y="7630655"/>
              <a:ext cx="528955" cy="1122045"/>
            </a:xfrm>
            <a:custGeom>
              <a:avLst/>
              <a:gdLst/>
              <a:ahLst/>
              <a:cxnLst/>
              <a:rect l="l" t="t" r="r" b="b"/>
              <a:pathLst>
                <a:path w="528954" h="1122045">
                  <a:moveTo>
                    <a:pt x="0" y="1121581"/>
                  </a:moveTo>
                  <a:lnTo>
                    <a:pt x="528370" y="1121581"/>
                  </a:lnTo>
                  <a:lnTo>
                    <a:pt x="528370" y="0"/>
                  </a:lnTo>
                  <a:lnTo>
                    <a:pt x="0" y="0"/>
                  </a:lnTo>
                  <a:lnTo>
                    <a:pt x="0" y="1121581"/>
                  </a:lnTo>
                  <a:close/>
                </a:path>
              </a:pathLst>
            </a:custGeom>
            <a:solidFill>
              <a:srgbClr val="D1D3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2228219" y="7630655"/>
              <a:ext cx="556895" cy="1126490"/>
            </a:xfrm>
            <a:custGeom>
              <a:avLst/>
              <a:gdLst/>
              <a:ahLst/>
              <a:cxnLst/>
              <a:rect l="l" t="t" r="r" b="b"/>
              <a:pathLst>
                <a:path w="556894" h="1126490">
                  <a:moveTo>
                    <a:pt x="0" y="1126153"/>
                  </a:moveTo>
                  <a:lnTo>
                    <a:pt x="556677" y="1126153"/>
                  </a:lnTo>
                  <a:lnTo>
                    <a:pt x="556677" y="0"/>
                  </a:lnTo>
                  <a:lnTo>
                    <a:pt x="0" y="0"/>
                  </a:lnTo>
                  <a:lnTo>
                    <a:pt x="0" y="1126153"/>
                  </a:lnTo>
                  <a:close/>
                </a:path>
              </a:pathLst>
            </a:custGeom>
            <a:solidFill>
              <a:srgbClr val="E6E7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734610" y="7630655"/>
              <a:ext cx="497840" cy="1122045"/>
            </a:xfrm>
            <a:custGeom>
              <a:avLst/>
              <a:gdLst/>
              <a:ahLst/>
              <a:cxnLst/>
              <a:rect l="l" t="t" r="r" b="b"/>
              <a:pathLst>
                <a:path w="497839" h="1122045">
                  <a:moveTo>
                    <a:pt x="0" y="1121581"/>
                  </a:moveTo>
                  <a:lnTo>
                    <a:pt x="497262" y="1121581"/>
                  </a:lnTo>
                  <a:lnTo>
                    <a:pt x="497262" y="0"/>
                  </a:lnTo>
                  <a:lnTo>
                    <a:pt x="0" y="0"/>
                  </a:lnTo>
                  <a:lnTo>
                    <a:pt x="0" y="1121581"/>
                  </a:lnTo>
                  <a:close/>
                </a:path>
              </a:pathLst>
            </a:custGeom>
            <a:solidFill>
              <a:srgbClr val="D1D3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735525" y="7329921"/>
              <a:ext cx="4566285" cy="300990"/>
            </a:xfrm>
            <a:custGeom>
              <a:avLst/>
              <a:gdLst/>
              <a:ahLst/>
              <a:cxnLst/>
              <a:rect l="l" t="t" r="r" b="b"/>
              <a:pathLst>
                <a:path w="4566285" h="300990">
                  <a:moveTo>
                    <a:pt x="4565909" y="0"/>
                  </a:moveTo>
                  <a:lnTo>
                    <a:pt x="0" y="0"/>
                  </a:lnTo>
                  <a:lnTo>
                    <a:pt x="0" y="300733"/>
                  </a:lnTo>
                  <a:lnTo>
                    <a:pt x="4565909" y="300733"/>
                  </a:lnTo>
                  <a:lnTo>
                    <a:pt x="4565909" y="0"/>
                  </a:lnTo>
                  <a:close/>
                </a:path>
              </a:pathLst>
            </a:custGeom>
            <a:solidFill>
              <a:srgbClr val="00AEE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80734" y="8622435"/>
              <a:ext cx="134355" cy="8317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9141" y="7367381"/>
              <a:ext cx="67656" cy="77718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985985" y="7369240"/>
              <a:ext cx="44450" cy="76835"/>
            </a:xfrm>
            <a:custGeom>
              <a:avLst/>
              <a:gdLst/>
              <a:ahLst/>
              <a:cxnLst/>
              <a:rect l="l" t="t" r="r" b="b"/>
              <a:pathLst>
                <a:path w="44450" h="76834">
                  <a:moveTo>
                    <a:pt x="31077" y="0"/>
                  </a:moveTo>
                  <a:lnTo>
                    <a:pt x="21028" y="0"/>
                  </a:lnTo>
                  <a:lnTo>
                    <a:pt x="17886" y="6989"/>
                  </a:lnTo>
                  <a:lnTo>
                    <a:pt x="13714" y="12786"/>
                  </a:lnTo>
                  <a:lnTo>
                    <a:pt x="8172" y="17214"/>
                  </a:lnTo>
                  <a:lnTo>
                    <a:pt x="917" y="20098"/>
                  </a:lnTo>
                  <a:lnTo>
                    <a:pt x="0" y="28325"/>
                  </a:lnTo>
                  <a:lnTo>
                    <a:pt x="8229" y="28325"/>
                  </a:lnTo>
                  <a:lnTo>
                    <a:pt x="917" y="65806"/>
                  </a:lnTo>
                  <a:lnTo>
                    <a:pt x="0" y="74023"/>
                  </a:lnTo>
                  <a:lnTo>
                    <a:pt x="9144" y="76773"/>
                  </a:lnTo>
                  <a:lnTo>
                    <a:pt x="16456" y="76773"/>
                  </a:lnTo>
                  <a:lnTo>
                    <a:pt x="23283" y="76101"/>
                  </a:lnTo>
                  <a:lnTo>
                    <a:pt x="29938" y="74144"/>
                  </a:lnTo>
                  <a:lnTo>
                    <a:pt x="36250" y="70986"/>
                  </a:lnTo>
                  <a:lnTo>
                    <a:pt x="42053" y="66711"/>
                  </a:lnTo>
                  <a:lnTo>
                    <a:pt x="36563" y="58485"/>
                  </a:lnTo>
                  <a:lnTo>
                    <a:pt x="33826" y="61234"/>
                  </a:lnTo>
                  <a:lnTo>
                    <a:pt x="28337" y="64891"/>
                  </a:lnTo>
                  <a:lnTo>
                    <a:pt x="21945" y="64891"/>
                  </a:lnTo>
                  <a:lnTo>
                    <a:pt x="20110" y="63057"/>
                  </a:lnTo>
                  <a:lnTo>
                    <a:pt x="21028" y="61234"/>
                  </a:lnTo>
                  <a:lnTo>
                    <a:pt x="26505" y="28325"/>
                  </a:lnTo>
                  <a:lnTo>
                    <a:pt x="42053" y="28325"/>
                  </a:lnTo>
                  <a:lnTo>
                    <a:pt x="43875" y="17361"/>
                  </a:lnTo>
                  <a:lnTo>
                    <a:pt x="28337" y="17361"/>
                  </a:lnTo>
                  <a:lnTo>
                    <a:pt x="3107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985990" y="7369237"/>
              <a:ext cx="44450" cy="76835"/>
            </a:xfrm>
            <a:custGeom>
              <a:avLst/>
              <a:gdLst/>
              <a:ahLst/>
              <a:cxnLst/>
              <a:rect l="l" t="t" r="r" b="b"/>
              <a:pathLst>
                <a:path w="44450" h="76834">
                  <a:moveTo>
                    <a:pt x="26502" y="28330"/>
                  </a:moveTo>
                  <a:lnTo>
                    <a:pt x="42053" y="28330"/>
                  </a:lnTo>
                  <a:lnTo>
                    <a:pt x="43873" y="17364"/>
                  </a:lnTo>
                  <a:lnTo>
                    <a:pt x="28337" y="17364"/>
                  </a:lnTo>
                  <a:lnTo>
                    <a:pt x="31074" y="0"/>
                  </a:lnTo>
                  <a:lnTo>
                    <a:pt x="21025" y="0"/>
                  </a:lnTo>
                  <a:lnTo>
                    <a:pt x="17883" y="6992"/>
                  </a:lnTo>
                  <a:lnTo>
                    <a:pt x="13712" y="12790"/>
                  </a:lnTo>
                  <a:lnTo>
                    <a:pt x="8170" y="17219"/>
                  </a:lnTo>
                  <a:lnTo>
                    <a:pt x="917" y="20104"/>
                  </a:lnTo>
                  <a:lnTo>
                    <a:pt x="0" y="28330"/>
                  </a:lnTo>
                  <a:lnTo>
                    <a:pt x="8226" y="28330"/>
                  </a:lnTo>
                  <a:lnTo>
                    <a:pt x="917" y="65811"/>
                  </a:lnTo>
                  <a:lnTo>
                    <a:pt x="0" y="74026"/>
                  </a:lnTo>
                  <a:lnTo>
                    <a:pt x="9144" y="76778"/>
                  </a:lnTo>
                  <a:lnTo>
                    <a:pt x="16453" y="76778"/>
                  </a:lnTo>
                  <a:lnTo>
                    <a:pt x="23281" y="76106"/>
                  </a:lnTo>
                  <a:lnTo>
                    <a:pt x="29935" y="74149"/>
                  </a:lnTo>
                  <a:lnTo>
                    <a:pt x="36249" y="70990"/>
                  </a:lnTo>
                  <a:lnTo>
                    <a:pt x="42053" y="66717"/>
                  </a:lnTo>
                  <a:lnTo>
                    <a:pt x="36564" y="58487"/>
                  </a:lnTo>
                  <a:lnTo>
                    <a:pt x="33823" y="61239"/>
                  </a:lnTo>
                  <a:lnTo>
                    <a:pt x="28337" y="64894"/>
                  </a:lnTo>
                  <a:lnTo>
                    <a:pt x="24679" y="64894"/>
                  </a:lnTo>
                  <a:lnTo>
                    <a:pt x="21942" y="64894"/>
                  </a:lnTo>
                  <a:lnTo>
                    <a:pt x="20107" y="63059"/>
                  </a:lnTo>
                  <a:lnTo>
                    <a:pt x="21025" y="61239"/>
                  </a:lnTo>
                  <a:lnTo>
                    <a:pt x="26502" y="28330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14695" y="7362809"/>
              <a:ext cx="121578" cy="22763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68630" y="7362809"/>
              <a:ext cx="122504" cy="22763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82924" y="7352777"/>
              <a:ext cx="227606" cy="237662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359889" y="7352777"/>
              <a:ext cx="226730" cy="237662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28648" y="7385683"/>
              <a:ext cx="177340" cy="21390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694484" y="7361921"/>
              <a:ext cx="425996" cy="237662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929314" y="7673613"/>
              <a:ext cx="171852" cy="83189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2452167" y="7671802"/>
              <a:ext cx="618490" cy="85090"/>
            </a:xfrm>
            <a:custGeom>
              <a:avLst/>
              <a:gdLst/>
              <a:ahLst/>
              <a:cxnLst/>
              <a:rect l="l" t="t" r="r" b="b"/>
              <a:pathLst>
                <a:path w="618489" h="85090">
                  <a:moveTo>
                    <a:pt x="62166" y="60325"/>
                  </a:moveTo>
                  <a:lnTo>
                    <a:pt x="39306" y="39293"/>
                  </a:lnTo>
                  <a:lnTo>
                    <a:pt x="43878" y="37477"/>
                  </a:lnTo>
                  <a:lnTo>
                    <a:pt x="47536" y="36563"/>
                  </a:lnTo>
                  <a:lnTo>
                    <a:pt x="52108" y="33807"/>
                  </a:lnTo>
                  <a:lnTo>
                    <a:pt x="55765" y="31064"/>
                  </a:lnTo>
                  <a:lnTo>
                    <a:pt x="58508" y="26492"/>
                  </a:lnTo>
                  <a:lnTo>
                    <a:pt x="58508" y="14617"/>
                  </a:lnTo>
                  <a:lnTo>
                    <a:pt x="53936" y="9144"/>
                  </a:lnTo>
                  <a:lnTo>
                    <a:pt x="50279" y="7302"/>
                  </a:lnTo>
                  <a:lnTo>
                    <a:pt x="48450" y="6388"/>
                  </a:lnTo>
                  <a:lnTo>
                    <a:pt x="42964" y="2730"/>
                  </a:lnTo>
                  <a:lnTo>
                    <a:pt x="36563" y="1816"/>
                  </a:lnTo>
                  <a:lnTo>
                    <a:pt x="24688" y="1816"/>
                  </a:lnTo>
                  <a:lnTo>
                    <a:pt x="18288" y="3644"/>
                  </a:lnTo>
                  <a:lnTo>
                    <a:pt x="12801" y="7302"/>
                  </a:lnTo>
                  <a:lnTo>
                    <a:pt x="8229" y="10045"/>
                  </a:lnTo>
                  <a:lnTo>
                    <a:pt x="4572" y="15532"/>
                  </a:lnTo>
                  <a:lnTo>
                    <a:pt x="4572" y="24676"/>
                  </a:lnTo>
                  <a:lnTo>
                    <a:pt x="6400" y="28333"/>
                  </a:lnTo>
                  <a:lnTo>
                    <a:pt x="14617" y="28333"/>
                  </a:lnTo>
                  <a:lnTo>
                    <a:pt x="17373" y="26492"/>
                  </a:lnTo>
                  <a:lnTo>
                    <a:pt x="17373" y="20104"/>
                  </a:lnTo>
                  <a:lnTo>
                    <a:pt x="16459" y="19189"/>
                  </a:lnTo>
                  <a:lnTo>
                    <a:pt x="16459" y="18275"/>
                  </a:lnTo>
                  <a:lnTo>
                    <a:pt x="15544" y="17360"/>
                  </a:lnTo>
                  <a:lnTo>
                    <a:pt x="15544" y="9144"/>
                  </a:lnTo>
                  <a:lnTo>
                    <a:pt x="24688" y="7302"/>
                  </a:lnTo>
                  <a:lnTo>
                    <a:pt x="39306" y="7302"/>
                  </a:lnTo>
                  <a:lnTo>
                    <a:pt x="45707" y="12788"/>
                  </a:lnTo>
                  <a:lnTo>
                    <a:pt x="45707" y="32905"/>
                  </a:lnTo>
                  <a:lnTo>
                    <a:pt x="36563" y="37477"/>
                  </a:lnTo>
                  <a:lnTo>
                    <a:pt x="26504" y="37477"/>
                  </a:lnTo>
                  <a:lnTo>
                    <a:pt x="21031" y="36563"/>
                  </a:lnTo>
                  <a:lnTo>
                    <a:pt x="21031" y="42037"/>
                  </a:lnTo>
                  <a:lnTo>
                    <a:pt x="28333" y="42037"/>
                  </a:lnTo>
                  <a:lnTo>
                    <a:pt x="37020" y="43091"/>
                  </a:lnTo>
                  <a:lnTo>
                    <a:pt x="43649" y="46380"/>
                  </a:lnTo>
                  <a:lnTo>
                    <a:pt x="47879" y="52070"/>
                  </a:lnTo>
                  <a:lnTo>
                    <a:pt x="49364" y="60325"/>
                  </a:lnTo>
                  <a:lnTo>
                    <a:pt x="48145" y="67640"/>
                  </a:lnTo>
                  <a:lnTo>
                    <a:pt x="48018" y="68338"/>
                  </a:lnTo>
                  <a:lnTo>
                    <a:pt x="44107" y="74371"/>
                  </a:lnTo>
                  <a:lnTo>
                    <a:pt x="37795" y="78193"/>
                  </a:lnTo>
                  <a:lnTo>
                    <a:pt x="29260" y="79514"/>
                  </a:lnTo>
                  <a:lnTo>
                    <a:pt x="25603" y="79514"/>
                  </a:lnTo>
                  <a:lnTo>
                    <a:pt x="21945" y="78600"/>
                  </a:lnTo>
                  <a:lnTo>
                    <a:pt x="18288" y="76784"/>
                  </a:lnTo>
                  <a:lnTo>
                    <a:pt x="15544" y="75857"/>
                  </a:lnTo>
                  <a:lnTo>
                    <a:pt x="12801" y="73126"/>
                  </a:lnTo>
                  <a:lnTo>
                    <a:pt x="12801" y="67640"/>
                  </a:lnTo>
                  <a:lnTo>
                    <a:pt x="13716" y="66713"/>
                  </a:lnTo>
                  <a:lnTo>
                    <a:pt x="13716" y="61239"/>
                  </a:lnTo>
                  <a:lnTo>
                    <a:pt x="10972" y="58496"/>
                  </a:lnTo>
                  <a:lnTo>
                    <a:pt x="2743" y="58496"/>
                  </a:lnTo>
                  <a:lnTo>
                    <a:pt x="0" y="62141"/>
                  </a:lnTo>
                  <a:lnTo>
                    <a:pt x="0" y="73126"/>
                  </a:lnTo>
                  <a:lnTo>
                    <a:pt x="5486" y="77698"/>
                  </a:lnTo>
                  <a:lnTo>
                    <a:pt x="10058" y="80429"/>
                  </a:lnTo>
                  <a:lnTo>
                    <a:pt x="16459" y="83172"/>
                  </a:lnTo>
                  <a:lnTo>
                    <a:pt x="22847" y="85001"/>
                  </a:lnTo>
                  <a:lnTo>
                    <a:pt x="36563" y="85001"/>
                  </a:lnTo>
                  <a:lnTo>
                    <a:pt x="44792" y="83172"/>
                  </a:lnTo>
                  <a:lnTo>
                    <a:pt x="49911" y="79514"/>
                  </a:lnTo>
                  <a:lnTo>
                    <a:pt x="51193" y="78600"/>
                  </a:lnTo>
                  <a:lnTo>
                    <a:pt x="57594" y="74942"/>
                  </a:lnTo>
                  <a:lnTo>
                    <a:pt x="62166" y="67640"/>
                  </a:lnTo>
                  <a:lnTo>
                    <a:pt x="62166" y="60325"/>
                  </a:lnTo>
                  <a:close/>
                </a:path>
                <a:path w="618489" h="85090">
                  <a:moveTo>
                    <a:pt x="617931" y="55753"/>
                  </a:moveTo>
                  <a:lnTo>
                    <a:pt x="615391" y="44284"/>
                  </a:lnTo>
                  <a:lnTo>
                    <a:pt x="608672" y="35991"/>
                  </a:lnTo>
                  <a:lnTo>
                    <a:pt x="599033" y="30949"/>
                  </a:lnTo>
                  <a:lnTo>
                    <a:pt x="587781" y="29248"/>
                  </a:lnTo>
                  <a:lnTo>
                    <a:pt x="580466" y="29248"/>
                  </a:lnTo>
                  <a:lnTo>
                    <a:pt x="574065" y="31991"/>
                  </a:lnTo>
                  <a:lnTo>
                    <a:pt x="568579" y="36563"/>
                  </a:lnTo>
                  <a:lnTo>
                    <a:pt x="568579" y="13703"/>
                  </a:lnTo>
                  <a:lnTo>
                    <a:pt x="607872" y="13703"/>
                  </a:lnTo>
                  <a:lnTo>
                    <a:pt x="609701" y="0"/>
                  </a:lnTo>
                  <a:lnTo>
                    <a:pt x="605129" y="0"/>
                  </a:lnTo>
                  <a:lnTo>
                    <a:pt x="604215" y="3644"/>
                  </a:lnTo>
                  <a:lnTo>
                    <a:pt x="561263" y="3644"/>
                  </a:lnTo>
                  <a:lnTo>
                    <a:pt x="561263" y="45707"/>
                  </a:lnTo>
                  <a:lnTo>
                    <a:pt x="565835" y="46609"/>
                  </a:lnTo>
                  <a:lnTo>
                    <a:pt x="570407" y="39293"/>
                  </a:lnTo>
                  <a:lnTo>
                    <a:pt x="576808" y="35636"/>
                  </a:lnTo>
                  <a:lnTo>
                    <a:pt x="590499" y="35636"/>
                  </a:lnTo>
                  <a:lnTo>
                    <a:pt x="595985" y="38379"/>
                  </a:lnTo>
                  <a:lnTo>
                    <a:pt x="599643" y="42951"/>
                  </a:lnTo>
                  <a:lnTo>
                    <a:pt x="603300" y="46609"/>
                  </a:lnTo>
                  <a:lnTo>
                    <a:pt x="604215" y="52095"/>
                  </a:lnTo>
                  <a:lnTo>
                    <a:pt x="604215" y="57581"/>
                  </a:lnTo>
                  <a:lnTo>
                    <a:pt x="602729" y="66408"/>
                  </a:lnTo>
                  <a:lnTo>
                    <a:pt x="598500" y="73342"/>
                  </a:lnTo>
                  <a:lnTo>
                    <a:pt x="591883" y="77889"/>
                  </a:lnTo>
                  <a:lnTo>
                    <a:pt x="583209" y="79514"/>
                  </a:lnTo>
                  <a:lnTo>
                    <a:pt x="578637" y="79514"/>
                  </a:lnTo>
                  <a:lnTo>
                    <a:pt x="569493" y="77698"/>
                  </a:lnTo>
                  <a:lnTo>
                    <a:pt x="569493" y="70370"/>
                  </a:lnTo>
                  <a:lnTo>
                    <a:pt x="570407" y="68554"/>
                  </a:lnTo>
                  <a:lnTo>
                    <a:pt x="570407" y="63068"/>
                  </a:lnTo>
                  <a:lnTo>
                    <a:pt x="567664" y="60325"/>
                  </a:lnTo>
                  <a:lnTo>
                    <a:pt x="559435" y="60325"/>
                  </a:lnTo>
                  <a:lnTo>
                    <a:pt x="556691" y="63068"/>
                  </a:lnTo>
                  <a:lnTo>
                    <a:pt x="556691" y="74028"/>
                  </a:lnTo>
                  <a:lnTo>
                    <a:pt x="562178" y="78600"/>
                  </a:lnTo>
                  <a:lnTo>
                    <a:pt x="567664" y="81356"/>
                  </a:lnTo>
                  <a:lnTo>
                    <a:pt x="573151" y="83172"/>
                  </a:lnTo>
                  <a:lnTo>
                    <a:pt x="579551" y="85001"/>
                  </a:lnTo>
                  <a:lnTo>
                    <a:pt x="585038" y="85001"/>
                  </a:lnTo>
                  <a:lnTo>
                    <a:pt x="597509" y="83007"/>
                  </a:lnTo>
                  <a:lnTo>
                    <a:pt x="607999" y="77228"/>
                  </a:lnTo>
                  <a:lnTo>
                    <a:pt x="615226" y="68033"/>
                  </a:lnTo>
                  <a:lnTo>
                    <a:pt x="617931" y="55753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582924" y="7673613"/>
              <a:ext cx="92323" cy="82271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3706304" y="7673619"/>
              <a:ext cx="121920" cy="83185"/>
            </a:xfrm>
            <a:custGeom>
              <a:avLst/>
              <a:gdLst/>
              <a:ahLst/>
              <a:cxnLst/>
              <a:rect l="l" t="t" r="r" b="b"/>
              <a:pathLst>
                <a:path w="121920" h="83184">
                  <a:moveTo>
                    <a:pt x="39319" y="77698"/>
                  </a:moveTo>
                  <a:lnTo>
                    <a:pt x="26517" y="76784"/>
                  </a:lnTo>
                  <a:lnTo>
                    <a:pt x="25603" y="75882"/>
                  </a:lnTo>
                  <a:lnTo>
                    <a:pt x="25603" y="1828"/>
                  </a:lnTo>
                  <a:lnTo>
                    <a:pt x="21031" y="1828"/>
                  </a:lnTo>
                  <a:lnTo>
                    <a:pt x="0" y="5486"/>
                  </a:lnTo>
                  <a:lnTo>
                    <a:pt x="0" y="9144"/>
                  </a:lnTo>
                  <a:lnTo>
                    <a:pt x="12801" y="9144"/>
                  </a:lnTo>
                  <a:lnTo>
                    <a:pt x="13716" y="10972"/>
                  </a:lnTo>
                  <a:lnTo>
                    <a:pt x="13716" y="71310"/>
                  </a:lnTo>
                  <a:lnTo>
                    <a:pt x="12801" y="73126"/>
                  </a:lnTo>
                  <a:lnTo>
                    <a:pt x="12801" y="74041"/>
                  </a:lnTo>
                  <a:lnTo>
                    <a:pt x="10972" y="74968"/>
                  </a:lnTo>
                  <a:lnTo>
                    <a:pt x="8229" y="76784"/>
                  </a:lnTo>
                  <a:lnTo>
                    <a:pt x="2743" y="76784"/>
                  </a:lnTo>
                  <a:lnTo>
                    <a:pt x="0" y="77698"/>
                  </a:lnTo>
                  <a:lnTo>
                    <a:pt x="0" y="81356"/>
                  </a:lnTo>
                  <a:lnTo>
                    <a:pt x="39319" y="81356"/>
                  </a:lnTo>
                  <a:lnTo>
                    <a:pt x="39319" y="77698"/>
                  </a:lnTo>
                  <a:close/>
                </a:path>
                <a:path w="121920" h="83184">
                  <a:moveTo>
                    <a:pt x="121577" y="55765"/>
                  </a:moveTo>
                  <a:lnTo>
                    <a:pt x="119214" y="45351"/>
                  </a:lnTo>
                  <a:lnTo>
                    <a:pt x="112890" y="37592"/>
                  </a:lnTo>
                  <a:lnTo>
                    <a:pt x="110959" y="36563"/>
                  </a:lnTo>
                  <a:lnTo>
                    <a:pt x="108775" y="35407"/>
                  </a:lnTo>
                  <a:lnTo>
                    <a:pt x="108775" y="56680"/>
                  </a:lnTo>
                  <a:lnTo>
                    <a:pt x="107581" y="64973"/>
                  </a:lnTo>
                  <a:lnTo>
                    <a:pt x="106286" y="67373"/>
                  </a:lnTo>
                  <a:lnTo>
                    <a:pt x="103822" y="71755"/>
                  </a:lnTo>
                  <a:lnTo>
                    <a:pt x="97917" y="76098"/>
                  </a:lnTo>
                  <a:lnTo>
                    <a:pt x="89611" y="77698"/>
                  </a:lnTo>
                  <a:lnTo>
                    <a:pt x="82245" y="76098"/>
                  </a:lnTo>
                  <a:lnTo>
                    <a:pt x="76796" y="71755"/>
                  </a:lnTo>
                  <a:lnTo>
                    <a:pt x="73406" y="65354"/>
                  </a:lnTo>
                  <a:lnTo>
                    <a:pt x="72237" y="57594"/>
                  </a:lnTo>
                  <a:lnTo>
                    <a:pt x="73431" y="49288"/>
                  </a:lnTo>
                  <a:lnTo>
                    <a:pt x="77025" y="42621"/>
                  </a:lnTo>
                  <a:lnTo>
                    <a:pt x="79019" y="41135"/>
                  </a:lnTo>
                  <a:lnTo>
                    <a:pt x="83007" y="38176"/>
                  </a:lnTo>
                  <a:lnTo>
                    <a:pt x="91401" y="36563"/>
                  </a:lnTo>
                  <a:lnTo>
                    <a:pt x="98767" y="38176"/>
                  </a:lnTo>
                  <a:lnTo>
                    <a:pt x="102489" y="41135"/>
                  </a:lnTo>
                  <a:lnTo>
                    <a:pt x="104267" y="42621"/>
                  </a:lnTo>
                  <a:lnTo>
                    <a:pt x="107607" y="48907"/>
                  </a:lnTo>
                  <a:lnTo>
                    <a:pt x="108775" y="56680"/>
                  </a:lnTo>
                  <a:lnTo>
                    <a:pt x="108775" y="35407"/>
                  </a:lnTo>
                  <a:lnTo>
                    <a:pt x="103835" y="32753"/>
                  </a:lnTo>
                  <a:lnTo>
                    <a:pt x="93230" y="31089"/>
                  </a:lnTo>
                  <a:lnTo>
                    <a:pt x="84086" y="31089"/>
                  </a:lnTo>
                  <a:lnTo>
                    <a:pt x="76809" y="33820"/>
                  </a:lnTo>
                  <a:lnTo>
                    <a:pt x="71323" y="41135"/>
                  </a:lnTo>
                  <a:lnTo>
                    <a:pt x="71323" y="30175"/>
                  </a:lnTo>
                  <a:lnTo>
                    <a:pt x="73152" y="21945"/>
                  </a:lnTo>
                  <a:lnTo>
                    <a:pt x="79514" y="9144"/>
                  </a:lnTo>
                  <a:lnTo>
                    <a:pt x="85039" y="5486"/>
                  </a:lnTo>
                  <a:lnTo>
                    <a:pt x="96888" y="5486"/>
                  </a:lnTo>
                  <a:lnTo>
                    <a:pt x="105117" y="7327"/>
                  </a:lnTo>
                  <a:lnTo>
                    <a:pt x="105117" y="17373"/>
                  </a:lnTo>
                  <a:lnTo>
                    <a:pt x="107861" y="21031"/>
                  </a:lnTo>
                  <a:lnTo>
                    <a:pt x="116090" y="21031"/>
                  </a:lnTo>
                  <a:lnTo>
                    <a:pt x="118833" y="19202"/>
                  </a:lnTo>
                  <a:lnTo>
                    <a:pt x="118833" y="10972"/>
                  </a:lnTo>
                  <a:lnTo>
                    <a:pt x="114261" y="6400"/>
                  </a:lnTo>
                  <a:lnTo>
                    <a:pt x="111988" y="5486"/>
                  </a:lnTo>
                  <a:lnTo>
                    <a:pt x="109689" y="4572"/>
                  </a:lnTo>
                  <a:lnTo>
                    <a:pt x="105117" y="1828"/>
                  </a:lnTo>
                  <a:lnTo>
                    <a:pt x="98717" y="0"/>
                  </a:lnTo>
                  <a:lnTo>
                    <a:pt x="94183" y="0"/>
                  </a:lnTo>
                  <a:lnTo>
                    <a:pt x="62369" y="21399"/>
                  </a:lnTo>
                  <a:lnTo>
                    <a:pt x="58547" y="45351"/>
                  </a:lnTo>
                  <a:lnTo>
                    <a:pt x="58889" y="51904"/>
                  </a:lnTo>
                  <a:lnTo>
                    <a:pt x="83578" y="82499"/>
                  </a:lnTo>
                  <a:lnTo>
                    <a:pt x="90525" y="83185"/>
                  </a:lnTo>
                  <a:lnTo>
                    <a:pt x="101917" y="81343"/>
                  </a:lnTo>
                  <a:lnTo>
                    <a:pt x="108686" y="77698"/>
                  </a:lnTo>
                  <a:lnTo>
                    <a:pt x="111658" y="76098"/>
                  </a:lnTo>
                  <a:lnTo>
                    <a:pt x="114960" y="72212"/>
                  </a:lnTo>
                  <a:lnTo>
                    <a:pt x="118910" y="67373"/>
                  </a:lnTo>
                  <a:lnTo>
                    <a:pt x="121577" y="55765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372691" y="7673613"/>
              <a:ext cx="230367" cy="83189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104882" y="7673613"/>
              <a:ext cx="243169" cy="83189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007013" y="7865577"/>
              <a:ext cx="94152" cy="82262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397334" y="7862827"/>
              <a:ext cx="171843" cy="85011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950342" y="7862827"/>
              <a:ext cx="173705" cy="85011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582924" y="7865577"/>
              <a:ext cx="242224" cy="82262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361718" y="7865577"/>
              <a:ext cx="240425" cy="82262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102138" y="7865577"/>
              <a:ext cx="244968" cy="82262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352544" y="8111465"/>
              <a:ext cx="244053" cy="85011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905567" y="8111465"/>
              <a:ext cx="244967" cy="85011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3573780" y="8113293"/>
              <a:ext cx="124460" cy="81915"/>
            </a:xfrm>
            <a:custGeom>
              <a:avLst/>
              <a:gdLst/>
              <a:ahLst/>
              <a:cxnLst/>
              <a:rect l="l" t="t" r="r" b="b"/>
              <a:pathLst>
                <a:path w="124460" h="81915">
                  <a:moveTo>
                    <a:pt x="61226" y="59423"/>
                  </a:moveTo>
                  <a:lnTo>
                    <a:pt x="57569" y="58508"/>
                  </a:lnTo>
                  <a:lnTo>
                    <a:pt x="56654" y="60325"/>
                  </a:lnTo>
                  <a:lnTo>
                    <a:pt x="52082" y="71310"/>
                  </a:lnTo>
                  <a:lnTo>
                    <a:pt x="49339" y="72212"/>
                  </a:lnTo>
                  <a:lnTo>
                    <a:pt x="11887" y="72212"/>
                  </a:lnTo>
                  <a:lnTo>
                    <a:pt x="25958" y="63601"/>
                  </a:lnTo>
                  <a:lnTo>
                    <a:pt x="40894" y="51993"/>
                  </a:lnTo>
                  <a:lnTo>
                    <a:pt x="52743" y="38150"/>
                  </a:lnTo>
                  <a:lnTo>
                    <a:pt x="57569" y="22860"/>
                  </a:lnTo>
                  <a:lnTo>
                    <a:pt x="57569" y="16459"/>
                  </a:lnTo>
                  <a:lnTo>
                    <a:pt x="52997" y="9144"/>
                  </a:lnTo>
                  <a:lnTo>
                    <a:pt x="47510" y="5486"/>
                  </a:lnTo>
                  <a:lnTo>
                    <a:pt x="42938" y="1828"/>
                  </a:lnTo>
                  <a:lnTo>
                    <a:pt x="35661" y="0"/>
                  </a:lnTo>
                  <a:lnTo>
                    <a:pt x="21945" y="0"/>
                  </a:lnTo>
                  <a:lnTo>
                    <a:pt x="14630" y="1828"/>
                  </a:lnTo>
                  <a:lnTo>
                    <a:pt x="9144" y="6400"/>
                  </a:lnTo>
                  <a:lnTo>
                    <a:pt x="4572" y="10058"/>
                  </a:lnTo>
                  <a:lnTo>
                    <a:pt x="0" y="16459"/>
                  </a:lnTo>
                  <a:lnTo>
                    <a:pt x="0" y="27432"/>
                  </a:lnTo>
                  <a:lnTo>
                    <a:pt x="2743" y="31991"/>
                  </a:lnTo>
                  <a:lnTo>
                    <a:pt x="10972" y="31991"/>
                  </a:lnTo>
                  <a:lnTo>
                    <a:pt x="14630" y="29248"/>
                  </a:lnTo>
                  <a:lnTo>
                    <a:pt x="14630" y="24676"/>
                  </a:lnTo>
                  <a:lnTo>
                    <a:pt x="13716" y="22860"/>
                  </a:lnTo>
                  <a:lnTo>
                    <a:pt x="12801" y="21945"/>
                  </a:lnTo>
                  <a:lnTo>
                    <a:pt x="11887" y="20104"/>
                  </a:lnTo>
                  <a:lnTo>
                    <a:pt x="10972" y="19202"/>
                  </a:lnTo>
                  <a:lnTo>
                    <a:pt x="10972" y="10058"/>
                  </a:lnTo>
                  <a:lnTo>
                    <a:pt x="21945" y="6400"/>
                  </a:lnTo>
                  <a:lnTo>
                    <a:pt x="37452" y="6400"/>
                  </a:lnTo>
                  <a:lnTo>
                    <a:pt x="43853" y="12801"/>
                  </a:lnTo>
                  <a:lnTo>
                    <a:pt x="43853" y="21945"/>
                  </a:lnTo>
                  <a:lnTo>
                    <a:pt x="20574" y="58864"/>
                  </a:lnTo>
                  <a:lnTo>
                    <a:pt x="0" y="73126"/>
                  </a:lnTo>
                  <a:lnTo>
                    <a:pt x="0" y="81356"/>
                  </a:lnTo>
                  <a:lnTo>
                    <a:pt x="55740" y="81356"/>
                  </a:lnTo>
                  <a:lnTo>
                    <a:pt x="61226" y="59423"/>
                  </a:lnTo>
                  <a:close/>
                </a:path>
                <a:path w="124460" h="81915">
                  <a:moveTo>
                    <a:pt x="124320" y="77698"/>
                  </a:moveTo>
                  <a:lnTo>
                    <a:pt x="112433" y="76784"/>
                  </a:lnTo>
                  <a:lnTo>
                    <a:pt x="110604" y="75882"/>
                  </a:lnTo>
                  <a:lnTo>
                    <a:pt x="110604" y="2755"/>
                  </a:lnTo>
                  <a:lnTo>
                    <a:pt x="106946" y="2755"/>
                  </a:lnTo>
                  <a:lnTo>
                    <a:pt x="85001" y="5486"/>
                  </a:lnTo>
                  <a:lnTo>
                    <a:pt x="85001" y="9144"/>
                  </a:lnTo>
                  <a:lnTo>
                    <a:pt x="98717" y="9144"/>
                  </a:lnTo>
                  <a:lnTo>
                    <a:pt x="99631" y="11887"/>
                  </a:lnTo>
                  <a:lnTo>
                    <a:pt x="99631" y="69469"/>
                  </a:lnTo>
                  <a:lnTo>
                    <a:pt x="98717" y="72212"/>
                  </a:lnTo>
                  <a:lnTo>
                    <a:pt x="98717" y="73126"/>
                  </a:lnTo>
                  <a:lnTo>
                    <a:pt x="96888" y="74968"/>
                  </a:lnTo>
                  <a:lnTo>
                    <a:pt x="93230" y="76784"/>
                  </a:lnTo>
                  <a:lnTo>
                    <a:pt x="88658" y="76784"/>
                  </a:lnTo>
                  <a:lnTo>
                    <a:pt x="85001" y="77698"/>
                  </a:lnTo>
                  <a:lnTo>
                    <a:pt x="85001" y="81356"/>
                  </a:lnTo>
                  <a:lnTo>
                    <a:pt x="124320" y="81356"/>
                  </a:lnTo>
                  <a:lnTo>
                    <a:pt x="124320" y="77698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242042" y="8113288"/>
              <a:ext cx="92274" cy="83189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099395" y="8111465"/>
              <a:ext cx="308975" cy="85011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352544" y="8375629"/>
              <a:ext cx="244053" cy="85011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2905567" y="8375629"/>
              <a:ext cx="246796" cy="85011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3572865" y="8377464"/>
              <a:ext cx="350093" cy="83176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4243791" y="8375629"/>
              <a:ext cx="168219" cy="85011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4435754" y="8379283"/>
              <a:ext cx="194706" cy="78617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4651492" y="8379283"/>
              <a:ext cx="39370" cy="78740"/>
            </a:xfrm>
            <a:custGeom>
              <a:avLst/>
              <a:gdLst/>
              <a:ahLst/>
              <a:cxnLst/>
              <a:rect l="l" t="t" r="r" b="b"/>
              <a:pathLst>
                <a:path w="39370" h="78740">
                  <a:moveTo>
                    <a:pt x="25603" y="0"/>
                  </a:moveTo>
                  <a:lnTo>
                    <a:pt x="21031" y="0"/>
                  </a:lnTo>
                  <a:lnTo>
                    <a:pt x="0" y="3657"/>
                  </a:lnTo>
                  <a:lnTo>
                    <a:pt x="0" y="7324"/>
                  </a:lnTo>
                  <a:lnTo>
                    <a:pt x="12801" y="7324"/>
                  </a:lnTo>
                  <a:lnTo>
                    <a:pt x="13716" y="9144"/>
                  </a:lnTo>
                  <a:lnTo>
                    <a:pt x="13716" y="69473"/>
                  </a:lnTo>
                  <a:lnTo>
                    <a:pt x="12801" y="71307"/>
                  </a:lnTo>
                  <a:lnTo>
                    <a:pt x="12801" y="72213"/>
                  </a:lnTo>
                  <a:lnTo>
                    <a:pt x="10972" y="73130"/>
                  </a:lnTo>
                  <a:lnTo>
                    <a:pt x="8229" y="74962"/>
                  </a:lnTo>
                  <a:lnTo>
                    <a:pt x="2743" y="74962"/>
                  </a:lnTo>
                  <a:lnTo>
                    <a:pt x="0" y="75879"/>
                  </a:lnTo>
                  <a:lnTo>
                    <a:pt x="0" y="78617"/>
                  </a:lnTo>
                  <a:lnTo>
                    <a:pt x="39319" y="78617"/>
                  </a:lnTo>
                  <a:lnTo>
                    <a:pt x="39319" y="75879"/>
                  </a:lnTo>
                  <a:lnTo>
                    <a:pt x="26517" y="74962"/>
                  </a:lnTo>
                  <a:lnTo>
                    <a:pt x="25603" y="74045"/>
                  </a:lnTo>
                  <a:lnTo>
                    <a:pt x="25603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7" name="object 47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4984241" y="8377464"/>
              <a:ext cx="457962" cy="83176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2315980" y="8620612"/>
              <a:ext cx="315361" cy="84999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2868991" y="8620612"/>
              <a:ext cx="317205" cy="84999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4207246" y="8620612"/>
              <a:ext cx="90495" cy="84999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5020787" y="8622435"/>
              <a:ext cx="389412" cy="83176"/>
            </a:xfrm>
            <a:prstGeom prst="rect">
              <a:avLst/>
            </a:prstGeom>
          </p:spPr>
        </p:pic>
      </p:grpSp>
      <p:graphicFrame>
        <p:nvGraphicFramePr>
          <p:cNvPr id="52" name="object 52"/>
          <p:cNvGraphicFramePr>
            <a:graphicFrameLocks noGrp="1"/>
          </p:cNvGraphicFramePr>
          <p:nvPr/>
        </p:nvGraphicFramePr>
        <p:xfrm>
          <a:off x="1723710" y="7309332"/>
          <a:ext cx="4665980" cy="14357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9109"/>
                <a:gridCol w="553085"/>
                <a:gridCol w="529590"/>
                <a:gridCol w="772160"/>
                <a:gridCol w="757555"/>
                <a:gridCol w="753745"/>
                <a:gridCol w="708660"/>
              </a:tblGrid>
              <a:tr h="314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AEE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00AEEF"/>
                      </a:solidFill>
                      <a:prstDash val="solid"/>
                    </a:lnT>
                    <a:lnB w="3175">
                      <a:solidFill>
                        <a:srgbClr val="00AEE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00AEEF"/>
                      </a:solidFill>
                      <a:prstDash val="solid"/>
                    </a:lnT>
                    <a:lnB w="3175">
                      <a:solidFill>
                        <a:srgbClr val="00AEE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00AEEF"/>
                      </a:solidFill>
                      <a:prstDash val="solid"/>
                    </a:lnT>
                    <a:lnB w="3175">
                      <a:solidFill>
                        <a:srgbClr val="00AEE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00AEEF"/>
                      </a:solidFill>
                      <a:prstDash val="solid"/>
                    </a:lnT>
                    <a:lnB w="3175">
                      <a:solidFill>
                        <a:srgbClr val="00AEE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00AEEF"/>
                      </a:solidFill>
                      <a:prstDash val="solid"/>
                    </a:lnT>
                    <a:lnB w="3175">
                      <a:solidFill>
                        <a:srgbClr val="00AEE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00AEEF"/>
                      </a:solidFill>
                      <a:prstDash val="solid"/>
                    </a:lnT>
                    <a:lnB w="3175">
                      <a:solidFill>
                        <a:srgbClr val="00AEE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00AEEF"/>
                      </a:solidFill>
                      <a:prstDash val="solid"/>
                    </a:lnR>
                    <a:lnT w="3175">
                      <a:solidFill>
                        <a:srgbClr val="00AEEF"/>
                      </a:solidFill>
                      <a:prstDash val="solid"/>
                    </a:lnT>
                    <a:lnB w="3175">
                      <a:solidFill>
                        <a:srgbClr val="00AEEF"/>
                      </a:solidFill>
                      <a:prstDash val="solid"/>
                    </a:lnB>
                  </a:tcPr>
                </a:tc>
              </a:tr>
              <a:tr h="1758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AEE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00AEE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00AEE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00AEE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00AEE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00AEE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00AEE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00AEEF"/>
                      </a:solidFill>
                      <a:prstDash val="solid"/>
                    </a:lnR>
                    <a:lnT w="3175">
                      <a:solidFill>
                        <a:srgbClr val="00AEE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</a:tr>
              <a:tr h="2330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AEE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00AEE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</a:tr>
              <a:tr h="2609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AEE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00AEE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AEE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00AEE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</a:tr>
              <a:tr h="2019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AEE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AEEF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AEE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AEE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AEE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AEE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AEE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00AEE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AEEF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</a:tr>
            </a:tbl>
          </a:graphicData>
        </a:graphic>
      </p:graphicFrame>
      <p:pic>
        <p:nvPicPr>
          <p:cNvPr id="53" name="object 53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1900059" y="7495375"/>
            <a:ext cx="121579" cy="104207"/>
          </a:xfrm>
          <a:prstGeom prst="rect">
            <a:avLst/>
          </a:prstGeom>
        </p:spPr>
      </p:pic>
      <p:sp>
        <p:nvSpPr>
          <p:cNvPr id="54" name="object 54"/>
          <p:cNvSpPr/>
          <p:nvPr/>
        </p:nvSpPr>
        <p:spPr>
          <a:xfrm>
            <a:off x="1943030" y="7867399"/>
            <a:ext cx="39370" cy="78740"/>
          </a:xfrm>
          <a:custGeom>
            <a:avLst/>
            <a:gdLst/>
            <a:ahLst/>
            <a:cxnLst/>
            <a:rect l="l" t="t" r="r" b="b"/>
            <a:pathLst>
              <a:path w="39369" h="78740">
                <a:moveTo>
                  <a:pt x="25584" y="0"/>
                </a:moveTo>
                <a:lnTo>
                  <a:pt x="21930" y="0"/>
                </a:lnTo>
                <a:lnTo>
                  <a:pt x="0" y="3654"/>
                </a:lnTo>
                <a:lnTo>
                  <a:pt x="0" y="7309"/>
                </a:lnTo>
                <a:lnTo>
                  <a:pt x="13703" y="7309"/>
                </a:lnTo>
                <a:lnTo>
                  <a:pt x="14618" y="9144"/>
                </a:lnTo>
                <a:lnTo>
                  <a:pt x="14618" y="67650"/>
                </a:lnTo>
                <a:lnTo>
                  <a:pt x="13703" y="69473"/>
                </a:lnTo>
                <a:lnTo>
                  <a:pt x="13703" y="71304"/>
                </a:lnTo>
                <a:lnTo>
                  <a:pt x="11881" y="73127"/>
                </a:lnTo>
                <a:lnTo>
                  <a:pt x="8226" y="74045"/>
                </a:lnTo>
                <a:lnTo>
                  <a:pt x="3654" y="74962"/>
                </a:lnTo>
                <a:lnTo>
                  <a:pt x="0" y="74962"/>
                </a:lnTo>
                <a:lnTo>
                  <a:pt x="0" y="78617"/>
                </a:lnTo>
                <a:lnTo>
                  <a:pt x="39300" y="78617"/>
                </a:lnTo>
                <a:lnTo>
                  <a:pt x="39300" y="74962"/>
                </a:lnTo>
                <a:lnTo>
                  <a:pt x="27419" y="74045"/>
                </a:lnTo>
                <a:lnTo>
                  <a:pt x="25584" y="73127"/>
                </a:lnTo>
                <a:lnTo>
                  <a:pt x="25584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5" name="object 55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3717280" y="8111465"/>
            <a:ext cx="206593" cy="85011"/>
          </a:xfrm>
          <a:prstGeom prst="rect">
            <a:avLst/>
          </a:prstGeom>
        </p:spPr>
      </p:pic>
      <p:grpSp>
        <p:nvGrpSpPr>
          <p:cNvPr id="56" name="object 56"/>
          <p:cNvGrpSpPr/>
          <p:nvPr/>
        </p:nvGrpSpPr>
        <p:grpSpPr>
          <a:xfrm>
            <a:off x="4364462" y="8111465"/>
            <a:ext cx="335915" cy="85090"/>
            <a:chOff x="4364462" y="8111465"/>
            <a:chExt cx="335915" cy="85090"/>
          </a:xfrm>
        </p:grpSpPr>
        <p:pic>
          <p:nvPicPr>
            <p:cNvPr id="57" name="object 57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4364462" y="8116037"/>
              <a:ext cx="122498" cy="78604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4507992" y="8111465"/>
              <a:ext cx="191963" cy="85011"/>
            </a:xfrm>
            <a:prstGeom prst="rect">
              <a:avLst/>
            </a:prstGeom>
          </p:spPr>
        </p:pic>
      </p:grpSp>
      <p:sp>
        <p:nvSpPr>
          <p:cNvPr id="59" name="object 59"/>
          <p:cNvSpPr/>
          <p:nvPr/>
        </p:nvSpPr>
        <p:spPr>
          <a:xfrm>
            <a:off x="5035417" y="8116037"/>
            <a:ext cx="39370" cy="78740"/>
          </a:xfrm>
          <a:custGeom>
            <a:avLst/>
            <a:gdLst/>
            <a:ahLst/>
            <a:cxnLst/>
            <a:rect l="l" t="t" r="r" b="b"/>
            <a:pathLst>
              <a:path w="39370" h="78740">
                <a:moveTo>
                  <a:pt x="25603" y="0"/>
                </a:moveTo>
                <a:lnTo>
                  <a:pt x="21031" y="0"/>
                </a:lnTo>
                <a:lnTo>
                  <a:pt x="0" y="2740"/>
                </a:lnTo>
                <a:lnTo>
                  <a:pt x="0" y="6394"/>
                </a:lnTo>
                <a:lnTo>
                  <a:pt x="12801" y="6394"/>
                </a:lnTo>
                <a:lnTo>
                  <a:pt x="13716" y="9131"/>
                </a:lnTo>
                <a:lnTo>
                  <a:pt x="13716" y="69460"/>
                </a:lnTo>
                <a:lnTo>
                  <a:pt x="12801" y="70378"/>
                </a:lnTo>
                <a:lnTo>
                  <a:pt x="12801" y="71295"/>
                </a:lnTo>
                <a:lnTo>
                  <a:pt x="10972" y="72213"/>
                </a:lnTo>
                <a:lnTo>
                  <a:pt x="8229" y="74032"/>
                </a:lnTo>
                <a:lnTo>
                  <a:pt x="2743" y="74032"/>
                </a:lnTo>
                <a:lnTo>
                  <a:pt x="0" y="74950"/>
                </a:lnTo>
                <a:lnTo>
                  <a:pt x="0" y="78604"/>
                </a:lnTo>
                <a:lnTo>
                  <a:pt x="39288" y="78604"/>
                </a:lnTo>
                <a:lnTo>
                  <a:pt x="39288" y="74950"/>
                </a:lnTo>
                <a:lnTo>
                  <a:pt x="26517" y="74032"/>
                </a:lnTo>
                <a:lnTo>
                  <a:pt x="25603" y="73127"/>
                </a:lnTo>
                <a:lnTo>
                  <a:pt x="25603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0" name="object 60"/>
          <p:cNvGrpSpPr/>
          <p:nvPr/>
        </p:nvGrpSpPr>
        <p:grpSpPr>
          <a:xfrm>
            <a:off x="3430250" y="8620612"/>
            <a:ext cx="241935" cy="85090"/>
            <a:chOff x="3430250" y="8620612"/>
            <a:chExt cx="241935" cy="85090"/>
          </a:xfrm>
        </p:grpSpPr>
        <p:pic>
          <p:nvPicPr>
            <p:cNvPr id="61" name="object 61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3550920" y="8622435"/>
              <a:ext cx="120670" cy="83176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3430250" y="8620612"/>
              <a:ext cx="90525" cy="84999"/>
            </a:xfrm>
            <a:prstGeom prst="rect">
              <a:avLst/>
            </a:prstGeom>
          </p:spPr>
        </p:pic>
      </p:grpSp>
      <p:pic>
        <p:nvPicPr>
          <p:cNvPr id="63" name="object 63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3824234" y="8622434"/>
            <a:ext cx="136214" cy="81354"/>
          </a:xfrm>
          <a:prstGeom prst="rect">
            <a:avLst/>
          </a:prstGeom>
        </p:spPr>
      </p:pic>
      <p:pic>
        <p:nvPicPr>
          <p:cNvPr id="64" name="object 64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4327916" y="8622434"/>
            <a:ext cx="409498" cy="83176"/>
          </a:xfrm>
          <a:prstGeom prst="rect">
            <a:avLst/>
          </a:prstGeom>
        </p:spPr>
      </p:pic>
      <p:pic>
        <p:nvPicPr>
          <p:cNvPr id="65" name="object 65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3463168" y="8116037"/>
            <a:ext cx="94152" cy="79522"/>
          </a:xfrm>
          <a:prstGeom prst="rect">
            <a:avLst/>
          </a:prstGeom>
        </p:spPr>
      </p:pic>
      <p:pic>
        <p:nvPicPr>
          <p:cNvPr id="66" name="object 66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3463168" y="8379283"/>
            <a:ext cx="94152" cy="79534"/>
          </a:xfrm>
          <a:prstGeom prst="rect">
            <a:avLst/>
          </a:prstGeom>
        </p:spPr>
      </p:pic>
      <p:pic>
        <p:nvPicPr>
          <p:cNvPr id="67" name="object 67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5134135" y="7367381"/>
            <a:ext cx="67669" cy="77718"/>
          </a:xfrm>
          <a:prstGeom prst="rect">
            <a:avLst/>
          </a:prstGeom>
        </p:spPr>
      </p:pic>
      <p:grpSp>
        <p:nvGrpSpPr>
          <p:cNvPr id="68" name="object 68"/>
          <p:cNvGrpSpPr/>
          <p:nvPr/>
        </p:nvGrpSpPr>
        <p:grpSpPr>
          <a:xfrm>
            <a:off x="1929314" y="8111465"/>
            <a:ext cx="172085" cy="85090"/>
            <a:chOff x="1929314" y="8111465"/>
            <a:chExt cx="172085" cy="85090"/>
          </a:xfrm>
        </p:grpSpPr>
        <p:pic>
          <p:nvPicPr>
            <p:cNvPr id="69" name="object 69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1929314" y="8113288"/>
              <a:ext cx="92320" cy="83189"/>
            </a:xfrm>
            <a:prstGeom prst="rect">
              <a:avLst/>
            </a:prstGeom>
          </p:spPr>
        </p:pic>
        <p:sp>
          <p:nvSpPr>
            <p:cNvPr id="70" name="object 70"/>
            <p:cNvSpPr/>
            <p:nvPr/>
          </p:nvSpPr>
          <p:spPr>
            <a:xfrm>
              <a:off x="2040828" y="8111465"/>
              <a:ext cx="60960" cy="85090"/>
            </a:xfrm>
            <a:custGeom>
              <a:avLst/>
              <a:gdLst/>
              <a:ahLst/>
              <a:cxnLst/>
              <a:rect l="l" t="t" r="r" b="b"/>
              <a:pathLst>
                <a:path w="60960" h="85090">
                  <a:moveTo>
                    <a:pt x="53016" y="0"/>
                  </a:moveTo>
                  <a:lnTo>
                    <a:pt x="48457" y="0"/>
                  </a:lnTo>
                  <a:lnTo>
                    <a:pt x="47539" y="4572"/>
                  </a:lnTo>
                  <a:lnTo>
                    <a:pt x="4572" y="4572"/>
                  </a:lnTo>
                  <a:lnTo>
                    <a:pt x="4572" y="45695"/>
                  </a:lnTo>
                  <a:lnTo>
                    <a:pt x="9144" y="46613"/>
                  </a:lnTo>
                  <a:lnTo>
                    <a:pt x="13716" y="40218"/>
                  </a:lnTo>
                  <a:lnTo>
                    <a:pt x="19202" y="36563"/>
                  </a:lnTo>
                  <a:lnTo>
                    <a:pt x="32906" y="36563"/>
                  </a:lnTo>
                  <a:lnTo>
                    <a:pt x="38395" y="38386"/>
                  </a:lnTo>
                  <a:lnTo>
                    <a:pt x="42050" y="42958"/>
                  </a:lnTo>
                  <a:lnTo>
                    <a:pt x="45707" y="46613"/>
                  </a:lnTo>
                  <a:lnTo>
                    <a:pt x="47539" y="52102"/>
                  </a:lnTo>
                  <a:lnTo>
                    <a:pt x="47539" y="57591"/>
                  </a:lnTo>
                  <a:lnTo>
                    <a:pt x="45910" y="66412"/>
                  </a:lnTo>
                  <a:lnTo>
                    <a:pt x="41367" y="73352"/>
                  </a:lnTo>
                  <a:lnTo>
                    <a:pt x="34425" y="77893"/>
                  </a:lnTo>
                  <a:lnTo>
                    <a:pt x="25597" y="79522"/>
                  </a:lnTo>
                  <a:lnTo>
                    <a:pt x="21942" y="79522"/>
                  </a:lnTo>
                  <a:lnTo>
                    <a:pt x="11893" y="77699"/>
                  </a:lnTo>
                  <a:lnTo>
                    <a:pt x="11893" y="70378"/>
                  </a:lnTo>
                  <a:lnTo>
                    <a:pt x="13716" y="68555"/>
                  </a:lnTo>
                  <a:lnTo>
                    <a:pt x="13716" y="63069"/>
                  </a:lnTo>
                  <a:lnTo>
                    <a:pt x="10058" y="60329"/>
                  </a:lnTo>
                  <a:lnTo>
                    <a:pt x="2749" y="60329"/>
                  </a:lnTo>
                  <a:lnTo>
                    <a:pt x="0" y="63983"/>
                  </a:lnTo>
                  <a:lnTo>
                    <a:pt x="0" y="74032"/>
                  </a:lnTo>
                  <a:lnTo>
                    <a:pt x="5486" y="78604"/>
                  </a:lnTo>
                  <a:lnTo>
                    <a:pt x="10975" y="81357"/>
                  </a:lnTo>
                  <a:lnTo>
                    <a:pt x="15547" y="84094"/>
                  </a:lnTo>
                  <a:lnTo>
                    <a:pt x="21942" y="85011"/>
                  </a:lnTo>
                  <a:lnTo>
                    <a:pt x="27432" y="85011"/>
                  </a:lnTo>
                  <a:lnTo>
                    <a:pt x="40283" y="83010"/>
                  </a:lnTo>
                  <a:lnTo>
                    <a:pt x="50738" y="77237"/>
                  </a:lnTo>
                  <a:lnTo>
                    <a:pt x="57766" y="68038"/>
                  </a:lnTo>
                  <a:lnTo>
                    <a:pt x="60338" y="55757"/>
                  </a:lnTo>
                  <a:lnTo>
                    <a:pt x="57952" y="44674"/>
                  </a:lnTo>
                  <a:lnTo>
                    <a:pt x="51538" y="36335"/>
                  </a:lnTo>
                  <a:lnTo>
                    <a:pt x="42211" y="31081"/>
                  </a:lnTo>
                  <a:lnTo>
                    <a:pt x="31086" y="29254"/>
                  </a:lnTo>
                  <a:lnTo>
                    <a:pt x="23774" y="29254"/>
                  </a:lnTo>
                  <a:lnTo>
                    <a:pt x="17370" y="31991"/>
                  </a:lnTo>
                  <a:lnTo>
                    <a:pt x="10975" y="36563"/>
                  </a:lnTo>
                  <a:lnTo>
                    <a:pt x="10975" y="13703"/>
                  </a:lnTo>
                  <a:lnTo>
                    <a:pt x="50279" y="13703"/>
                  </a:lnTo>
                  <a:lnTo>
                    <a:pt x="53016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1" name="object 71"/>
          <p:cNvGrpSpPr/>
          <p:nvPr/>
        </p:nvGrpSpPr>
        <p:grpSpPr>
          <a:xfrm>
            <a:off x="1929314" y="8377464"/>
            <a:ext cx="161925" cy="83185"/>
            <a:chOff x="1929314" y="8377464"/>
            <a:chExt cx="161925" cy="83185"/>
          </a:xfrm>
        </p:grpSpPr>
        <p:pic>
          <p:nvPicPr>
            <p:cNvPr id="72" name="object 72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1929314" y="8377464"/>
              <a:ext cx="92320" cy="83176"/>
            </a:xfrm>
            <a:prstGeom prst="rect">
              <a:avLst/>
            </a:prstGeom>
          </p:spPr>
        </p:pic>
        <p:sp>
          <p:nvSpPr>
            <p:cNvPr id="73" name="object 73"/>
            <p:cNvSpPr/>
            <p:nvPr/>
          </p:nvSpPr>
          <p:spPr>
            <a:xfrm>
              <a:off x="2051803" y="8379284"/>
              <a:ext cx="39370" cy="78740"/>
            </a:xfrm>
            <a:custGeom>
              <a:avLst/>
              <a:gdLst/>
              <a:ahLst/>
              <a:cxnLst/>
              <a:rect l="l" t="t" r="r" b="b"/>
              <a:pathLst>
                <a:path w="39369" h="78740">
                  <a:moveTo>
                    <a:pt x="25587" y="0"/>
                  </a:moveTo>
                  <a:lnTo>
                    <a:pt x="21930" y="0"/>
                  </a:lnTo>
                  <a:lnTo>
                    <a:pt x="0" y="3657"/>
                  </a:lnTo>
                  <a:lnTo>
                    <a:pt x="0" y="7324"/>
                  </a:lnTo>
                  <a:lnTo>
                    <a:pt x="13703" y="7324"/>
                  </a:lnTo>
                  <a:lnTo>
                    <a:pt x="14621" y="9144"/>
                  </a:lnTo>
                  <a:lnTo>
                    <a:pt x="14621" y="67653"/>
                  </a:lnTo>
                  <a:lnTo>
                    <a:pt x="13703" y="69473"/>
                  </a:lnTo>
                  <a:lnTo>
                    <a:pt x="13703" y="71307"/>
                  </a:lnTo>
                  <a:lnTo>
                    <a:pt x="11884" y="73130"/>
                  </a:lnTo>
                  <a:lnTo>
                    <a:pt x="8226" y="74962"/>
                  </a:lnTo>
                  <a:lnTo>
                    <a:pt x="3654" y="74962"/>
                  </a:lnTo>
                  <a:lnTo>
                    <a:pt x="0" y="75879"/>
                  </a:lnTo>
                  <a:lnTo>
                    <a:pt x="0" y="78617"/>
                  </a:lnTo>
                  <a:lnTo>
                    <a:pt x="39303" y="78617"/>
                  </a:lnTo>
                  <a:lnTo>
                    <a:pt x="39303" y="75879"/>
                  </a:lnTo>
                  <a:lnTo>
                    <a:pt x="27419" y="74962"/>
                  </a:lnTo>
                  <a:lnTo>
                    <a:pt x="25587" y="74045"/>
                  </a:lnTo>
                  <a:lnTo>
                    <a:pt x="25587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4" name="object 74"/>
          <p:cNvGrpSpPr/>
          <p:nvPr/>
        </p:nvGrpSpPr>
        <p:grpSpPr>
          <a:xfrm>
            <a:off x="1865327" y="8622434"/>
            <a:ext cx="234315" cy="83185"/>
            <a:chOff x="1865327" y="8622434"/>
            <a:chExt cx="234315" cy="83185"/>
          </a:xfrm>
        </p:grpSpPr>
        <p:pic>
          <p:nvPicPr>
            <p:cNvPr id="75" name="object 75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1865327" y="8622434"/>
              <a:ext cx="171843" cy="83176"/>
            </a:xfrm>
            <a:prstGeom prst="rect">
              <a:avLst/>
            </a:prstGeom>
          </p:spPr>
        </p:pic>
        <p:sp>
          <p:nvSpPr>
            <p:cNvPr id="76" name="object 76"/>
            <p:cNvSpPr/>
            <p:nvPr/>
          </p:nvSpPr>
          <p:spPr>
            <a:xfrm>
              <a:off x="2060030" y="8624266"/>
              <a:ext cx="39370" cy="80010"/>
            </a:xfrm>
            <a:custGeom>
              <a:avLst/>
              <a:gdLst/>
              <a:ahLst/>
              <a:cxnLst/>
              <a:rect l="l" t="t" r="r" b="b"/>
              <a:pathLst>
                <a:path w="39369" h="80009">
                  <a:moveTo>
                    <a:pt x="25587" y="0"/>
                  </a:moveTo>
                  <a:lnTo>
                    <a:pt x="21028" y="0"/>
                  </a:lnTo>
                  <a:lnTo>
                    <a:pt x="0" y="3657"/>
                  </a:lnTo>
                  <a:lnTo>
                    <a:pt x="0" y="7312"/>
                  </a:lnTo>
                  <a:lnTo>
                    <a:pt x="12801" y="7312"/>
                  </a:lnTo>
                  <a:lnTo>
                    <a:pt x="13703" y="10049"/>
                  </a:lnTo>
                  <a:lnTo>
                    <a:pt x="13703" y="69460"/>
                  </a:lnTo>
                  <a:lnTo>
                    <a:pt x="12801" y="71295"/>
                  </a:lnTo>
                  <a:lnTo>
                    <a:pt x="12801" y="72213"/>
                  </a:lnTo>
                  <a:lnTo>
                    <a:pt x="10966" y="73118"/>
                  </a:lnTo>
                  <a:lnTo>
                    <a:pt x="8229" y="74950"/>
                  </a:lnTo>
                  <a:lnTo>
                    <a:pt x="3657" y="74950"/>
                  </a:lnTo>
                  <a:lnTo>
                    <a:pt x="0" y="75867"/>
                  </a:lnTo>
                  <a:lnTo>
                    <a:pt x="0" y="79522"/>
                  </a:lnTo>
                  <a:lnTo>
                    <a:pt x="39303" y="79522"/>
                  </a:lnTo>
                  <a:lnTo>
                    <a:pt x="39303" y="75867"/>
                  </a:lnTo>
                  <a:lnTo>
                    <a:pt x="26505" y="74950"/>
                  </a:lnTo>
                  <a:lnTo>
                    <a:pt x="25587" y="74032"/>
                  </a:lnTo>
                  <a:lnTo>
                    <a:pt x="25587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77" name="object 77"/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2532613" y="7673613"/>
            <a:ext cx="94155" cy="83189"/>
          </a:xfrm>
          <a:prstGeom prst="rect">
            <a:avLst/>
          </a:prstGeom>
        </p:spPr>
      </p:pic>
      <p:pic>
        <p:nvPicPr>
          <p:cNvPr id="78" name="object 78"/>
          <p:cNvPicPr/>
          <p:nvPr/>
        </p:nvPicPr>
        <p:blipFill>
          <a:blip r:embed="rId49" cstate="print"/>
          <a:stretch>
            <a:fillRect/>
          </a:stretch>
        </p:blipFill>
        <p:spPr>
          <a:xfrm>
            <a:off x="3081071" y="7673613"/>
            <a:ext cx="94152" cy="83189"/>
          </a:xfrm>
          <a:prstGeom prst="rect">
            <a:avLst/>
          </a:prstGeom>
        </p:spPr>
      </p:pic>
      <p:pic>
        <p:nvPicPr>
          <p:cNvPr id="79" name="object 79"/>
          <p:cNvPicPr/>
          <p:nvPr/>
        </p:nvPicPr>
        <p:blipFill>
          <a:blip r:embed="rId50" cstate="print"/>
          <a:stretch>
            <a:fillRect/>
          </a:stretch>
        </p:blipFill>
        <p:spPr>
          <a:xfrm>
            <a:off x="5774618" y="7671623"/>
            <a:ext cx="239481" cy="81713"/>
          </a:xfrm>
          <a:prstGeom prst="rect">
            <a:avLst/>
          </a:prstGeom>
        </p:spPr>
      </p:pic>
      <p:pic>
        <p:nvPicPr>
          <p:cNvPr id="80" name="object 80"/>
          <p:cNvPicPr/>
          <p:nvPr/>
        </p:nvPicPr>
        <p:blipFill>
          <a:blip r:embed="rId51" cstate="print"/>
          <a:stretch>
            <a:fillRect/>
          </a:stretch>
        </p:blipFill>
        <p:spPr>
          <a:xfrm>
            <a:off x="5774618" y="7872565"/>
            <a:ext cx="241096" cy="81713"/>
          </a:xfrm>
          <a:prstGeom prst="rect">
            <a:avLst/>
          </a:prstGeom>
        </p:spPr>
      </p:pic>
      <p:pic>
        <p:nvPicPr>
          <p:cNvPr id="81" name="object 81"/>
          <p:cNvPicPr/>
          <p:nvPr/>
        </p:nvPicPr>
        <p:blipFill>
          <a:blip r:embed="rId52" cstate="print"/>
          <a:stretch>
            <a:fillRect/>
          </a:stretch>
        </p:blipFill>
        <p:spPr>
          <a:xfrm>
            <a:off x="5774618" y="8110407"/>
            <a:ext cx="311262" cy="83890"/>
          </a:xfrm>
          <a:prstGeom prst="rect">
            <a:avLst/>
          </a:prstGeom>
        </p:spPr>
      </p:pic>
      <p:pic>
        <p:nvPicPr>
          <p:cNvPr id="82" name="object 82"/>
          <p:cNvPicPr/>
          <p:nvPr/>
        </p:nvPicPr>
        <p:blipFill>
          <a:blip r:embed="rId53" cstate="print"/>
          <a:stretch>
            <a:fillRect/>
          </a:stretch>
        </p:blipFill>
        <p:spPr>
          <a:xfrm>
            <a:off x="5774618" y="8391655"/>
            <a:ext cx="381183" cy="81722"/>
          </a:xfrm>
          <a:prstGeom prst="rect">
            <a:avLst/>
          </a:prstGeom>
        </p:spPr>
      </p:pic>
      <p:pic>
        <p:nvPicPr>
          <p:cNvPr id="83" name="object 83"/>
          <p:cNvPicPr/>
          <p:nvPr/>
        </p:nvPicPr>
        <p:blipFill>
          <a:blip r:embed="rId54" cstate="print"/>
          <a:stretch>
            <a:fillRect/>
          </a:stretch>
        </p:blipFill>
        <p:spPr>
          <a:xfrm>
            <a:off x="5774618" y="8598182"/>
            <a:ext cx="382311" cy="81710"/>
          </a:xfrm>
          <a:prstGeom prst="rect">
            <a:avLst/>
          </a:prstGeom>
        </p:spPr>
      </p:pic>
      <p:sp>
        <p:nvSpPr>
          <p:cNvPr id="84" name="object 84"/>
          <p:cNvSpPr/>
          <p:nvPr/>
        </p:nvSpPr>
        <p:spPr>
          <a:xfrm>
            <a:off x="1824236" y="2938259"/>
            <a:ext cx="182880" cy="0"/>
          </a:xfrm>
          <a:custGeom>
            <a:avLst/>
            <a:gdLst/>
            <a:ahLst/>
            <a:cxnLst/>
            <a:rect l="l" t="t" r="r" b="b"/>
            <a:pathLst>
              <a:path w="182880" h="0">
                <a:moveTo>
                  <a:pt x="0" y="0"/>
                </a:moveTo>
                <a:lnTo>
                  <a:pt x="182883" y="0"/>
                </a:lnTo>
              </a:path>
            </a:pathLst>
          </a:custGeom>
          <a:ln w="648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 txBox="1"/>
          <p:nvPr/>
        </p:nvSpPr>
        <p:spPr>
          <a:xfrm>
            <a:off x="1192785" y="2850394"/>
            <a:ext cx="510540" cy="1670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00" i="1">
                <a:latin typeface="Bookman Old Style"/>
                <a:cs typeface="Bookman Old Style"/>
              </a:rPr>
              <a:t>v</a:t>
            </a:r>
            <a:r>
              <a:rPr dirty="0" sz="900" spc="120" i="1">
                <a:latin typeface="Bookman Old Style"/>
                <a:cs typeface="Bookman Old Style"/>
              </a:rPr>
              <a:t> </a:t>
            </a:r>
            <a:r>
              <a:rPr dirty="0" sz="900">
                <a:latin typeface="Bookman Old Style"/>
                <a:cs typeface="Bookman Old Style"/>
              </a:rPr>
              <a:t>=</a:t>
            </a:r>
            <a:r>
              <a:rPr dirty="0" sz="900" spc="210">
                <a:latin typeface="Bookman Old Style"/>
                <a:cs typeface="Bookman Old Style"/>
              </a:rPr>
              <a:t>  </a:t>
            </a:r>
            <a:r>
              <a:rPr dirty="0" sz="900" spc="-25" i="1">
                <a:latin typeface="Bookman Old Style"/>
                <a:cs typeface="Bookman Old Style"/>
              </a:rPr>
              <a:t>lim</a:t>
            </a:r>
            <a:endParaRPr sz="900">
              <a:latin typeface="Bookman Old Style"/>
              <a:cs typeface="Bookman Old Style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1034288" y="1009383"/>
            <a:ext cx="2919730" cy="19075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399415" algn="l"/>
              </a:tabLst>
            </a:pPr>
            <a:r>
              <a:rPr dirty="0" sz="1000" spc="-25" b="1">
                <a:solidFill>
                  <a:srgbClr val="231F20"/>
                </a:solidFill>
                <a:latin typeface="Bookman Old Style"/>
                <a:cs typeface="Bookman Old Style"/>
              </a:rPr>
              <a:t>2.2</a:t>
            </a:r>
            <a:r>
              <a:rPr dirty="0" sz="100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dirty="0" sz="1000" spc="60" b="1">
                <a:solidFill>
                  <a:srgbClr val="00AEEF"/>
                </a:solidFill>
                <a:latin typeface="Bookman Old Style"/>
                <a:cs typeface="Bookman Old Style"/>
              </a:rPr>
              <a:t>INSTANTANEOUS</a:t>
            </a:r>
            <a:r>
              <a:rPr dirty="0" sz="1000" spc="45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 spc="50" b="1">
                <a:solidFill>
                  <a:srgbClr val="00AEEF"/>
                </a:solidFill>
                <a:latin typeface="Bookman Old Style"/>
                <a:cs typeface="Bookman Old Style"/>
              </a:rPr>
              <a:t>VELOCITY</a:t>
            </a:r>
            <a:r>
              <a:rPr dirty="0" sz="1000" spc="45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 spc="55" b="1">
                <a:solidFill>
                  <a:srgbClr val="00AEEF"/>
                </a:solidFill>
                <a:latin typeface="Bookman Old Style"/>
                <a:cs typeface="Bookman Old Style"/>
              </a:rPr>
              <a:t>AND</a:t>
            </a:r>
            <a:r>
              <a:rPr dirty="0" sz="1000" spc="5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 spc="-10" b="1">
                <a:solidFill>
                  <a:srgbClr val="00AEEF"/>
                </a:solidFill>
                <a:latin typeface="Bookman Old Style"/>
                <a:cs typeface="Bookman Old Style"/>
              </a:rPr>
              <a:t>SPEED</a:t>
            </a:r>
            <a:endParaRPr sz="1000">
              <a:latin typeface="Bookman Old Style"/>
              <a:cs typeface="Bookman Old Style"/>
            </a:endParaRPr>
          </a:p>
          <a:p>
            <a:pPr algn="just" marL="12700" marR="8255">
              <a:lnSpc>
                <a:spcPct val="94400"/>
              </a:lnSpc>
              <a:spcBef>
                <a:spcPts val="520"/>
              </a:spcBef>
            </a:pP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average</a:t>
            </a:r>
            <a:r>
              <a:rPr dirty="0" sz="1000" spc="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velocity</a:t>
            </a:r>
            <a:r>
              <a:rPr dirty="0" sz="1000" spc="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tells</a:t>
            </a:r>
            <a:r>
              <a:rPr dirty="0" sz="1000" spc="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us</a:t>
            </a:r>
            <a:r>
              <a:rPr dirty="0" sz="1000" spc="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how</a:t>
            </a:r>
            <a:r>
              <a:rPr dirty="0" sz="1000" spc="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fast</a:t>
            </a:r>
            <a:r>
              <a:rPr dirty="0" sz="1000" spc="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an</a:t>
            </a:r>
            <a:r>
              <a:rPr dirty="0" sz="1000" spc="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object</a:t>
            </a:r>
            <a:r>
              <a:rPr dirty="0" sz="10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has</a:t>
            </a:r>
            <a:r>
              <a:rPr dirty="0" sz="1000" spc="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been</a:t>
            </a:r>
            <a:r>
              <a:rPr dirty="0" sz="1000" spc="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moving</a:t>
            </a:r>
            <a:r>
              <a:rPr dirty="0" sz="1000" spc="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over</a:t>
            </a:r>
            <a:r>
              <a:rPr dirty="0" sz="1000" spc="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</a:t>
            </a:r>
            <a:r>
              <a:rPr dirty="0" sz="1000" spc="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given</a:t>
            </a:r>
            <a:r>
              <a:rPr dirty="0" sz="1000" spc="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time</a:t>
            </a:r>
            <a:r>
              <a:rPr dirty="0" sz="1000" spc="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interval</a:t>
            </a:r>
            <a:r>
              <a:rPr dirty="0" sz="1000" spc="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but</a:t>
            </a:r>
            <a:r>
              <a:rPr dirty="0" sz="100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does</a:t>
            </a:r>
            <a:r>
              <a:rPr dirty="0" sz="1000" spc="1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not</a:t>
            </a:r>
            <a:r>
              <a:rPr dirty="0" sz="1000" spc="1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tell</a:t>
            </a:r>
            <a:r>
              <a:rPr dirty="0" sz="1000" spc="1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us</a:t>
            </a:r>
            <a:r>
              <a:rPr dirty="0" sz="1000" spc="1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how</a:t>
            </a:r>
            <a:r>
              <a:rPr dirty="0" sz="1000" spc="1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fast</a:t>
            </a:r>
            <a:r>
              <a:rPr dirty="0" sz="1000" spc="1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it</a:t>
            </a:r>
            <a:r>
              <a:rPr dirty="0" sz="1000" spc="1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moves</a:t>
            </a:r>
            <a:r>
              <a:rPr dirty="0" sz="1000" spc="1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at</a:t>
            </a:r>
            <a:r>
              <a:rPr dirty="0" sz="1000" spc="1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different</a:t>
            </a:r>
            <a:r>
              <a:rPr dirty="0" sz="10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instants</a:t>
            </a:r>
            <a:r>
              <a:rPr dirty="0" sz="1000" spc="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1000" spc="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time</a:t>
            </a:r>
            <a:r>
              <a:rPr dirty="0" sz="1000" spc="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during</a:t>
            </a:r>
            <a:r>
              <a:rPr dirty="0" sz="1000" spc="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that</a:t>
            </a:r>
            <a:r>
              <a:rPr dirty="0" sz="1000" spc="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interval.</a:t>
            </a:r>
            <a:r>
              <a:rPr dirty="0" sz="1000" spc="3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For</a:t>
            </a:r>
            <a:r>
              <a:rPr dirty="0" sz="1000" spc="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this,</a:t>
            </a:r>
            <a:r>
              <a:rPr dirty="0" sz="10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we</a:t>
            </a:r>
            <a:r>
              <a:rPr dirty="0" sz="1000" spc="229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define</a:t>
            </a:r>
            <a:r>
              <a:rPr dirty="0" sz="1000" spc="2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b="1">
                <a:solidFill>
                  <a:srgbClr val="231F20"/>
                </a:solidFill>
                <a:latin typeface="Bookman Old Style"/>
                <a:cs typeface="Bookman Old Style"/>
              </a:rPr>
              <a:t>instantaneous</a:t>
            </a:r>
            <a:r>
              <a:rPr dirty="0" sz="1000" spc="2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b="1">
                <a:solidFill>
                  <a:srgbClr val="231F20"/>
                </a:solidFill>
                <a:latin typeface="Bookman Old Style"/>
                <a:cs typeface="Bookman Old Style"/>
              </a:rPr>
              <a:t>velocity</a:t>
            </a:r>
            <a:r>
              <a:rPr dirty="0" sz="1000" spc="25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or</a:t>
            </a:r>
            <a:r>
              <a:rPr dirty="0" sz="1000" spc="2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simply</a:t>
            </a:r>
            <a:r>
              <a:rPr dirty="0" sz="10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velocity</a:t>
            </a:r>
            <a:r>
              <a:rPr dirty="0" sz="1000" spc="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v</a:t>
            </a:r>
            <a:r>
              <a:rPr dirty="0" sz="1000" spc="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at</a:t>
            </a:r>
            <a:r>
              <a:rPr dirty="0" sz="1000" spc="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an</a:t>
            </a:r>
            <a:r>
              <a:rPr dirty="0" sz="1000" spc="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instant</a:t>
            </a:r>
            <a:r>
              <a:rPr dirty="0" sz="1000" spc="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5" i="1">
                <a:solidFill>
                  <a:srgbClr val="231F20"/>
                </a:solidFill>
                <a:latin typeface="Bookman Old Style"/>
                <a:cs typeface="Bookman Old Style"/>
              </a:rPr>
              <a:t>t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.</a:t>
            </a:r>
            <a:endParaRPr sz="1000">
              <a:latin typeface="Bookman Old Style"/>
              <a:cs typeface="Bookman Old Style"/>
            </a:endParaRPr>
          </a:p>
          <a:p>
            <a:pPr algn="just" marL="12700" marR="11430" indent="152400">
              <a:lnSpc>
                <a:spcPts val="1200"/>
              </a:lnSpc>
              <a:spcBef>
                <a:spcPts val="20"/>
              </a:spcBef>
            </a:pP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1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velocity</a:t>
            </a:r>
            <a:r>
              <a:rPr dirty="0" sz="1000" spc="1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at</a:t>
            </a:r>
            <a:r>
              <a:rPr dirty="0" sz="1000" spc="1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an</a:t>
            </a:r>
            <a:r>
              <a:rPr dirty="0" sz="1000" spc="1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instant</a:t>
            </a:r>
            <a:r>
              <a:rPr dirty="0" sz="1000" spc="1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is</a:t>
            </a:r>
            <a:r>
              <a:rPr dirty="0" sz="1000" spc="1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defined</a:t>
            </a:r>
            <a:r>
              <a:rPr dirty="0" sz="1000" spc="1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as</a:t>
            </a:r>
            <a:r>
              <a:rPr dirty="0" sz="1000" spc="1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limit</a:t>
            </a:r>
            <a:r>
              <a:rPr dirty="0" sz="1000" spc="-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1000" spc="-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-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average</a:t>
            </a:r>
            <a:r>
              <a:rPr dirty="0" sz="1000" spc="-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velocity</a:t>
            </a:r>
            <a:r>
              <a:rPr dirty="0" sz="1000" spc="-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as</a:t>
            </a:r>
            <a:r>
              <a:rPr dirty="0" sz="1000" spc="-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-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time</a:t>
            </a:r>
            <a:r>
              <a:rPr dirty="0" sz="1000" spc="-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interval</a:t>
            </a:r>
            <a:endParaRPr sz="1000">
              <a:latin typeface="Bookman Old Style"/>
              <a:cs typeface="Bookman Old Style"/>
            </a:endParaRPr>
          </a:p>
          <a:p>
            <a:pPr marL="12700">
              <a:lnSpc>
                <a:spcPts val="1160"/>
              </a:lnSpc>
            </a:pPr>
            <a:r>
              <a:rPr dirty="0" sz="1000">
                <a:solidFill>
                  <a:srgbClr val="231F20"/>
                </a:solidFill>
                <a:latin typeface="Symbol"/>
                <a:cs typeface="Symbol"/>
              </a:rPr>
              <a:t>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t</a:t>
            </a:r>
            <a:r>
              <a:rPr dirty="0" sz="10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becomes</a:t>
            </a:r>
            <a:r>
              <a:rPr dirty="0" sz="1000" spc="-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infinitesimally</a:t>
            </a:r>
            <a:r>
              <a:rPr dirty="0" sz="1000" spc="-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small.</a:t>
            </a:r>
            <a:r>
              <a:rPr dirty="0" sz="10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In</a:t>
            </a:r>
            <a:r>
              <a:rPr dirty="0" sz="1000" spc="-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other</a:t>
            </a:r>
            <a:r>
              <a:rPr dirty="0" sz="1000" spc="-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words,</a:t>
            </a:r>
            <a:endParaRPr sz="1000">
              <a:latin typeface="Bookman Old Style"/>
              <a:cs typeface="Bookman Old Style"/>
            </a:endParaRPr>
          </a:p>
          <a:p>
            <a:pPr marL="805180">
              <a:lnSpc>
                <a:spcPct val="100000"/>
              </a:lnSpc>
              <a:spcBef>
                <a:spcPts val="434"/>
              </a:spcBef>
            </a:pPr>
            <a:r>
              <a:rPr dirty="0" sz="900" spc="-25">
                <a:latin typeface="Symbol"/>
                <a:cs typeface="Symbol"/>
              </a:rPr>
              <a:t></a:t>
            </a:r>
            <a:r>
              <a:rPr dirty="0" sz="900" spc="-25" i="1">
                <a:latin typeface="Bookman Old Style"/>
                <a:cs typeface="Bookman Old Style"/>
              </a:rPr>
              <a:t>x</a:t>
            </a:r>
            <a:endParaRPr sz="900">
              <a:latin typeface="Bookman Old Style"/>
              <a:cs typeface="Bookman Old Style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1442721" y="2972313"/>
            <a:ext cx="541020" cy="1670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700">
                <a:latin typeface="Symbol"/>
                <a:cs typeface="Symbol"/>
              </a:rPr>
              <a:t></a:t>
            </a:r>
            <a:r>
              <a:rPr dirty="0" sz="700" spc="-90">
                <a:latin typeface="Times New Roman"/>
                <a:cs typeface="Times New Roman"/>
              </a:rPr>
              <a:t> </a:t>
            </a:r>
            <a:r>
              <a:rPr dirty="0" sz="700">
                <a:latin typeface="Bookman Old Style"/>
                <a:cs typeface="Bookman Old Style"/>
              </a:rPr>
              <a:t>t</a:t>
            </a:r>
            <a:r>
              <a:rPr dirty="0" sz="700" spc="140">
                <a:latin typeface="Bookman Old Style"/>
                <a:cs typeface="Bookman Old Style"/>
              </a:rPr>
              <a:t> </a:t>
            </a:r>
            <a:r>
              <a:rPr dirty="0" sz="700">
                <a:latin typeface="Symbol"/>
                <a:cs typeface="Symbol"/>
              </a:rPr>
              <a:t></a:t>
            </a:r>
            <a:r>
              <a:rPr dirty="0" sz="700" spc="229">
                <a:latin typeface="Times New Roman"/>
                <a:cs typeface="Times New Roman"/>
              </a:rPr>
              <a:t> </a:t>
            </a:r>
            <a:r>
              <a:rPr dirty="0" sz="700">
                <a:latin typeface="Bookman Old Style"/>
                <a:cs typeface="Bookman Old Style"/>
              </a:rPr>
              <a:t>0</a:t>
            </a:r>
            <a:r>
              <a:rPr dirty="0" sz="700" spc="235">
                <a:latin typeface="Bookman Old Style"/>
                <a:cs typeface="Bookman Old Style"/>
              </a:rPr>
              <a:t> </a:t>
            </a:r>
            <a:r>
              <a:rPr dirty="0" sz="900" spc="-25">
                <a:latin typeface="Symbol"/>
                <a:cs typeface="Symbol"/>
              </a:rPr>
              <a:t></a:t>
            </a:r>
            <a:r>
              <a:rPr dirty="0" sz="900" spc="-25" i="1">
                <a:latin typeface="Bookman Old Style"/>
                <a:cs typeface="Bookman Old Style"/>
              </a:rPr>
              <a:t>t</a:t>
            </a:r>
            <a:endParaRPr sz="900">
              <a:latin typeface="Bookman Old Style"/>
              <a:cs typeface="Bookman Old Style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3576320" y="2865628"/>
            <a:ext cx="36576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(2.1a)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89" name="object 89"/>
          <p:cNvSpPr/>
          <p:nvPr/>
        </p:nvSpPr>
        <p:spPr>
          <a:xfrm>
            <a:off x="1406652" y="3441191"/>
            <a:ext cx="165100" cy="0"/>
          </a:xfrm>
          <a:custGeom>
            <a:avLst/>
            <a:gdLst/>
            <a:ahLst/>
            <a:cxnLst/>
            <a:rect l="l" t="t" r="r" b="b"/>
            <a:pathLst>
              <a:path w="165100" h="0">
                <a:moveTo>
                  <a:pt x="0" y="0"/>
                </a:moveTo>
                <a:lnTo>
                  <a:pt x="164591" y="0"/>
                </a:lnTo>
              </a:path>
            </a:pathLst>
          </a:custGeom>
          <a:ln w="62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 txBox="1"/>
          <p:nvPr/>
        </p:nvSpPr>
        <p:spPr>
          <a:xfrm>
            <a:off x="1290321" y="3255779"/>
            <a:ext cx="273685" cy="3797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5095">
              <a:lnSpc>
                <a:spcPts val="925"/>
              </a:lnSpc>
              <a:spcBef>
                <a:spcPts val="100"/>
              </a:spcBef>
            </a:pPr>
            <a:r>
              <a:rPr dirty="0" sz="900" spc="-25">
                <a:latin typeface="Bookman Old Style"/>
                <a:cs typeface="Bookman Old Style"/>
              </a:rPr>
              <a:t>d</a:t>
            </a:r>
            <a:r>
              <a:rPr dirty="0" sz="900" spc="-25" i="1">
                <a:latin typeface="Bookman Old Style"/>
                <a:cs typeface="Bookman Old Style"/>
              </a:rPr>
              <a:t>x</a:t>
            </a:r>
            <a:endParaRPr sz="900">
              <a:latin typeface="Bookman Old Style"/>
              <a:cs typeface="Bookman Old Style"/>
            </a:endParaRPr>
          </a:p>
          <a:p>
            <a:pPr marL="12700">
              <a:lnSpc>
                <a:spcPts val="850"/>
              </a:lnSpc>
            </a:pPr>
            <a:r>
              <a:rPr dirty="0" sz="900" spc="-50">
                <a:latin typeface="Symbol"/>
                <a:cs typeface="Symbol"/>
              </a:rPr>
              <a:t></a:t>
            </a:r>
            <a:endParaRPr sz="900">
              <a:latin typeface="Symbol"/>
              <a:cs typeface="Symbol"/>
            </a:endParaRPr>
          </a:p>
          <a:p>
            <a:pPr marL="140335">
              <a:lnSpc>
                <a:spcPts val="1010"/>
              </a:lnSpc>
            </a:pPr>
            <a:r>
              <a:rPr dirty="0" sz="900" spc="-25">
                <a:latin typeface="Bookman Old Style"/>
                <a:cs typeface="Bookman Old Style"/>
              </a:rPr>
              <a:t>d</a:t>
            </a:r>
            <a:r>
              <a:rPr dirty="0" sz="900" spc="-25" i="1">
                <a:latin typeface="Bookman Old Style"/>
                <a:cs typeface="Bookman Old Style"/>
              </a:rPr>
              <a:t>t</a:t>
            </a:r>
            <a:endParaRPr sz="900">
              <a:latin typeface="Bookman Old Style"/>
              <a:cs typeface="Bookman Old Style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3576320" y="3283203"/>
            <a:ext cx="36449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(2.1b)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2204722" y="3683565"/>
            <a:ext cx="164465" cy="140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25" i="1">
                <a:latin typeface="Bookman Old Style"/>
                <a:cs typeface="Bookman Old Style"/>
              </a:rPr>
              <a:t>lim</a:t>
            </a:r>
            <a:endParaRPr sz="750">
              <a:latin typeface="Bookman Old Style"/>
              <a:cs typeface="Bookman Old Style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1008888" y="3716019"/>
            <a:ext cx="296608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where</a:t>
            </a:r>
            <a:r>
              <a:rPr dirty="0" sz="1000" spc="-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symbol</a:t>
            </a:r>
            <a:r>
              <a:rPr dirty="0" sz="1000" spc="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baseline="-33333" sz="1125" spc="-15">
                <a:latin typeface="Symbol"/>
                <a:cs typeface="Symbol"/>
              </a:rPr>
              <a:t></a:t>
            </a:r>
            <a:r>
              <a:rPr dirty="0" baseline="-33333" sz="1125" spc="-15" i="1">
                <a:latin typeface="Bookman Old Style"/>
                <a:cs typeface="Bookman Old Style"/>
              </a:rPr>
              <a:t>t</a:t>
            </a:r>
            <a:r>
              <a:rPr dirty="0" baseline="-33333" sz="1125" spc="-187" i="1">
                <a:latin typeface="Bookman Old Style"/>
                <a:cs typeface="Bookman Old Style"/>
              </a:rPr>
              <a:t> </a:t>
            </a:r>
            <a:r>
              <a:rPr dirty="0" baseline="-37037" sz="1125">
                <a:latin typeface="Symbol"/>
                <a:cs typeface="Symbol"/>
              </a:rPr>
              <a:t></a:t>
            </a:r>
            <a:r>
              <a:rPr dirty="0" baseline="-37037" sz="1125" i="1">
                <a:latin typeface="Bookman Old Style"/>
                <a:cs typeface="Bookman Old Style"/>
              </a:rPr>
              <a:t>0</a:t>
            </a:r>
            <a:r>
              <a:rPr dirty="0" baseline="-37037" sz="1125" spc="195" i="1"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stands</a:t>
            </a:r>
            <a:r>
              <a:rPr dirty="0" sz="10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for</a:t>
            </a:r>
            <a:r>
              <a:rPr dirty="0" sz="10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operation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1008888" y="3880611"/>
            <a:ext cx="297624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5555" sz="15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baseline="5555" sz="1500" spc="28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baseline="5555" sz="1500">
                <a:solidFill>
                  <a:srgbClr val="231F20"/>
                </a:solidFill>
                <a:latin typeface="Bookman Old Style"/>
                <a:cs typeface="Bookman Old Style"/>
              </a:rPr>
              <a:t>taking</a:t>
            </a:r>
            <a:r>
              <a:rPr dirty="0" baseline="5555" sz="1500" spc="28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baseline="5555" sz="1500">
                <a:solidFill>
                  <a:srgbClr val="231F20"/>
                </a:solidFill>
                <a:latin typeface="Bookman Old Style"/>
                <a:cs typeface="Bookman Old Style"/>
              </a:rPr>
              <a:t>limit</a:t>
            </a:r>
            <a:r>
              <a:rPr dirty="0" baseline="5555" sz="1500" spc="28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baseline="5555" sz="1500">
                <a:solidFill>
                  <a:srgbClr val="231F20"/>
                </a:solidFill>
                <a:latin typeface="Bookman Old Style"/>
                <a:cs typeface="Bookman Old Style"/>
              </a:rPr>
              <a:t>as</a:t>
            </a:r>
            <a:r>
              <a:rPr dirty="0" baseline="5555" sz="1500" spc="270">
                <a:solidFill>
                  <a:srgbClr val="231F20"/>
                </a:solidFill>
                <a:latin typeface="Times New Roman"/>
                <a:cs typeface="Times New Roman"/>
              </a:rPr>
              <a:t>  </a:t>
            </a:r>
            <a:r>
              <a:rPr dirty="0" baseline="6944" sz="1200">
                <a:solidFill>
                  <a:srgbClr val="231F20"/>
                </a:solidFill>
                <a:latin typeface="Symbol"/>
                <a:cs typeface="Symbol"/>
              </a:rPr>
              <a:t></a:t>
            </a:r>
            <a:r>
              <a:rPr dirty="0" baseline="6944" sz="1200" i="1">
                <a:solidFill>
                  <a:srgbClr val="231F20"/>
                </a:solidFill>
                <a:latin typeface="Bookman Old Style"/>
                <a:cs typeface="Bookman Old Style"/>
              </a:rPr>
              <a:t>t</a:t>
            </a:r>
            <a:r>
              <a:rPr dirty="0" sz="800">
                <a:solidFill>
                  <a:srgbClr val="231F20"/>
                </a:solidFill>
                <a:latin typeface="Wingdings 3"/>
                <a:cs typeface="Wingdings 3"/>
              </a:rPr>
              <a:t></a:t>
            </a:r>
            <a:r>
              <a:rPr dirty="0" baseline="6944" sz="1200">
                <a:solidFill>
                  <a:srgbClr val="231F20"/>
                </a:solidFill>
                <a:latin typeface="Bookman Old Style"/>
                <a:cs typeface="Bookman Old Style"/>
              </a:rPr>
              <a:t>0</a:t>
            </a:r>
            <a:r>
              <a:rPr dirty="0" baseline="6944" sz="1200" spc="367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baseline="5555" sz="15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baseline="5555" sz="1500" spc="277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baseline="5555" sz="15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baseline="5555" sz="1500" spc="277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baseline="5555" sz="1500">
                <a:solidFill>
                  <a:srgbClr val="231F20"/>
                </a:solidFill>
                <a:latin typeface="Bookman Old Style"/>
                <a:cs typeface="Bookman Old Style"/>
              </a:rPr>
              <a:t>quantity</a:t>
            </a:r>
            <a:r>
              <a:rPr dirty="0" baseline="5555" sz="1500" spc="277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baseline="5555" sz="1500">
                <a:solidFill>
                  <a:srgbClr val="231F20"/>
                </a:solidFill>
                <a:latin typeface="Bookman Old Style"/>
                <a:cs typeface="Bookman Old Style"/>
              </a:rPr>
              <a:t>on</a:t>
            </a:r>
            <a:r>
              <a:rPr dirty="0" baseline="5555" sz="1500" spc="277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baseline="5555" sz="1500" spc="-37">
                <a:solidFill>
                  <a:srgbClr val="231F20"/>
                </a:solidFill>
                <a:latin typeface="Bookman Old Style"/>
                <a:cs typeface="Bookman Old Style"/>
              </a:rPr>
              <a:t>its</a:t>
            </a:r>
            <a:endParaRPr baseline="5555" sz="1500">
              <a:latin typeface="Bookman Old Style"/>
              <a:cs typeface="Bookman Old Style"/>
            </a:endParaRPr>
          </a:p>
        </p:txBody>
      </p:sp>
      <p:sp>
        <p:nvSpPr>
          <p:cNvPr id="95" name="object 95"/>
          <p:cNvSpPr/>
          <p:nvPr/>
        </p:nvSpPr>
        <p:spPr>
          <a:xfrm>
            <a:off x="2010154" y="4693925"/>
            <a:ext cx="167640" cy="0"/>
          </a:xfrm>
          <a:custGeom>
            <a:avLst/>
            <a:gdLst/>
            <a:ahLst/>
            <a:cxnLst/>
            <a:rect l="l" t="t" r="r" b="b"/>
            <a:pathLst>
              <a:path w="167639" h="0">
                <a:moveTo>
                  <a:pt x="0" y="0"/>
                </a:moveTo>
                <a:lnTo>
                  <a:pt x="167640" y="0"/>
                </a:lnTo>
              </a:path>
            </a:pathLst>
          </a:custGeom>
          <a:ln w="55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 txBox="1"/>
          <p:nvPr/>
        </p:nvSpPr>
        <p:spPr>
          <a:xfrm>
            <a:off x="1034288" y="4020819"/>
            <a:ext cx="2915920" cy="6546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right.</a:t>
            </a:r>
            <a:r>
              <a:rPr dirty="0" sz="1000" spc="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In</a:t>
            </a:r>
            <a:r>
              <a:rPr dirty="0" sz="1000" spc="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language</a:t>
            </a:r>
            <a:r>
              <a:rPr dirty="0" sz="1000" spc="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1000" spc="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calculus,</a:t>
            </a:r>
            <a:r>
              <a:rPr dirty="0" sz="1000" spc="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quantity</a:t>
            </a:r>
            <a:r>
              <a:rPr dirty="0" sz="10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on</a:t>
            </a:r>
            <a:r>
              <a:rPr dirty="0" sz="1000" spc="3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3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right</a:t>
            </a:r>
            <a:r>
              <a:rPr dirty="0" sz="1000" spc="3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hand</a:t>
            </a:r>
            <a:r>
              <a:rPr dirty="0" sz="1000" spc="3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side</a:t>
            </a:r>
            <a:r>
              <a:rPr dirty="0" sz="1000" spc="3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1000" spc="3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Eq.</a:t>
            </a:r>
            <a:r>
              <a:rPr dirty="0" sz="1000" spc="3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(2.1a)</a:t>
            </a:r>
            <a:r>
              <a:rPr dirty="0" sz="1000" spc="3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is</a:t>
            </a:r>
            <a:r>
              <a:rPr dirty="0" sz="1000" spc="3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differential</a:t>
            </a:r>
            <a:r>
              <a:rPr dirty="0" sz="1000" spc="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coefficient</a:t>
            </a:r>
            <a:r>
              <a:rPr dirty="0" sz="1000" spc="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1000" spc="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x</a:t>
            </a:r>
            <a:r>
              <a:rPr dirty="0" sz="1000" spc="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with</a:t>
            </a:r>
            <a:r>
              <a:rPr dirty="0" sz="1000" spc="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respect</a:t>
            </a:r>
            <a:r>
              <a:rPr dirty="0" sz="1000" spc="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to</a:t>
            </a:r>
            <a:r>
              <a:rPr dirty="0" sz="1000" spc="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t</a:t>
            </a:r>
            <a:r>
              <a:rPr dirty="0" sz="1000" spc="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and</a:t>
            </a:r>
            <a:endParaRPr sz="1000">
              <a:latin typeface="Bookman Old Style"/>
              <a:cs typeface="Bookman Old Style"/>
            </a:endParaRPr>
          </a:p>
          <a:p>
            <a:pPr algn="ctr" marR="807085">
              <a:lnSpc>
                <a:spcPct val="100000"/>
              </a:lnSpc>
              <a:spcBef>
                <a:spcPts val="390"/>
              </a:spcBef>
            </a:pPr>
            <a:r>
              <a:rPr dirty="0" sz="800" spc="-10">
                <a:latin typeface="Bookman Old Style"/>
                <a:cs typeface="Bookman Old Style"/>
              </a:rPr>
              <a:t>d</a:t>
            </a:r>
            <a:r>
              <a:rPr dirty="0" sz="800" spc="-150">
                <a:latin typeface="Bookman Old Style"/>
                <a:cs typeface="Bookman Old Style"/>
              </a:rPr>
              <a:t> </a:t>
            </a:r>
            <a:r>
              <a:rPr dirty="0" sz="800" spc="-60" i="1">
                <a:latin typeface="Bookman Old Style"/>
                <a:cs typeface="Bookman Old Style"/>
              </a:rPr>
              <a:t>x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1996441" y="4694422"/>
            <a:ext cx="28194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800" spc="-10">
                <a:latin typeface="Bookman Old Style"/>
                <a:cs typeface="Bookman Old Style"/>
              </a:rPr>
              <a:t>d</a:t>
            </a:r>
            <a:r>
              <a:rPr dirty="0" sz="800" spc="-180">
                <a:latin typeface="Bookman Old Style"/>
                <a:cs typeface="Bookman Old Style"/>
              </a:rPr>
              <a:t> </a:t>
            </a:r>
            <a:r>
              <a:rPr dirty="0" sz="800" i="1">
                <a:latin typeface="Bookman Old Style"/>
                <a:cs typeface="Bookman Old Style"/>
              </a:rPr>
              <a:t>t</a:t>
            </a:r>
            <a:r>
              <a:rPr dirty="0" sz="800" spc="195" i="1">
                <a:latin typeface="Bookman Old Style"/>
                <a:cs typeface="Bookman Old Style"/>
              </a:rPr>
              <a:t> </a:t>
            </a:r>
            <a:r>
              <a:rPr dirty="0" baseline="36111" sz="1500" spc="-75">
                <a:solidFill>
                  <a:srgbClr val="231F20"/>
                </a:solidFill>
                <a:latin typeface="Bookman Old Style"/>
                <a:cs typeface="Bookman Old Style"/>
              </a:rPr>
              <a:t>.</a:t>
            </a:r>
            <a:endParaRPr baseline="36111" sz="1500">
              <a:latin typeface="Bookman Old Style"/>
              <a:cs typeface="Bookman Old Style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1034288" y="4609083"/>
            <a:ext cx="291592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01115" algn="l"/>
              </a:tabLst>
            </a:pP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is</a:t>
            </a:r>
            <a:r>
              <a:rPr dirty="0" sz="1000" spc="11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denoted</a:t>
            </a:r>
            <a:r>
              <a:rPr dirty="0" sz="1000" spc="1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by</a:t>
            </a:r>
            <a:r>
              <a:rPr dirty="0" sz="100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It</a:t>
            </a:r>
            <a:r>
              <a:rPr dirty="0" sz="1000" spc="1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is</a:t>
            </a:r>
            <a:r>
              <a:rPr dirty="0" sz="1000" spc="1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1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rate</a:t>
            </a:r>
            <a:r>
              <a:rPr dirty="0" sz="1000" spc="1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1000" spc="1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change</a:t>
            </a:r>
            <a:r>
              <a:rPr dirty="0" sz="1000" spc="1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1008888" y="4859019"/>
            <a:ext cx="2980690" cy="1732280"/>
          </a:xfrm>
          <a:prstGeom prst="rect">
            <a:avLst/>
          </a:prstGeom>
        </p:spPr>
        <p:txBody>
          <a:bodyPr wrap="square" lIns="0" tIns="27940" rIns="0" bIns="0" rtlCol="0" vert="horz">
            <a:spAutoFit/>
          </a:bodyPr>
          <a:lstStyle/>
          <a:p>
            <a:pPr algn="just" marL="38100">
              <a:lnSpc>
                <a:spcPct val="100000"/>
              </a:lnSpc>
              <a:spcBef>
                <a:spcPts val="220"/>
              </a:spcBef>
            </a:pP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position</a:t>
            </a:r>
            <a:r>
              <a:rPr dirty="0" sz="1000" spc="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with</a:t>
            </a:r>
            <a:r>
              <a:rPr dirty="0" sz="1000" spc="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respect</a:t>
            </a:r>
            <a:r>
              <a:rPr dirty="0" sz="1000" spc="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to</a:t>
            </a:r>
            <a:r>
              <a:rPr dirty="0" sz="1000" spc="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time,</a:t>
            </a:r>
            <a:r>
              <a:rPr dirty="0" sz="1000" spc="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at</a:t>
            </a:r>
            <a:r>
              <a:rPr dirty="0" sz="1000" spc="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that</a:t>
            </a:r>
            <a:r>
              <a:rPr dirty="0" sz="1000" spc="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instant.</a:t>
            </a:r>
            <a:endParaRPr sz="1000">
              <a:latin typeface="Bookman Old Style"/>
              <a:cs typeface="Bookman Old Style"/>
            </a:endParaRPr>
          </a:p>
          <a:p>
            <a:pPr algn="just" marL="38100" marR="30480" indent="152400">
              <a:lnSpc>
                <a:spcPct val="100000"/>
              </a:lnSpc>
              <a:spcBef>
                <a:spcPts val="120"/>
              </a:spcBef>
            </a:pP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We</a:t>
            </a:r>
            <a:r>
              <a:rPr dirty="0" sz="1000" spc="3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can</a:t>
            </a:r>
            <a:r>
              <a:rPr dirty="0" sz="1000" spc="3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use</a:t>
            </a:r>
            <a:r>
              <a:rPr dirty="0" sz="1000" spc="3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Eq.</a:t>
            </a:r>
            <a:r>
              <a:rPr dirty="0" sz="1000" spc="3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(2.1a)</a:t>
            </a:r>
            <a:r>
              <a:rPr dirty="0" sz="1000" spc="3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for</a:t>
            </a:r>
            <a:r>
              <a:rPr dirty="0" sz="1000" spc="3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obtaining</a:t>
            </a:r>
            <a:r>
              <a:rPr dirty="0" sz="1000" spc="3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85">
                <a:solidFill>
                  <a:srgbClr val="231F20"/>
                </a:solidFill>
                <a:latin typeface="Bookman Old Style"/>
                <a:cs typeface="Bookman Old Style"/>
              </a:rPr>
              <a:t>value</a:t>
            </a:r>
            <a:r>
              <a:rPr dirty="0" sz="1000" spc="4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5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1000" spc="4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90">
                <a:solidFill>
                  <a:srgbClr val="231F20"/>
                </a:solidFill>
                <a:latin typeface="Bookman Old Style"/>
                <a:cs typeface="Bookman Old Style"/>
              </a:rPr>
              <a:t>velocity</a:t>
            </a:r>
            <a:r>
              <a:rPr dirty="0" sz="1000" spc="4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55">
                <a:solidFill>
                  <a:srgbClr val="231F20"/>
                </a:solidFill>
                <a:latin typeface="Bookman Old Style"/>
                <a:cs typeface="Bookman Old Style"/>
              </a:rPr>
              <a:t>at</a:t>
            </a:r>
            <a:r>
              <a:rPr dirty="0" sz="1000" spc="4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55">
                <a:solidFill>
                  <a:srgbClr val="231F20"/>
                </a:solidFill>
                <a:latin typeface="Bookman Old Style"/>
                <a:cs typeface="Bookman Old Style"/>
              </a:rPr>
              <a:t>an</a:t>
            </a:r>
            <a:r>
              <a:rPr dirty="0" sz="1000" spc="4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95">
                <a:solidFill>
                  <a:srgbClr val="231F20"/>
                </a:solidFill>
                <a:latin typeface="Bookman Old Style"/>
                <a:cs typeface="Bookman Old Style"/>
              </a:rPr>
              <a:t>instant</a:t>
            </a:r>
            <a:r>
              <a:rPr dirty="0" sz="1000" spc="4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80">
                <a:solidFill>
                  <a:srgbClr val="231F20"/>
                </a:solidFill>
                <a:latin typeface="Bookman Old Style"/>
                <a:cs typeface="Bookman Old Style"/>
              </a:rPr>
              <a:t>either</a:t>
            </a:r>
            <a:r>
              <a:rPr dirty="0" sz="1000" spc="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b="1">
                <a:solidFill>
                  <a:srgbClr val="231F20"/>
                </a:solidFill>
                <a:latin typeface="Bookman Old Style"/>
                <a:cs typeface="Bookman Old Style"/>
              </a:rPr>
              <a:t>graphically</a:t>
            </a:r>
            <a:r>
              <a:rPr dirty="0" sz="1000" spc="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or</a:t>
            </a:r>
            <a:r>
              <a:rPr dirty="0" sz="1000" spc="1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b="1">
                <a:solidFill>
                  <a:srgbClr val="231F20"/>
                </a:solidFill>
                <a:latin typeface="Bookman Old Style"/>
                <a:cs typeface="Bookman Old Style"/>
              </a:rPr>
              <a:t>numerically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.</a:t>
            </a:r>
            <a:r>
              <a:rPr dirty="0" sz="1000" spc="1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Suppose</a:t>
            </a:r>
            <a:r>
              <a:rPr dirty="0" sz="1000" spc="1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that</a:t>
            </a:r>
            <a:r>
              <a:rPr dirty="0" sz="1000" spc="11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we</a:t>
            </a:r>
            <a:r>
              <a:rPr dirty="0" sz="100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55">
                <a:solidFill>
                  <a:srgbClr val="231F20"/>
                </a:solidFill>
                <a:latin typeface="Bookman Old Style"/>
                <a:cs typeface="Bookman Old Style"/>
              </a:rPr>
              <a:t>want</a:t>
            </a:r>
            <a:r>
              <a:rPr dirty="0" sz="1000" spc="4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to</a:t>
            </a:r>
            <a:r>
              <a:rPr dirty="0" sz="1000" spc="4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60">
                <a:solidFill>
                  <a:srgbClr val="231F20"/>
                </a:solidFill>
                <a:latin typeface="Bookman Old Style"/>
                <a:cs typeface="Bookman Old Style"/>
              </a:rPr>
              <a:t>obtain</a:t>
            </a:r>
            <a:r>
              <a:rPr dirty="0" sz="1000" spc="4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65">
                <a:solidFill>
                  <a:srgbClr val="231F20"/>
                </a:solidFill>
                <a:latin typeface="Bookman Old Style"/>
                <a:cs typeface="Bookman Old Style"/>
              </a:rPr>
              <a:t>graphically</a:t>
            </a:r>
            <a:r>
              <a:rPr dirty="0" sz="1000" spc="4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4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60">
                <a:solidFill>
                  <a:srgbClr val="231F20"/>
                </a:solidFill>
                <a:latin typeface="Bookman Old Style"/>
                <a:cs typeface="Bookman Old Style"/>
              </a:rPr>
              <a:t>value</a:t>
            </a:r>
            <a:r>
              <a:rPr dirty="0" sz="1000" spc="4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45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1000" spc="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velocity</a:t>
            </a:r>
            <a:r>
              <a:rPr dirty="0" sz="1000" spc="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at</a:t>
            </a:r>
            <a:r>
              <a:rPr dirty="0" sz="1000" spc="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time</a:t>
            </a:r>
            <a:r>
              <a:rPr dirty="0" sz="1000" spc="3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t</a:t>
            </a:r>
            <a:r>
              <a:rPr dirty="0" sz="1000" spc="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=</a:t>
            </a:r>
            <a:r>
              <a:rPr dirty="0" sz="1000" spc="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4</a:t>
            </a:r>
            <a:r>
              <a:rPr dirty="0" sz="1000" spc="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s</a:t>
            </a:r>
            <a:r>
              <a:rPr dirty="0" sz="1000" spc="2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(point</a:t>
            </a:r>
            <a:r>
              <a:rPr dirty="0" sz="1000" spc="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P)</a:t>
            </a:r>
            <a:r>
              <a:rPr dirty="0" sz="1000" spc="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for</a:t>
            </a:r>
            <a:r>
              <a:rPr dirty="0" sz="1000" spc="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motion</a:t>
            </a:r>
            <a:r>
              <a:rPr dirty="0" sz="10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1000" spc="1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1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car</a:t>
            </a:r>
            <a:r>
              <a:rPr dirty="0" sz="1000" spc="1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represented</a:t>
            </a:r>
            <a:r>
              <a:rPr dirty="0" sz="1000" spc="1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in</a:t>
            </a:r>
            <a:r>
              <a:rPr dirty="0" sz="1000" spc="1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Fig.2.1</a:t>
            </a:r>
            <a:r>
              <a:rPr dirty="0" sz="1000" spc="1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calculation.</a:t>
            </a:r>
            <a:r>
              <a:rPr dirty="0" sz="10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Let</a:t>
            </a:r>
            <a:r>
              <a:rPr dirty="0" sz="1000" spc="1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us</a:t>
            </a:r>
            <a:r>
              <a:rPr dirty="0" sz="1000" spc="1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take</a:t>
            </a:r>
            <a:r>
              <a:rPr dirty="0" sz="1000" spc="1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Symbol"/>
                <a:cs typeface="Symbol"/>
              </a:rPr>
              <a:t>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t</a:t>
            </a:r>
            <a:r>
              <a:rPr dirty="0" sz="1000" spc="1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=</a:t>
            </a:r>
            <a:r>
              <a:rPr dirty="0" sz="1000" spc="1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2</a:t>
            </a:r>
            <a:r>
              <a:rPr dirty="0" sz="1000" spc="1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s</a:t>
            </a:r>
            <a:r>
              <a:rPr dirty="0" sz="1000" spc="1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centred</a:t>
            </a:r>
            <a:r>
              <a:rPr dirty="0" sz="1000" spc="1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at</a:t>
            </a:r>
            <a:r>
              <a:rPr dirty="0" sz="1000" spc="1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t</a:t>
            </a:r>
            <a:r>
              <a:rPr dirty="0" sz="1000" spc="1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=</a:t>
            </a:r>
            <a:r>
              <a:rPr dirty="0" sz="1000" spc="1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4</a:t>
            </a:r>
            <a:r>
              <a:rPr dirty="0" sz="1000" spc="1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s.</a:t>
            </a:r>
            <a:r>
              <a:rPr dirty="0" sz="1000" spc="1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Then,</a:t>
            </a:r>
            <a:r>
              <a:rPr dirty="0" sz="10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by</a:t>
            </a:r>
            <a:r>
              <a:rPr dirty="0" sz="1000" spc="2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229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definition</a:t>
            </a:r>
            <a:r>
              <a:rPr dirty="0" sz="1000" spc="229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1000" spc="229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229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average</a:t>
            </a:r>
            <a:r>
              <a:rPr dirty="0" sz="1000" spc="229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velocity,</a:t>
            </a:r>
            <a:r>
              <a:rPr dirty="0" sz="1000" spc="229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slope</a:t>
            </a:r>
            <a:r>
              <a:rPr dirty="0" sz="1000" spc="1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1000" spc="11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line</a:t>
            </a:r>
            <a:r>
              <a:rPr dirty="0" sz="1000" spc="11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P</a:t>
            </a:r>
            <a:r>
              <a:rPr dirty="0" baseline="-23148" sz="900">
                <a:solidFill>
                  <a:srgbClr val="231F20"/>
                </a:solidFill>
                <a:latin typeface="Bookman Old Style"/>
                <a:cs typeface="Bookman Old Style"/>
              </a:rPr>
              <a:t>1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P</a:t>
            </a:r>
            <a:r>
              <a:rPr dirty="0" baseline="-23148" sz="900">
                <a:solidFill>
                  <a:srgbClr val="231F20"/>
                </a:solidFill>
                <a:latin typeface="Bookman Old Style"/>
                <a:cs typeface="Bookman Old Style"/>
              </a:rPr>
              <a:t>2</a:t>
            </a:r>
            <a:r>
              <a:rPr dirty="0" baseline="-23148" sz="900" spc="262">
                <a:solidFill>
                  <a:srgbClr val="231F20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(</a:t>
            </a:r>
            <a:r>
              <a:rPr dirty="0" sz="1000" spc="11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Fig.</a:t>
            </a:r>
            <a:r>
              <a:rPr dirty="0" sz="1000" spc="1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2.1)</a:t>
            </a:r>
            <a:r>
              <a:rPr dirty="0" sz="1000" spc="10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gives</a:t>
            </a:r>
            <a:r>
              <a:rPr dirty="0" sz="1000" spc="1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1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value</a:t>
            </a:r>
            <a:r>
              <a:rPr dirty="0" sz="1000" spc="10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100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average</a:t>
            </a:r>
            <a:r>
              <a:rPr dirty="0" sz="1000" spc="1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velocity</a:t>
            </a:r>
            <a:r>
              <a:rPr dirty="0" sz="1000" spc="1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over</a:t>
            </a:r>
            <a:r>
              <a:rPr dirty="0" sz="1000" spc="1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1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interval</a:t>
            </a:r>
            <a:r>
              <a:rPr dirty="0" sz="1000" spc="300">
                <a:solidFill>
                  <a:srgbClr val="231F20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3</a:t>
            </a:r>
            <a:r>
              <a:rPr dirty="0" sz="1000" spc="1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s</a:t>
            </a:r>
            <a:r>
              <a:rPr dirty="0" sz="1000" spc="1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to</a:t>
            </a:r>
            <a:r>
              <a:rPr dirty="0" sz="1000" spc="1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5</a:t>
            </a:r>
            <a:r>
              <a:rPr dirty="0" sz="1000" spc="1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s.</a:t>
            </a:r>
            <a:endParaRPr sz="1000">
              <a:latin typeface="Bookman Old Style"/>
              <a:cs typeface="Bookman Old Style"/>
            </a:endParaRPr>
          </a:p>
        </p:txBody>
      </p:sp>
      <p:grpSp>
        <p:nvGrpSpPr>
          <p:cNvPr id="100" name="object 100"/>
          <p:cNvGrpSpPr/>
          <p:nvPr/>
        </p:nvGrpSpPr>
        <p:grpSpPr>
          <a:xfrm>
            <a:off x="4895154" y="2771536"/>
            <a:ext cx="48895" cy="74295"/>
            <a:chOff x="4895154" y="2771536"/>
            <a:chExt cx="48895" cy="74295"/>
          </a:xfrm>
        </p:grpSpPr>
        <p:sp>
          <p:nvSpPr>
            <p:cNvPr id="101" name="object 101"/>
            <p:cNvSpPr/>
            <p:nvPr/>
          </p:nvSpPr>
          <p:spPr>
            <a:xfrm>
              <a:off x="4895176" y="2771551"/>
              <a:ext cx="48895" cy="74295"/>
            </a:xfrm>
            <a:custGeom>
              <a:avLst/>
              <a:gdLst/>
              <a:ahLst/>
              <a:cxnLst/>
              <a:rect l="l" t="t" r="r" b="b"/>
              <a:pathLst>
                <a:path w="48895" h="74294">
                  <a:moveTo>
                    <a:pt x="32887" y="0"/>
                  </a:moveTo>
                  <a:lnTo>
                    <a:pt x="18287" y="0"/>
                  </a:lnTo>
                  <a:lnTo>
                    <a:pt x="12801" y="1828"/>
                  </a:lnTo>
                  <a:lnTo>
                    <a:pt x="9143" y="5455"/>
                  </a:lnTo>
                  <a:lnTo>
                    <a:pt x="4571" y="9113"/>
                  </a:lnTo>
                  <a:lnTo>
                    <a:pt x="2743" y="14599"/>
                  </a:lnTo>
                  <a:lnTo>
                    <a:pt x="1828" y="21915"/>
                  </a:lnTo>
                  <a:lnTo>
                    <a:pt x="10972" y="22829"/>
                  </a:lnTo>
                  <a:lnTo>
                    <a:pt x="10972" y="18257"/>
                  </a:lnTo>
                  <a:lnTo>
                    <a:pt x="12801" y="14599"/>
                  </a:lnTo>
                  <a:lnTo>
                    <a:pt x="14599" y="11856"/>
                  </a:lnTo>
                  <a:lnTo>
                    <a:pt x="17373" y="9113"/>
                  </a:lnTo>
                  <a:lnTo>
                    <a:pt x="21031" y="7315"/>
                  </a:lnTo>
                  <a:lnTo>
                    <a:pt x="29260" y="7315"/>
                  </a:lnTo>
                  <a:lnTo>
                    <a:pt x="32887" y="9113"/>
                  </a:lnTo>
                  <a:lnTo>
                    <a:pt x="35631" y="10942"/>
                  </a:lnTo>
                  <a:lnTo>
                    <a:pt x="38404" y="13685"/>
                  </a:lnTo>
                  <a:lnTo>
                    <a:pt x="39319" y="16428"/>
                  </a:lnTo>
                  <a:lnTo>
                    <a:pt x="39319" y="23743"/>
                  </a:lnTo>
                  <a:lnTo>
                    <a:pt x="38404" y="27401"/>
                  </a:lnTo>
                  <a:lnTo>
                    <a:pt x="34747" y="31028"/>
                  </a:lnTo>
                  <a:lnTo>
                    <a:pt x="31973" y="35600"/>
                  </a:lnTo>
                  <a:lnTo>
                    <a:pt x="26517" y="40172"/>
                  </a:lnTo>
                  <a:lnTo>
                    <a:pt x="19171" y="46542"/>
                  </a:lnTo>
                  <a:lnTo>
                    <a:pt x="13715" y="51114"/>
                  </a:lnTo>
                  <a:lnTo>
                    <a:pt x="10058" y="54772"/>
                  </a:lnTo>
                  <a:lnTo>
                    <a:pt x="7315" y="58430"/>
                  </a:lnTo>
                  <a:lnTo>
                    <a:pt x="4571" y="61173"/>
                  </a:lnTo>
                  <a:lnTo>
                    <a:pt x="2743" y="64830"/>
                  </a:lnTo>
                  <a:lnTo>
                    <a:pt x="914" y="67543"/>
                  </a:lnTo>
                  <a:lnTo>
                    <a:pt x="0" y="70286"/>
                  </a:lnTo>
                  <a:lnTo>
                    <a:pt x="0" y="73944"/>
                  </a:lnTo>
                  <a:lnTo>
                    <a:pt x="48432" y="73944"/>
                  </a:lnTo>
                  <a:lnTo>
                    <a:pt x="48432" y="65714"/>
                  </a:lnTo>
                  <a:lnTo>
                    <a:pt x="12801" y="65714"/>
                  </a:lnTo>
                  <a:lnTo>
                    <a:pt x="14599" y="62087"/>
                  </a:lnTo>
                  <a:lnTo>
                    <a:pt x="16459" y="60258"/>
                  </a:lnTo>
                  <a:lnTo>
                    <a:pt x="18287" y="59344"/>
                  </a:lnTo>
                  <a:lnTo>
                    <a:pt x="26517" y="51114"/>
                  </a:lnTo>
                  <a:lnTo>
                    <a:pt x="33832" y="45628"/>
                  </a:lnTo>
                  <a:lnTo>
                    <a:pt x="43891" y="35600"/>
                  </a:lnTo>
                  <a:lnTo>
                    <a:pt x="45689" y="31943"/>
                  </a:lnTo>
                  <a:lnTo>
                    <a:pt x="46603" y="29199"/>
                  </a:lnTo>
                  <a:lnTo>
                    <a:pt x="48432" y="26456"/>
                  </a:lnTo>
                  <a:lnTo>
                    <a:pt x="48432" y="14599"/>
                  </a:lnTo>
                  <a:lnTo>
                    <a:pt x="46603" y="10027"/>
                  </a:lnTo>
                  <a:lnTo>
                    <a:pt x="38404" y="1828"/>
                  </a:lnTo>
                  <a:lnTo>
                    <a:pt x="32887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/>
            <p:cNvSpPr/>
            <p:nvPr/>
          </p:nvSpPr>
          <p:spPr>
            <a:xfrm>
              <a:off x="4895156" y="2771537"/>
              <a:ext cx="48895" cy="74295"/>
            </a:xfrm>
            <a:custGeom>
              <a:avLst/>
              <a:gdLst/>
              <a:ahLst/>
              <a:cxnLst/>
              <a:rect l="l" t="t" r="r" b="b"/>
              <a:pathLst>
                <a:path w="48895" h="74294">
                  <a:moveTo>
                    <a:pt x="48464" y="65732"/>
                  </a:moveTo>
                  <a:lnTo>
                    <a:pt x="48464" y="73956"/>
                  </a:lnTo>
                  <a:lnTo>
                    <a:pt x="0" y="73956"/>
                  </a:lnTo>
                  <a:lnTo>
                    <a:pt x="0" y="72129"/>
                  </a:lnTo>
                  <a:lnTo>
                    <a:pt x="0" y="70301"/>
                  </a:lnTo>
                  <a:lnTo>
                    <a:pt x="945" y="67560"/>
                  </a:lnTo>
                  <a:lnTo>
                    <a:pt x="2745" y="64818"/>
                  </a:lnTo>
                  <a:lnTo>
                    <a:pt x="4575" y="61163"/>
                  </a:lnTo>
                  <a:lnTo>
                    <a:pt x="7320" y="58422"/>
                  </a:lnTo>
                  <a:lnTo>
                    <a:pt x="10065" y="54766"/>
                  </a:lnTo>
                  <a:lnTo>
                    <a:pt x="13725" y="51111"/>
                  </a:lnTo>
                  <a:lnTo>
                    <a:pt x="19215" y="46573"/>
                  </a:lnTo>
                  <a:lnTo>
                    <a:pt x="26535" y="40176"/>
                  </a:lnTo>
                  <a:lnTo>
                    <a:pt x="31994" y="35607"/>
                  </a:lnTo>
                  <a:lnTo>
                    <a:pt x="34770" y="31038"/>
                  </a:lnTo>
                  <a:lnTo>
                    <a:pt x="38399" y="27383"/>
                  </a:lnTo>
                  <a:lnTo>
                    <a:pt x="39314" y="23728"/>
                  </a:lnTo>
                  <a:lnTo>
                    <a:pt x="39314" y="20073"/>
                  </a:lnTo>
                  <a:lnTo>
                    <a:pt x="39314" y="16448"/>
                  </a:lnTo>
                  <a:lnTo>
                    <a:pt x="38399" y="13706"/>
                  </a:lnTo>
                  <a:lnTo>
                    <a:pt x="35654" y="10965"/>
                  </a:lnTo>
                  <a:lnTo>
                    <a:pt x="32909" y="9137"/>
                  </a:lnTo>
                  <a:lnTo>
                    <a:pt x="29280" y="7310"/>
                  </a:lnTo>
                  <a:lnTo>
                    <a:pt x="25620" y="7310"/>
                  </a:lnTo>
                  <a:lnTo>
                    <a:pt x="21045" y="7310"/>
                  </a:lnTo>
                  <a:lnTo>
                    <a:pt x="17385" y="9137"/>
                  </a:lnTo>
                  <a:lnTo>
                    <a:pt x="14640" y="11879"/>
                  </a:lnTo>
                  <a:lnTo>
                    <a:pt x="12810" y="14620"/>
                  </a:lnTo>
                  <a:lnTo>
                    <a:pt x="10980" y="18275"/>
                  </a:lnTo>
                  <a:lnTo>
                    <a:pt x="10980" y="22814"/>
                  </a:lnTo>
                  <a:lnTo>
                    <a:pt x="1830" y="21931"/>
                  </a:lnTo>
                  <a:lnTo>
                    <a:pt x="2745" y="14620"/>
                  </a:lnTo>
                  <a:lnTo>
                    <a:pt x="4575" y="9137"/>
                  </a:lnTo>
                  <a:lnTo>
                    <a:pt x="9150" y="5482"/>
                  </a:lnTo>
                  <a:lnTo>
                    <a:pt x="12810" y="1827"/>
                  </a:lnTo>
                  <a:lnTo>
                    <a:pt x="18300" y="0"/>
                  </a:lnTo>
                  <a:lnTo>
                    <a:pt x="25620" y="0"/>
                  </a:lnTo>
                  <a:lnTo>
                    <a:pt x="32909" y="0"/>
                  </a:lnTo>
                  <a:lnTo>
                    <a:pt x="38399" y="1827"/>
                  </a:lnTo>
                  <a:lnTo>
                    <a:pt x="42974" y="6396"/>
                  </a:lnTo>
                  <a:lnTo>
                    <a:pt x="46634" y="10051"/>
                  </a:lnTo>
                  <a:lnTo>
                    <a:pt x="48464" y="14620"/>
                  </a:lnTo>
                  <a:lnTo>
                    <a:pt x="48464" y="21017"/>
                  </a:lnTo>
                  <a:lnTo>
                    <a:pt x="48464" y="23728"/>
                  </a:lnTo>
                  <a:lnTo>
                    <a:pt x="48464" y="26469"/>
                  </a:lnTo>
                  <a:lnTo>
                    <a:pt x="46634" y="29211"/>
                  </a:lnTo>
                  <a:lnTo>
                    <a:pt x="45719" y="31952"/>
                  </a:lnTo>
                  <a:lnTo>
                    <a:pt x="43889" y="35607"/>
                  </a:lnTo>
                  <a:lnTo>
                    <a:pt x="41144" y="38349"/>
                  </a:lnTo>
                  <a:lnTo>
                    <a:pt x="38399" y="41090"/>
                  </a:lnTo>
                  <a:lnTo>
                    <a:pt x="33855" y="45659"/>
                  </a:lnTo>
                  <a:lnTo>
                    <a:pt x="26535" y="51111"/>
                  </a:lnTo>
                  <a:lnTo>
                    <a:pt x="21960" y="55711"/>
                  </a:lnTo>
                  <a:lnTo>
                    <a:pt x="18300" y="59366"/>
                  </a:lnTo>
                  <a:lnTo>
                    <a:pt x="16470" y="60249"/>
                  </a:lnTo>
                  <a:lnTo>
                    <a:pt x="14640" y="62077"/>
                  </a:lnTo>
                  <a:lnTo>
                    <a:pt x="13725" y="63904"/>
                  </a:lnTo>
                  <a:lnTo>
                    <a:pt x="12810" y="65732"/>
                  </a:lnTo>
                  <a:lnTo>
                    <a:pt x="48464" y="6573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03" name="object 103"/>
          <p:cNvPicPr/>
          <p:nvPr/>
        </p:nvPicPr>
        <p:blipFill>
          <a:blip r:embed="rId55" cstate="print"/>
          <a:stretch>
            <a:fillRect/>
          </a:stretch>
        </p:blipFill>
        <p:spPr>
          <a:xfrm>
            <a:off x="5090796" y="2771536"/>
            <a:ext cx="130742" cy="75788"/>
          </a:xfrm>
          <a:prstGeom prst="rect">
            <a:avLst/>
          </a:prstGeom>
        </p:spPr>
      </p:pic>
      <p:grpSp>
        <p:nvGrpSpPr>
          <p:cNvPr id="104" name="object 104"/>
          <p:cNvGrpSpPr/>
          <p:nvPr/>
        </p:nvGrpSpPr>
        <p:grpSpPr>
          <a:xfrm>
            <a:off x="5350424" y="2771537"/>
            <a:ext cx="48895" cy="76200"/>
            <a:chOff x="5350424" y="2771537"/>
            <a:chExt cx="48895" cy="76200"/>
          </a:xfrm>
        </p:grpSpPr>
        <p:sp>
          <p:nvSpPr>
            <p:cNvPr id="105" name="object 105"/>
            <p:cNvSpPr/>
            <p:nvPr/>
          </p:nvSpPr>
          <p:spPr>
            <a:xfrm>
              <a:off x="5350424" y="2771552"/>
              <a:ext cx="48895" cy="76200"/>
            </a:xfrm>
            <a:custGeom>
              <a:avLst/>
              <a:gdLst/>
              <a:ahLst/>
              <a:cxnLst/>
              <a:rect l="l" t="t" r="r" b="b"/>
              <a:pathLst>
                <a:path w="48895" h="76200">
                  <a:moveTo>
                    <a:pt x="27431" y="0"/>
                  </a:moveTo>
                  <a:lnTo>
                    <a:pt x="17373" y="0"/>
                  </a:lnTo>
                  <a:lnTo>
                    <a:pt x="12801" y="1828"/>
                  </a:lnTo>
                  <a:lnTo>
                    <a:pt x="8229" y="5455"/>
                  </a:lnTo>
                  <a:lnTo>
                    <a:pt x="4571" y="8199"/>
                  </a:lnTo>
                  <a:lnTo>
                    <a:pt x="1828" y="12771"/>
                  </a:lnTo>
                  <a:lnTo>
                    <a:pt x="944" y="19171"/>
                  </a:lnTo>
                  <a:lnTo>
                    <a:pt x="10058" y="21000"/>
                  </a:lnTo>
                  <a:lnTo>
                    <a:pt x="10972" y="16428"/>
                  </a:lnTo>
                  <a:lnTo>
                    <a:pt x="12801" y="12771"/>
                  </a:lnTo>
                  <a:lnTo>
                    <a:pt x="14630" y="10942"/>
                  </a:lnTo>
                  <a:lnTo>
                    <a:pt x="20116" y="7315"/>
                  </a:lnTo>
                  <a:lnTo>
                    <a:pt x="27431" y="7315"/>
                  </a:lnTo>
                  <a:lnTo>
                    <a:pt x="30175" y="9113"/>
                  </a:lnTo>
                  <a:lnTo>
                    <a:pt x="32003" y="10942"/>
                  </a:lnTo>
                  <a:lnTo>
                    <a:pt x="34747" y="12771"/>
                  </a:lnTo>
                  <a:lnTo>
                    <a:pt x="35661" y="15514"/>
                  </a:lnTo>
                  <a:lnTo>
                    <a:pt x="35661" y="23743"/>
                  </a:lnTo>
                  <a:lnTo>
                    <a:pt x="33832" y="26456"/>
                  </a:lnTo>
                  <a:lnTo>
                    <a:pt x="31089" y="28285"/>
                  </a:lnTo>
                  <a:lnTo>
                    <a:pt x="27431" y="30114"/>
                  </a:lnTo>
                  <a:lnTo>
                    <a:pt x="24688" y="31028"/>
                  </a:lnTo>
                  <a:lnTo>
                    <a:pt x="19202" y="31028"/>
                  </a:lnTo>
                  <a:lnTo>
                    <a:pt x="18287" y="39258"/>
                  </a:lnTo>
                  <a:lnTo>
                    <a:pt x="21031" y="38343"/>
                  </a:lnTo>
                  <a:lnTo>
                    <a:pt x="28346" y="38343"/>
                  </a:lnTo>
                  <a:lnTo>
                    <a:pt x="32003" y="39258"/>
                  </a:lnTo>
                  <a:lnTo>
                    <a:pt x="37490" y="44744"/>
                  </a:lnTo>
                  <a:lnTo>
                    <a:pt x="39319" y="48371"/>
                  </a:lnTo>
                  <a:lnTo>
                    <a:pt x="39319" y="56601"/>
                  </a:lnTo>
                  <a:lnTo>
                    <a:pt x="37490" y="60258"/>
                  </a:lnTo>
                  <a:lnTo>
                    <a:pt x="34747" y="63916"/>
                  </a:lnTo>
                  <a:lnTo>
                    <a:pt x="32003" y="66629"/>
                  </a:lnTo>
                  <a:lnTo>
                    <a:pt x="28346" y="67543"/>
                  </a:lnTo>
                  <a:lnTo>
                    <a:pt x="20116" y="67543"/>
                  </a:lnTo>
                  <a:lnTo>
                    <a:pt x="9143" y="53858"/>
                  </a:lnTo>
                  <a:lnTo>
                    <a:pt x="0" y="54772"/>
                  </a:lnTo>
                  <a:lnTo>
                    <a:pt x="944" y="61173"/>
                  </a:lnTo>
                  <a:lnTo>
                    <a:pt x="3657" y="65714"/>
                  </a:lnTo>
                  <a:lnTo>
                    <a:pt x="11887" y="73944"/>
                  </a:lnTo>
                  <a:lnTo>
                    <a:pt x="17373" y="75773"/>
                  </a:lnTo>
                  <a:lnTo>
                    <a:pt x="31089" y="75773"/>
                  </a:lnTo>
                  <a:lnTo>
                    <a:pt x="36575" y="73030"/>
                  </a:lnTo>
                  <a:lnTo>
                    <a:pt x="45719" y="63916"/>
                  </a:lnTo>
                  <a:lnTo>
                    <a:pt x="48463" y="58430"/>
                  </a:lnTo>
                  <a:lnTo>
                    <a:pt x="48463" y="47457"/>
                  </a:lnTo>
                  <a:lnTo>
                    <a:pt x="34747" y="34686"/>
                  </a:lnTo>
                  <a:lnTo>
                    <a:pt x="38404" y="32857"/>
                  </a:lnTo>
                  <a:lnTo>
                    <a:pt x="40233" y="31028"/>
                  </a:lnTo>
                  <a:lnTo>
                    <a:pt x="43891" y="25542"/>
                  </a:lnTo>
                  <a:lnTo>
                    <a:pt x="44805" y="22829"/>
                  </a:lnTo>
                  <a:lnTo>
                    <a:pt x="44805" y="16428"/>
                  </a:lnTo>
                  <a:lnTo>
                    <a:pt x="31089" y="914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/>
            <p:cNvSpPr/>
            <p:nvPr/>
          </p:nvSpPr>
          <p:spPr>
            <a:xfrm>
              <a:off x="5350430" y="2771539"/>
              <a:ext cx="48895" cy="76200"/>
            </a:xfrm>
            <a:custGeom>
              <a:avLst/>
              <a:gdLst/>
              <a:ahLst/>
              <a:cxnLst/>
              <a:rect l="l" t="t" r="r" b="b"/>
              <a:pathLst>
                <a:path w="48895" h="76200">
                  <a:moveTo>
                    <a:pt x="0" y="54766"/>
                  </a:moveTo>
                  <a:lnTo>
                    <a:pt x="9150" y="53853"/>
                  </a:lnTo>
                  <a:lnTo>
                    <a:pt x="10065" y="58422"/>
                  </a:lnTo>
                  <a:lnTo>
                    <a:pt x="11895" y="62077"/>
                  </a:lnTo>
                  <a:lnTo>
                    <a:pt x="14640" y="64818"/>
                  </a:lnTo>
                  <a:lnTo>
                    <a:pt x="17385" y="66646"/>
                  </a:lnTo>
                  <a:lnTo>
                    <a:pt x="20130" y="67560"/>
                  </a:lnTo>
                  <a:lnTo>
                    <a:pt x="23790" y="67560"/>
                  </a:lnTo>
                  <a:lnTo>
                    <a:pt x="28334" y="67560"/>
                  </a:lnTo>
                  <a:lnTo>
                    <a:pt x="31994" y="66646"/>
                  </a:lnTo>
                  <a:lnTo>
                    <a:pt x="34739" y="63904"/>
                  </a:lnTo>
                  <a:lnTo>
                    <a:pt x="37484" y="60249"/>
                  </a:lnTo>
                  <a:lnTo>
                    <a:pt x="39314" y="56624"/>
                  </a:lnTo>
                  <a:lnTo>
                    <a:pt x="39314" y="52969"/>
                  </a:lnTo>
                  <a:lnTo>
                    <a:pt x="39314" y="48400"/>
                  </a:lnTo>
                  <a:lnTo>
                    <a:pt x="37484" y="44745"/>
                  </a:lnTo>
                  <a:lnTo>
                    <a:pt x="34739" y="42004"/>
                  </a:lnTo>
                  <a:lnTo>
                    <a:pt x="31994" y="39262"/>
                  </a:lnTo>
                  <a:lnTo>
                    <a:pt x="28334" y="38349"/>
                  </a:lnTo>
                  <a:lnTo>
                    <a:pt x="24705" y="38349"/>
                  </a:lnTo>
                  <a:lnTo>
                    <a:pt x="22844" y="38349"/>
                  </a:lnTo>
                  <a:lnTo>
                    <a:pt x="21045" y="38349"/>
                  </a:lnTo>
                  <a:lnTo>
                    <a:pt x="18300" y="39262"/>
                  </a:lnTo>
                  <a:lnTo>
                    <a:pt x="19215" y="31038"/>
                  </a:lnTo>
                  <a:lnTo>
                    <a:pt x="20130" y="31038"/>
                  </a:lnTo>
                  <a:lnTo>
                    <a:pt x="24705" y="31038"/>
                  </a:lnTo>
                  <a:lnTo>
                    <a:pt x="27419" y="30124"/>
                  </a:lnTo>
                  <a:lnTo>
                    <a:pt x="31079" y="28297"/>
                  </a:lnTo>
                  <a:lnTo>
                    <a:pt x="33824" y="26469"/>
                  </a:lnTo>
                  <a:lnTo>
                    <a:pt x="35654" y="23728"/>
                  </a:lnTo>
                  <a:lnTo>
                    <a:pt x="35654" y="19189"/>
                  </a:lnTo>
                  <a:lnTo>
                    <a:pt x="35654" y="15534"/>
                  </a:lnTo>
                  <a:lnTo>
                    <a:pt x="34739" y="12793"/>
                  </a:lnTo>
                  <a:lnTo>
                    <a:pt x="31994" y="10965"/>
                  </a:lnTo>
                  <a:lnTo>
                    <a:pt x="30195" y="9137"/>
                  </a:lnTo>
                  <a:lnTo>
                    <a:pt x="27419" y="7310"/>
                  </a:lnTo>
                  <a:lnTo>
                    <a:pt x="23790" y="7310"/>
                  </a:lnTo>
                  <a:lnTo>
                    <a:pt x="20130" y="7310"/>
                  </a:lnTo>
                  <a:lnTo>
                    <a:pt x="17385" y="9137"/>
                  </a:lnTo>
                  <a:lnTo>
                    <a:pt x="14640" y="10965"/>
                  </a:lnTo>
                  <a:lnTo>
                    <a:pt x="12810" y="12793"/>
                  </a:lnTo>
                  <a:lnTo>
                    <a:pt x="10980" y="16448"/>
                  </a:lnTo>
                  <a:lnTo>
                    <a:pt x="10065" y="21017"/>
                  </a:lnTo>
                  <a:lnTo>
                    <a:pt x="915" y="19189"/>
                  </a:lnTo>
                  <a:lnTo>
                    <a:pt x="1830" y="12793"/>
                  </a:lnTo>
                  <a:lnTo>
                    <a:pt x="4575" y="8224"/>
                  </a:lnTo>
                  <a:lnTo>
                    <a:pt x="8235" y="5482"/>
                  </a:lnTo>
                  <a:lnTo>
                    <a:pt x="12810" y="1827"/>
                  </a:lnTo>
                  <a:lnTo>
                    <a:pt x="17385" y="0"/>
                  </a:lnTo>
                  <a:lnTo>
                    <a:pt x="22844" y="0"/>
                  </a:lnTo>
                  <a:lnTo>
                    <a:pt x="27419" y="0"/>
                  </a:lnTo>
                  <a:lnTo>
                    <a:pt x="42059" y="10051"/>
                  </a:lnTo>
                  <a:lnTo>
                    <a:pt x="43889" y="12793"/>
                  </a:lnTo>
                  <a:lnTo>
                    <a:pt x="44804" y="16448"/>
                  </a:lnTo>
                  <a:lnTo>
                    <a:pt x="44804" y="19189"/>
                  </a:lnTo>
                  <a:lnTo>
                    <a:pt x="44804" y="22814"/>
                  </a:lnTo>
                  <a:lnTo>
                    <a:pt x="43889" y="25555"/>
                  </a:lnTo>
                  <a:lnTo>
                    <a:pt x="42059" y="28297"/>
                  </a:lnTo>
                  <a:lnTo>
                    <a:pt x="40229" y="31038"/>
                  </a:lnTo>
                  <a:lnTo>
                    <a:pt x="38399" y="32866"/>
                  </a:lnTo>
                  <a:lnTo>
                    <a:pt x="34739" y="34693"/>
                  </a:lnTo>
                  <a:lnTo>
                    <a:pt x="39314" y="35607"/>
                  </a:lnTo>
                  <a:lnTo>
                    <a:pt x="42059" y="37435"/>
                  </a:lnTo>
                  <a:lnTo>
                    <a:pt x="44804" y="40176"/>
                  </a:lnTo>
                  <a:lnTo>
                    <a:pt x="47549" y="43831"/>
                  </a:lnTo>
                  <a:lnTo>
                    <a:pt x="48464" y="47486"/>
                  </a:lnTo>
                  <a:lnTo>
                    <a:pt x="48464" y="52055"/>
                  </a:lnTo>
                  <a:lnTo>
                    <a:pt x="48464" y="58422"/>
                  </a:lnTo>
                  <a:lnTo>
                    <a:pt x="45719" y="63904"/>
                  </a:lnTo>
                  <a:lnTo>
                    <a:pt x="41144" y="68473"/>
                  </a:lnTo>
                  <a:lnTo>
                    <a:pt x="36569" y="73042"/>
                  </a:lnTo>
                  <a:lnTo>
                    <a:pt x="31079" y="75784"/>
                  </a:lnTo>
                  <a:lnTo>
                    <a:pt x="23790" y="75784"/>
                  </a:lnTo>
                  <a:lnTo>
                    <a:pt x="17385" y="75784"/>
                  </a:lnTo>
                  <a:lnTo>
                    <a:pt x="11895" y="73956"/>
                  </a:lnTo>
                  <a:lnTo>
                    <a:pt x="7320" y="69387"/>
                  </a:lnTo>
                  <a:lnTo>
                    <a:pt x="3660" y="65732"/>
                  </a:lnTo>
                  <a:lnTo>
                    <a:pt x="915" y="61163"/>
                  </a:lnTo>
                  <a:lnTo>
                    <a:pt x="0" y="54766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07" name="object 107"/>
          <p:cNvPicPr/>
          <p:nvPr/>
        </p:nvPicPr>
        <p:blipFill>
          <a:blip r:embed="rId56" cstate="print"/>
          <a:stretch>
            <a:fillRect/>
          </a:stretch>
        </p:blipFill>
        <p:spPr>
          <a:xfrm>
            <a:off x="5546989" y="2771537"/>
            <a:ext cx="128908" cy="75788"/>
          </a:xfrm>
          <a:prstGeom prst="rect">
            <a:avLst/>
          </a:prstGeom>
        </p:spPr>
      </p:pic>
      <p:grpSp>
        <p:nvGrpSpPr>
          <p:cNvPr id="108" name="object 108"/>
          <p:cNvGrpSpPr/>
          <p:nvPr/>
        </p:nvGrpSpPr>
        <p:grpSpPr>
          <a:xfrm>
            <a:off x="5811189" y="2772451"/>
            <a:ext cx="50800" cy="73660"/>
            <a:chOff x="5811189" y="2772451"/>
            <a:chExt cx="50800" cy="73660"/>
          </a:xfrm>
        </p:grpSpPr>
        <p:sp>
          <p:nvSpPr>
            <p:cNvPr id="109" name="object 109"/>
            <p:cNvSpPr/>
            <p:nvPr/>
          </p:nvSpPr>
          <p:spPr>
            <a:xfrm>
              <a:off x="5811189" y="2772467"/>
              <a:ext cx="50800" cy="73025"/>
            </a:xfrm>
            <a:custGeom>
              <a:avLst/>
              <a:gdLst/>
              <a:ahLst/>
              <a:cxnLst/>
              <a:rect l="l" t="t" r="r" b="b"/>
              <a:pathLst>
                <a:path w="50800" h="73025">
                  <a:moveTo>
                    <a:pt x="40233" y="55686"/>
                  </a:moveTo>
                  <a:lnTo>
                    <a:pt x="32003" y="55686"/>
                  </a:lnTo>
                  <a:lnTo>
                    <a:pt x="32003" y="73030"/>
                  </a:lnTo>
                  <a:lnTo>
                    <a:pt x="40233" y="73030"/>
                  </a:lnTo>
                  <a:lnTo>
                    <a:pt x="40233" y="55686"/>
                  </a:lnTo>
                  <a:close/>
                </a:path>
                <a:path w="50800" h="73025">
                  <a:moveTo>
                    <a:pt x="40233" y="0"/>
                  </a:moveTo>
                  <a:lnTo>
                    <a:pt x="32918" y="0"/>
                  </a:lnTo>
                  <a:lnTo>
                    <a:pt x="0" y="47457"/>
                  </a:lnTo>
                  <a:lnTo>
                    <a:pt x="0" y="55686"/>
                  </a:lnTo>
                  <a:lnTo>
                    <a:pt x="50291" y="55686"/>
                  </a:lnTo>
                  <a:lnTo>
                    <a:pt x="50291" y="47457"/>
                  </a:lnTo>
                  <a:lnTo>
                    <a:pt x="8229" y="47457"/>
                  </a:lnTo>
                  <a:lnTo>
                    <a:pt x="32003" y="13685"/>
                  </a:lnTo>
                  <a:lnTo>
                    <a:pt x="40233" y="13685"/>
                  </a:lnTo>
                  <a:lnTo>
                    <a:pt x="40233" y="0"/>
                  </a:lnTo>
                  <a:close/>
                </a:path>
                <a:path w="50800" h="73025">
                  <a:moveTo>
                    <a:pt x="40233" y="13685"/>
                  </a:moveTo>
                  <a:lnTo>
                    <a:pt x="32003" y="13685"/>
                  </a:lnTo>
                  <a:lnTo>
                    <a:pt x="32003" y="47457"/>
                  </a:lnTo>
                  <a:lnTo>
                    <a:pt x="40233" y="47457"/>
                  </a:lnTo>
                  <a:lnTo>
                    <a:pt x="40233" y="13685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/>
            <p:cNvSpPr/>
            <p:nvPr/>
          </p:nvSpPr>
          <p:spPr>
            <a:xfrm>
              <a:off x="5811194" y="2772453"/>
              <a:ext cx="50800" cy="73660"/>
            </a:xfrm>
            <a:custGeom>
              <a:avLst/>
              <a:gdLst/>
              <a:ahLst/>
              <a:cxnLst/>
              <a:rect l="l" t="t" r="r" b="b"/>
              <a:pathLst>
                <a:path w="50800" h="73660">
                  <a:moveTo>
                    <a:pt x="31994" y="73042"/>
                  </a:moveTo>
                  <a:lnTo>
                    <a:pt x="31994" y="55711"/>
                  </a:lnTo>
                  <a:lnTo>
                    <a:pt x="0" y="55711"/>
                  </a:lnTo>
                  <a:lnTo>
                    <a:pt x="0" y="47486"/>
                  </a:lnTo>
                  <a:lnTo>
                    <a:pt x="32909" y="0"/>
                  </a:lnTo>
                  <a:lnTo>
                    <a:pt x="40229" y="0"/>
                  </a:lnTo>
                  <a:lnTo>
                    <a:pt x="40229" y="47486"/>
                  </a:lnTo>
                  <a:lnTo>
                    <a:pt x="50294" y="47486"/>
                  </a:lnTo>
                  <a:lnTo>
                    <a:pt x="50294" y="55711"/>
                  </a:lnTo>
                  <a:lnTo>
                    <a:pt x="40229" y="55711"/>
                  </a:lnTo>
                  <a:lnTo>
                    <a:pt x="40229" y="73042"/>
                  </a:lnTo>
                  <a:lnTo>
                    <a:pt x="31994" y="73042"/>
                  </a:lnTo>
                  <a:close/>
                </a:path>
                <a:path w="50800" h="73660">
                  <a:moveTo>
                    <a:pt x="31994" y="47486"/>
                  </a:moveTo>
                  <a:lnTo>
                    <a:pt x="31994" y="13706"/>
                  </a:lnTo>
                  <a:lnTo>
                    <a:pt x="8235" y="47486"/>
                  </a:lnTo>
                  <a:lnTo>
                    <a:pt x="31994" y="47486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11" name="object 111"/>
          <p:cNvPicPr/>
          <p:nvPr/>
        </p:nvPicPr>
        <p:blipFill>
          <a:blip r:embed="rId57" cstate="print"/>
          <a:stretch>
            <a:fillRect/>
          </a:stretch>
        </p:blipFill>
        <p:spPr>
          <a:xfrm>
            <a:off x="5997695" y="2772452"/>
            <a:ext cx="132560" cy="74875"/>
          </a:xfrm>
          <a:prstGeom prst="rect">
            <a:avLst/>
          </a:prstGeom>
        </p:spPr>
      </p:pic>
      <p:pic>
        <p:nvPicPr>
          <p:cNvPr id="112" name="object 112"/>
          <p:cNvPicPr/>
          <p:nvPr/>
        </p:nvPicPr>
        <p:blipFill>
          <a:blip r:embed="rId58" cstate="print"/>
          <a:stretch>
            <a:fillRect/>
          </a:stretch>
        </p:blipFill>
        <p:spPr>
          <a:xfrm>
            <a:off x="4481040" y="1068796"/>
            <a:ext cx="2268004" cy="1628805"/>
          </a:xfrm>
          <a:prstGeom prst="rect">
            <a:avLst/>
          </a:prstGeom>
        </p:spPr>
      </p:pic>
      <p:grpSp>
        <p:nvGrpSpPr>
          <p:cNvPr id="113" name="object 113"/>
          <p:cNvGrpSpPr/>
          <p:nvPr/>
        </p:nvGrpSpPr>
        <p:grpSpPr>
          <a:xfrm>
            <a:off x="6268296" y="2773367"/>
            <a:ext cx="48895" cy="74295"/>
            <a:chOff x="6268296" y="2773367"/>
            <a:chExt cx="48895" cy="74295"/>
          </a:xfrm>
        </p:grpSpPr>
        <p:sp>
          <p:nvSpPr>
            <p:cNvPr id="114" name="object 114"/>
            <p:cNvSpPr/>
            <p:nvPr/>
          </p:nvSpPr>
          <p:spPr>
            <a:xfrm>
              <a:off x="6268296" y="2773383"/>
              <a:ext cx="48895" cy="74295"/>
            </a:xfrm>
            <a:custGeom>
              <a:avLst/>
              <a:gdLst/>
              <a:ahLst/>
              <a:cxnLst/>
              <a:rect l="l" t="t" r="r" b="b"/>
              <a:pathLst>
                <a:path w="48895" h="74294">
                  <a:moveTo>
                    <a:pt x="44775" y="0"/>
                  </a:moveTo>
                  <a:lnTo>
                    <a:pt x="8229" y="0"/>
                  </a:lnTo>
                  <a:lnTo>
                    <a:pt x="914" y="37429"/>
                  </a:lnTo>
                  <a:lnTo>
                    <a:pt x="10058" y="38343"/>
                  </a:lnTo>
                  <a:lnTo>
                    <a:pt x="10972" y="36515"/>
                  </a:lnTo>
                  <a:lnTo>
                    <a:pt x="12801" y="34686"/>
                  </a:lnTo>
                  <a:lnTo>
                    <a:pt x="15544" y="33771"/>
                  </a:lnTo>
                  <a:lnTo>
                    <a:pt x="17373" y="31943"/>
                  </a:lnTo>
                  <a:lnTo>
                    <a:pt x="20116" y="31028"/>
                  </a:lnTo>
                  <a:lnTo>
                    <a:pt x="28315" y="31028"/>
                  </a:lnTo>
                  <a:lnTo>
                    <a:pt x="31973" y="32857"/>
                  </a:lnTo>
                  <a:lnTo>
                    <a:pt x="34747" y="35600"/>
                  </a:lnTo>
                  <a:lnTo>
                    <a:pt x="37459" y="39258"/>
                  </a:lnTo>
                  <a:lnTo>
                    <a:pt x="39319" y="42915"/>
                  </a:lnTo>
                  <a:lnTo>
                    <a:pt x="39319" y="53858"/>
                  </a:lnTo>
                  <a:lnTo>
                    <a:pt x="37459" y="57515"/>
                  </a:lnTo>
                  <a:lnTo>
                    <a:pt x="34747" y="61142"/>
                  </a:lnTo>
                  <a:lnTo>
                    <a:pt x="31089" y="64800"/>
                  </a:lnTo>
                  <a:lnTo>
                    <a:pt x="27431" y="65714"/>
                  </a:lnTo>
                  <a:lnTo>
                    <a:pt x="20116" y="65714"/>
                  </a:lnTo>
                  <a:lnTo>
                    <a:pt x="9143" y="52029"/>
                  </a:lnTo>
                  <a:lnTo>
                    <a:pt x="0" y="52943"/>
                  </a:lnTo>
                  <a:lnTo>
                    <a:pt x="0" y="59344"/>
                  </a:lnTo>
                  <a:lnTo>
                    <a:pt x="2743" y="63886"/>
                  </a:lnTo>
                  <a:lnTo>
                    <a:pt x="7315" y="67543"/>
                  </a:lnTo>
                  <a:lnTo>
                    <a:pt x="10972" y="72115"/>
                  </a:lnTo>
                  <a:lnTo>
                    <a:pt x="16459" y="73944"/>
                  </a:lnTo>
                  <a:lnTo>
                    <a:pt x="31089" y="73944"/>
                  </a:lnTo>
                  <a:lnTo>
                    <a:pt x="38404" y="70286"/>
                  </a:lnTo>
                  <a:lnTo>
                    <a:pt x="42976" y="64800"/>
                  </a:lnTo>
                  <a:lnTo>
                    <a:pt x="46603" y="59344"/>
                  </a:lnTo>
                  <a:lnTo>
                    <a:pt x="48463" y="53858"/>
                  </a:lnTo>
                  <a:lnTo>
                    <a:pt x="48463" y="40172"/>
                  </a:lnTo>
                  <a:lnTo>
                    <a:pt x="46603" y="34686"/>
                  </a:lnTo>
                  <a:lnTo>
                    <a:pt x="37459" y="25572"/>
                  </a:lnTo>
                  <a:lnTo>
                    <a:pt x="31973" y="23713"/>
                  </a:lnTo>
                  <a:lnTo>
                    <a:pt x="21031" y="23713"/>
                  </a:lnTo>
                  <a:lnTo>
                    <a:pt x="16459" y="24627"/>
                  </a:lnTo>
                  <a:lnTo>
                    <a:pt x="11887" y="28285"/>
                  </a:lnTo>
                  <a:lnTo>
                    <a:pt x="15544" y="8199"/>
                  </a:lnTo>
                  <a:lnTo>
                    <a:pt x="44775" y="8199"/>
                  </a:lnTo>
                  <a:lnTo>
                    <a:pt x="44775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/>
            <p:cNvSpPr/>
            <p:nvPr/>
          </p:nvSpPr>
          <p:spPr>
            <a:xfrm>
              <a:off x="6268298" y="2773368"/>
              <a:ext cx="48895" cy="74295"/>
            </a:xfrm>
            <a:custGeom>
              <a:avLst/>
              <a:gdLst/>
              <a:ahLst/>
              <a:cxnLst/>
              <a:rect l="l" t="t" r="r" b="b"/>
              <a:pathLst>
                <a:path w="48895" h="74294">
                  <a:moveTo>
                    <a:pt x="0" y="52939"/>
                  </a:moveTo>
                  <a:lnTo>
                    <a:pt x="9150" y="52025"/>
                  </a:lnTo>
                  <a:lnTo>
                    <a:pt x="10065" y="56594"/>
                  </a:lnTo>
                  <a:lnTo>
                    <a:pt x="11864" y="60249"/>
                  </a:lnTo>
                  <a:lnTo>
                    <a:pt x="13694" y="62991"/>
                  </a:lnTo>
                  <a:lnTo>
                    <a:pt x="16439" y="64818"/>
                  </a:lnTo>
                  <a:lnTo>
                    <a:pt x="20099" y="65732"/>
                  </a:lnTo>
                  <a:lnTo>
                    <a:pt x="23759" y="65732"/>
                  </a:lnTo>
                  <a:lnTo>
                    <a:pt x="27419" y="65732"/>
                  </a:lnTo>
                  <a:lnTo>
                    <a:pt x="31079" y="64818"/>
                  </a:lnTo>
                  <a:lnTo>
                    <a:pt x="34739" y="61163"/>
                  </a:lnTo>
                  <a:lnTo>
                    <a:pt x="37484" y="57538"/>
                  </a:lnTo>
                  <a:lnTo>
                    <a:pt x="39314" y="53883"/>
                  </a:lnTo>
                  <a:lnTo>
                    <a:pt x="39314" y="48400"/>
                  </a:lnTo>
                  <a:lnTo>
                    <a:pt x="39314" y="42917"/>
                  </a:lnTo>
                  <a:lnTo>
                    <a:pt x="37484" y="39262"/>
                  </a:lnTo>
                  <a:lnTo>
                    <a:pt x="34739" y="35607"/>
                  </a:lnTo>
                  <a:lnTo>
                    <a:pt x="31994" y="32866"/>
                  </a:lnTo>
                  <a:lnTo>
                    <a:pt x="28334" y="31038"/>
                  </a:lnTo>
                  <a:lnTo>
                    <a:pt x="22844" y="31038"/>
                  </a:lnTo>
                  <a:lnTo>
                    <a:pt x="20099" y="31038"/>
                  </a:lnTo>
                  <a:lnTo>
                    <a:pt x="17354" y="31952"/>
                  </a:lnTo>
                  <a:lnTo>
                    <a:pt x="15524" y="33780"/>
                  </a:lnTo>
                  <a:lnTo>
                    <a:pt x="12779" y="34693"/>
                  </a:lnTo>
                  <a:lnTo>
                    <a:pt x="10949" y="36521"/>
                  </a:lnTo>
                  <a:lnTo>
                    <a:pt x="10065" y="38348"/>
                  </a:lnTo>
                  <a:lnTo>
                    <a:pt x="915" y="37435"/>
                  </a:lnTo>
                  <a:lnTo>
                    <a:pt x="8235" y="0"/>
                  </a:lnTo>
                  <a:lnTo>
                    <a:pt x="44774" y="0"/>
                  </a:lnTo>
                  <a:lnTo>
                    <a:pt x="44774" y="8224"/>
                  </a:lnTo>
                  <a:lnTo>
                    <a:pt x="15524" y="8224"/>
                  </a:lnTo>
                  <a:lnTo>
                    <a:pt x="11864" y="28297"/>
                  </a:lnTo>
                  <a:lnTo>
                    <a:pt x="16439" y="24642"/>
                  </a:lnTo>
                  <a:lnTo>
                    <a:pt x="21014" y="23728"/>
                  </a:lnTo>
                  <a:lnTo>
                    <a:pt x="25589" y="23728"/>
                  </a:lnTo>
                  <a:lnTo>
                    <a:pt x="31994" y="23728"/>
                  </a:lnTo>
                  <a:lnTo>
                    <a:pt x="37484" y="25555"/>
                  </a:lnTo>
                  <a:lnTo>
                    <a:pt x="42059" y="30124"/>
                  </a:lnTo>
                  <a:lnTo>
                    <a:pt x="46604" y="34693"/>
                  </a:lnTo>
                  <a:lnTo>
                    <a:pt x="48464" y="40176"/>
                  </a:lnTo>
                  <a:lnTo>
                    <a:pt x="48464" y="47486"/>
                  </a:lnTo>
                  <a:lnTo>
                    <a:pt x="48464" y="53883"/>
                  </a:lnTo>
                  <a:lnTo>
                    <a:pt x="46604" y="59335"/>
                  </a:lnTo>
                  <a:lnTo>
                    <a:pt x="42974" y="64818"/>
                  </a:lnTo>
                  <a:lnTo>
                    <a:pt x="38399" y="70301"/>
                  </a:lnTo>
                  <a:lnTo>
                    <a:pt x="31079" y="73956"/>
                  </a:lnTo>
                  <a:lnTo>
                    <a:pt x="23759" y="73956"/>
                  </a:lnTo>
                  <a:lnTo>
                    <a:pt x="16439" y="73956"/>
                  </a:lnTo>
                  <a:lnTo>
                    <a:pt x="10949" y="72129"/>
                  </a:lnTo>
                  <a:lnTo>
                    <a:pt x="7289" y="67560"/>
                  </a:lnTo>
                  <a:lnTo>
                    <a:pt x="2745" y="63904"/>
                  </a:lnTo>
                  <a:lnTo>
                    <a:pt x="0" y="59335"/>
                  </a:lnTo>
                  <a:lnTo>
                    <a:pt x="0" y="52939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16" name="object 116"/>
          <p:cNvPicPr/>
          <p:nvPr/>
        </p:nvPicPr>
        <p:blipFill>
          <a:blip r:embed="rId59" cstate="print"/>
          <a:stretch>
            <a:fillRect/>
          </a:stretch>
        </p:blipFill>
        <p:spPr>
          <a:xfrm>
            <a:off x="6454772" y="2773367"/>
            <a:ext cx="128928" cy="73960"/>
          </a:xfrm>
          <a:prstGeom prst="rect">
            <a:avLst/>
          </a:prstGeom>
        </p:spPr>
      </p:pic>
      <p:grpSp>
        <p:nvGrpSpPr>
          <p:cNvPr id="117" name="object 117"/>
          <p:cNvGrpSpPr/>
          <p:nvPr/>
        </p:nvGrpSpPr>
        <p:grpSpPr>
          <a:xfrm>
            <a:off x="6721715" y="2771540"/>
            <a:ext cx="48895" cy="76200"/>
            <a:chOff x="6721715" y="2771540"/>
            <a:chExt cx="48895" cy="76200"/>
          </a:xfrm>
        </p:grpSpPr>
        <p:sp>
          <p:nvSpPr>
            <p:cNvPr id="118" name="object 118"/>
            <p:cNvSpPr/>
            <p:nvPr/>
          </p:nvSpPr>
          <p:spPr>
            <a:xfrm>
              <a:off x="6721715" y="2771555"/>
              <a:ext cx="48895" cy="76200"/>
            </a:xfrm>
            <a:custGeom>
              <a:avLst/>
              <a:gdLst/>
              <a:ahLst/>
              <a:cxnLst/>
              <a:rect l="l" t="t" r="r" b="b"/>
              <a:pathLst>
                <a:path w="48895" h="76200">
                  <a:moveTo>
                    <a:pt x="32003" y="0"/>
                  </a:moveTo>
                  <a:lnTo>
                    <a:pt x="18287" y="0"/>
                  </a:lnTo>
                  <a:lnTo>
                    <a:pt x="12801" y="2743"/>
                  </a:lnTo>
                  <a:lnTo>
                    <a:pt x="197" y="35600"/>
                  </a:lnTo>
                  <a:lnTo>
                    <a:pt x="98" y="37429"/>
                  </a:lnTo>
                  <a:lnTo>
                    <a:pt x="18287" y="75773"/>
                  </a:lnTo>
                  <a:lnTo>
                    <a:pt x="30175" y="75773"/>
                  </a:lnTo>
                  <a:lnTo>
                    <a:pt x="41147" y="70286"/>
                  </a:lnTo>
                  <a:lnTo>
                    <a:pt x="43205" y="67543"/>
                  </a:lnTo>
                  <a:lnTo>
                    <a:pt x="20116" y="67543"/>
                  </a:lnTo>
                  <a:lnTo>
                    <a:pt x="18287" y="65714"/>
                  </a:lnTo>
                  <a:lnTo>
                    <a:pt x="15544" y="63916"/>
                  </a:lnTo>
                  <a:lnTo>
                    <a:pt x="13715" y="62087"/>
                  </a:lnTo>
                  <a:lnTo>
                    <a:pt x="12801" y="59344"/>
                  </a:lnTo>
                  <a:lnTo>
                    <a:pt x="10972" y="56601"/>
                  </a:lnTo>
                  <a:lnTo>
                    <a:pt x="10058" y="52943"/>
                  </a:lnTo>
                  <a:lnTo>
                    <a:pt x="10058" y="45628"/>
                  </a:lnTo>
                  <a:lnTo>
                    <a:pt x="11917" y="42001"/>
                  </a:lnTo>
                  <a:lnTo>
                    <a:pt x="14630" y="38343"/>
                  </a:lnTo>
                  <a:lnTo>
                    <a:pt x="16459" y="36514"/>
                  </a:lnTo>
                  <a:lnTo>
                    <a:pt x="9143" y="36514"/>
                  </a:lnTo>
                  <a:lnTo>
                    <a:pt x="9143" y="29199"/>
                  </a:lnTo>
                  <a:lnTo>
                    <a:pt x="10058" y="22829"/>
                  </a:lnTo>
                  <a:lnTo>
                    <a:pt x="11917" y="19171"/>
                  </a:lnTo>
                  <a:lnTo>
                    <a:pt x="12801" y="15514"/>
                  </a:lnTo>
                  <a:lnTo>
                    <a:pt x="15544" y="11856"/>
                  </a:lnTo>
                  <a:lnTo>
                    <a:pt x="18287" y="10027"/>
                  </a:lnTo>
                  <a:lnTo>
                    <a:pt x="20116" y="8199"/>
                  </a:lnTo>
                  <a:lnTo>
                    <a:pt x="22859" y="7315"/>
                  </a:lnTo>
                  <a:lnTo>
                    <a:pt x="43626" y="7315"/>
                  </a:lnTo>
                  <a:lnTo>
                    <a:pt x="41147" y="5455"/>
                  </a:lnTo>
                  <a:lnTo>
                    <a:pt x="37490" y="1828"/>
                  </a:lnTo>
                  <a:lnTo>
                    <a:pt x="32003" y="0"/>
                  </a:lnTo>
                  <a:close/>
                </a:path>
                <a:path w="48895" h="76200">
                  <a:moveTo>
                    <a:pt x="43891" y="34686"/>
                  </a:moveTo>
                  <a:lnTo>
                    <a:pt x="29260" y="34686"/>
                  </a:lnTo>
                  <a:lnTo>
                    <a:pt x="32918" y="35600"/>
                  </a:lnTo>
                  <a:lnTo>
                    <a:pt x="35661" y="38343"/>
                  </a:lnTo>
                  <a:lnTo>
                    <a:pt x="38404" y="42001"/>
                  </a:lnTo>
                  <a:lnTo>
                    <a:pt x="39319" y="45628"/>
                  </a:lnTo>
                  <a:lnTo>
                    <a:pt x="39319" y="55686"/>
                  </a:lnTo>
                  <a:lnTo>
                    <a:pt x="38404" y="60258"/>
                  </a:lnTo>
                  <a:lnTo>
                    <a:pt x="35661" y="62971"/>
                  </a:lnTo>
                  <a:lnTo>
                    <a:pt x="32918" y="66629"/>
                  </a:lnTo>
                  <a:lnTo>
                    <a:pt x="29260" y="67543"/>
                  </a:lnTo>
                  <a:lnTo>
                    <a:pt x="43205" y="67543"/>
                  </a:lnTo>
                  <a:lnTo>
                    <a:pt x="43891" y="66629"/>
                  </a:lnTo>
                  <a:lnTo>
                    <a:pt x="47548" y="59344"/>
                  </a:lnTo>
                  <a:lnTo>
                    <a:pt x="48463" y="54772"/>
                  </a:lnTo>
                  <a:lnTo>
                    <a:pt x="48463" y="42885"/>
                  </a:lnTo>
                  <a:lnTo>
                    <a:pt x="46634" y="37429"/>
                  </a:lnTo>
                  <a:lnTo>
                    <a:pt x="43891" y="34686"/>
                  </a:lnTo>
                  <a:close/>
                </a:path>
                <a:path w="48895" h="76200">
                  <a:moveTo>
                    <a:pt x="32918" y="26456"/>
                  </a:moveTo>
                  <a:lnTo>
                    <a:pt x="23774" y="26456"/>
                  </a:lnTo>
                  <a:lnTo>
                    <a:pt x="20116" y="27401"/>
                  </a:lnTo>
                  <a:lnTo>
                    <a:pt x="17373" y="29199"/>
                  </a:lnTo>
                  <a:lnTo>
                    <a:pt x="13715" y="30114"/>
                  </a:lnTo>
                  <a:lnTo>
                    <a:pt x="10972" y="32857"/>
                  </a:lnTo>
                  <a:lnTo>
                    <a:pt x="9143" y="36514"/>
                  </a:lnTo>
                  <a:lnTo>
                    <a:pt x="16459" y="36514"/>
                  </a:lnTo>
                  <a:lnTo>
                    <a:pt x="17373" y="35600"/>
                  </a:lnTo>
                  <a:lnTo>
                    <a:pt x="21031" y="34686"/>
                  </a:lnTo>
                  <a:lnTo>
                    <a:pt x="43891" y="34686"/>
                  </a:lnTo>
                  <a:lnTo>
                    <a:pt x="42062" y="32857"/>
                  </a:lnTo>
                  <a:lnTo>
                    <a:pt x="38404" y="28285"/>
                  </a:lnTo>
                  <a:lnTo>
                    <a:pt x="32918" y="26456"/>
                  </a:lnTo>
                  <a:close/>
                </a:path>
                <a:path w="48895" h="76200">
                  <a:moveTo>
                    <a:pt x="43626" y="7315"/>
                  </a:moveTo>
                  <a:lnTo>
                    <a:pt x="29260" y="7315"/>
                  </a:lnTo>
                  <a:lnTo>
                    <a:pt x="32918" y="9113"/>
                  </a:lnTo>
                  <a:lnTo>
                    <a:pt x="34747" y="11856"/>
                  </a:lnTo>
                  <a:lnTo>
                    <a:pt x="36575" y="12771"/>
                  </a:lnTo>
                  <a:lnTo>
                    <a:pt x="37490" y="15514"/>
                  </a:lnTo>
                  <a:lnTo>
                    <a:pt x="38404" y="19171"/>
                  </a:lnTo>
                  <a:lnTo>
                    <a:pt x="47548" y="18257"/>
                  </a:lnTo>
                  <a:lnTo>
                    <a:pt x="46634" y="12771"/>
                  </a:lnTo>
                  <a:lnTo>
                    <a:pt x="44805" y="8199"/>
                  </a:lnTo>
                  <a:lnTo>
                    <a:pt x="43626" y="7315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/>
            <p:cNvSpPr/>
            <p:nvPr/>
          </p:nvSpPr>
          <p:spPr>
            <a:xfrm>
              <a:off x="6721742" y="2771541"/>
              <a:ext cx="48895" cy="76200"/>
            </a:xfrm>
            <a:custGeom>
              <a:avLst/>
              <a:gdLst/>
              <a:ahLst/>
              <a:cxnLst/>
              <a:rect l="l" t="t" r="r" b="b"/>
              <a:pathLst>
                <a:path w="48895" h="76200">
                  <a:moveTo>
                    <a:pt x="47519" y="18275"/>
                  </a:moveTo>
                  <a:lnTo>
                    <a:pt x="38369" y="19189"/>
                  </a:lnTo>
                  <a:lnTo>
                    <a:pt x="37484" y="15534"/>
                  </a:lnTo>
                  <a:lnTo>
                    <a:pt x="36569" y="12793"/>
                  </a:lnTo>
                  <a:lnTo>
                    <a:pt x="34739" y="11879"/>
                  </a:lnTo>
                  <a:lnTo>
                    <a:pt x="32909" y="9137"/>
                  </a:lnTo>
                  <a:lnTo>
                    <a:pt x="29249" y="7310"/>
                  </a:lnTo>
                  <a:lnTo>
                    <a:pt x="25589" y="7310"/>
                  </a:lnTo>
                  <a:lnTo>
                    <a:pt x="22844" y="7310"/>
                  </a:lnTo>
                  <a:lnTo>
                    <a:pt x="20099" y="8224"/>
                  </a:lnTo>
                  <a:lnTo>
                    <a:pt x="18269" y="10051"/>
                  </a:lnTo>
                  <a:lnTo>
                    <a:pt x="15524" y="11879"/>
                  </a:lnTo>
                  <a:lnTo>
                    <a:pt x="12779" y="15534"/>
                  </a:lnTo>
                  <a:lnTo>
                    <a:pt x="11895" y="19189"/>
                  </a:lnTo>
                  <a:lnTo>
                    <a:pt x="10034" y="22814"/>
                  </a:lnTo>
                  <a:lnTo>
                    <a:pt x="9119" y="29211"/>
                  </a:lnTo>
                  <a:lnTo>
                    <a:pt x="9119" y="36521"/>
                  </a:lnTo>
                  <a:lnTo>
                    <a:pt x="10949" y="32866"/>
                  </a:lnTo>
                  <a:lnTo>
                    <a:pt x="13694" y="30124"/>
                  </a:lnTo>
                  <a:lnTo>
                    <a:pt x="17354" y="29211"/>
                  </a:lnTo>
                  <a:lnTo>
                    <a:pt x="20099" y="27383"/>
                  </a:lnTo>
                  <a:lnTo>
                    <a:pt x="23759" y="26469"/>
                  </a:lnTo>
                  <a:lnTo>
                    <a:pt x="26504" y="26469"/>
                  </a:lnTo>
                  <a:lnTo>
                    <a:pt x="32909" y="26469"/>
                  </a:lnTo>
                  <a:lnTo>
                    <a:pt x="38369" y="28297"/>
                  </a:lnTo>
                  <a:lnTo>
                    <a:pt x="42029" y="32866"/>
                  </a:lnTo>
                  <a:lnTo>
                    <a:pt x="46604" y="37435"/>
                  </a:lnTo>
                  <a:lnTo>
                    <a:pt x="48434" y="42917"/>
                  </a:lnTo>
                  <a:lnTo>
                    <a:pt x="48434" y="50228"/>
                  </a:lnTo>
                  <a:lnTo>
                    <a:pt x="48434" y="54766"/>
                  </a:lnTo>
                  <a:lnTo>
                    <a:pt x="47519" y="59366"/>
                  </a:lnTo>
                  <a:lnTo>
                    <a:pt x="30164" y="75784"/>
                  </a:lnTo>
                  <a:lnTo>
                    <a:pt x="25589" y="75784"/>
                  </a:lnTo>
                  <a:lnTo>
                    <a:pt x="18269" y="75784"/>
                  </a:lnTo>
                  <a:lnTo>
                    <a:pt x="0" y="39262"/>
                  </a:lnTo>
                  <a:lnTo>
                    <a:pt x="514" y="29658"/>
                  </a:lnTo>
                  <a:lnTo>
                    <a:pt x="18269" y="0"/>
                  </a:lnTo>
                  <a:lnTo>
                    <a:pt x="26504" y="0"/>
                  </a:lnTo>
                  <a:lnTo>
                    <a:pt x="31994" y="0"/>
                  </a:lnTo>
                  <a:lnTo>
                    <a:pt x="37484" y="1827"/>
                  </a:lnTo>
                  <a:lnTo>
                    <a:pt x="41144" y="5482"/>
                  </a:lnTo>
                  <a:lnTo>
                    <a:pt x="44804" y="8224"/>
                  </a:lnTo>
                  <a:lnTo>
                    <a:pt x="46604" y="12793"/>
                  </a:lnTo>
                  <a:lnTo>
                    <a:pt x="47519" y="18275"/>
                  </a:lnTo>
                  <a:close/>
                </a:path>
                <a:path w="48895" h="76200">
                  <a:moveTo>
                    <a:pt x="10034" y="50228"/>
                  </a:moveTo>
                  <a:lnTo>
                    <a:pt x="10034" y="52969"/>
                  </a:lnTo>
                  <a:lnTo>
                    <a:pt x="10949" y="56624"/>
                  </a:lnTo>
                  <a:lnTo>
                    <a:pt x="12779" y="59366"/>
                  </a:lnTo>
                  <a:lnTo>
                    <a:pt x="13694" y="62077"/>
                  </a:lnTo>
                  <a:lnTo>
                    <a:pt x="15524" y="63904"/>
                  </a:lnTo>
                  <a:lnTo>
                    <a:pt x="18269" y="65732"/>
                  </a:lnTo>
                  <a:lnTo>
                    <a:pt x="20099" y="67560"/>
                  </a:lnTo>
                  <a:lnTo>
                    <a:pt x="22844" y="67560"/>
                  </a:lnTo>
                  <a:lnTo>
                    <a:pt x="25589" y="67560"/>
                  </a:lnTo>
                  <a:lnTo>
                    <a:pt x="29249" y="67560"/>
                  </a:lnTo>
                  <a:lnTo>
                    <a:pt x="32909" y="66646"/>
                  </a:lnTo>
                  <a:lnTo>
                    <a:pt x="35654" y="62991"/>
                  </a:lnTo>
                  <a:lnTo>
                    <a:pt x="38369" y="60249"/>
                  </a:lnTo>
                  <a:lnTo>
                    <a:pt x="39314" y="55711"/>
                  </a:lnTo>
                  <a:lnTo>
                    <a:pt x="39314" y="51111"/>
                  </a:lnTo>
                  <a:lnTo>
                    <a:pt x="39314" y="45659"/>
                  </a:lnTo>
                  <a:lnTo>
                    <a:pt x="38369" y="42004"/>
                  </a:lnTo>
                  <a:lnTo>
                    <a:pt x="35654" y="38348"/>
                  </a:lnTo>
                  <a:lnTo>
                    <a:pt x="32909" y="35607"/>
                  </a:lnTo>
                  <a:lnTo>
                    <a:pt x="29249" y="34693"/>
                  </a:lnTo>
                  <a:lnTo>
                    <a:pt x="25589" y="34693"/>
                  </a:lnTo>
                  <a:lnTo>
                    <a:pt x="21014" y="34693"/>
                  </a:lnTo>
                  <a:lnTo>
                    <a:pt x="17354" y="35607"/>
                  </a:lnTo>
                  <a:lnTo>
                    <a:pt x="14609" y="38348"/>
                  </a:lnTo>
                  <a:lnTo>
                    <a:pt x="11895" y="42004"/>
                  </a:lnTo>
                  <a:lnTo>
                    <a:pt x="10034" y="45659"/>
                  </a:lnTo>
                  <a:lnTo>
                    <a:pt x="10034" y="50228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0" name="object 120"/>
          <p:cNvGrpSpPr/>
          <p:nvPr/>
        </p:nvGrpSpPr>
        <p:grpSpPr>
          <a:xfrm>
            <a:off x="6143051" y="2921275"/>
            <a:ext cx="541655" cy="115570"/>
            <a:chOff x="6143051" y="2921275"/>
            <a:chExt cx="541655" cy="115570"/>
          </a:xfrm>
        </p:grpSpPr>
        <p:sp>
          <p:nvSpPr>
            <p:cNvPr id="121" name="object 121"/>
            <p:cNvSpPr/>
            <p:nvPr/>
          </p:nvSpPr>
          <p:spPr>
            <a:xfrm>
              <a:off x="6338689" y="2971483"/>
              <a:ext cx="298450" cy="0"/>
            </a:xfrm>
            <a:custGeom>
              <a:avLst/>
              <a:gdLst/>
              <a:ahLst/>
              <a:cxnLst/>
              <a:rect l="l" t="t" r="r" b="b"/>
              <a:pathLst>
                <a:path w="298450" h="0">
                  <a:moveTo>
                    <a:pt x="298016" y="0"/>
                  </a:moveTo>
                  <a:lnTo>
                    <a:pt x="0" y="0"/>
                  </a:lnTo>
                </a:path>
              </a:pathLst>
            </a:custGeom>
            <a:ln w="633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/>
            <p:cNvSpPr/>
            <p:nvPr/>
          </p:nvSpPr>
          <p:spPr>
            <a:xfrm>
              <a:off x="6633961" y="2943190"/>
              <a:ext cx="50800" cy="55880"/>
            </a:xfrm>
            <a:custGeom>
              <a:avLst/>
              <a:gdLst/>
              <a:ahLst/>
              <a:cxnLst/>
              <a:rect l="l" t="t" r="r" b="b"/>
              <a:pathLst>
                <a:path w="50800" h="55880">
                  <a:moveTo>
                    <a:pt x="0" y="0"/>
                  </a:moveTo>
                  <a:lnTo>
                    <a:pt x="0" y="55686"/>
                  </a:lnTo>
                  <a:lnTo>
                    <a:pt x="50291" y="283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3" name="object 123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6143051" y="2921275"/>
              <a:ext cx="161814" cy="115031"/>
            </a:xfrm>
            <a:prstGeom prst="rect">
              <a:avLst/>
            </a:prstGeom>
          </p:spPr>
        </p:pic>
      </p:grpSp>
      <p:sp>
        <p:nvSpPr>
          <p:cNvPr id="124" name="object 124"/>
          <p:cNvSpPr txBox="1"/>
          <p:nvPr/>
        </p:nvSpPr>
        <p:spPr>
          <a:xfrm>
            <a:off x="4167635" y="3095283"/>
            <a:ext cx="492759" cy="1657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900" b="1" i="1">
                <a:solidFill>
                  <a:srgbClr val="00AEEF"/>
                </a:solidFill>
                <a:latin typeface="Bookman Old Style"/>
                <a:cs typeface="Bookman Old Style"/>
              </a:rPr>
              <a:t>Fig.</a:t>
            </a:r>
            <a:r>
              <a:rPr dirty="0" sz="900" spc="11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 spc="-25" b="1" i="1">
                <a:solidFill>
                  <a:srgbClr val="00AEEF"/>
                </a:solidFill>
                <a:latin typeface="Bookman Old Style"/>
                <a:cs typeface="Bookman Old Style"/>
              </a:rPr>
              <a:t>2.1</a:t>
            </a:r>
            <a:endParaRPr sz="900">
              <a:latin typeface="Bookman Old Style"/>
              <a:cs typeface="Bookman Old Style"/>
            </a:endParaRPr>
          </a:p>
        </p:txBody>
      </p:sp>
      <p:sp>
        <p:nvSpPr>
          <p:cNvPr id="125" name="object 125"/>
          <p:cNvSpPr txBox="1"/>
          <p:nvPr/>
        </p:nvSpPr>
        <p:spPr>
          <a:xfrm>
            <a:off x="4737611" y="3097777"/>
            <a:ext cx="2343785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Determining</a:t>
            </a:r>
            <a:r>
              <a:rPr dirty="0" sz="900" spc="48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velocity</a:t>
            </a:r>
            <a:r>
              <a:rPr dirty="0" sz="900" spc="4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from</a:t>
            </a:r>
            <a:r>
              <a:rPr dirty="0" sz="900" spc="4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position-</a:t>
            </a:r>
            <a:r>
              <a:rPr dirty="0" sz="900" spc="-20" i="1">
                <a:solidFill>
                  <a:srgbClr val="231F20"/>
                </a:solidFill>
                <a:latin typeface="Bookman Old Style"/>
                <a:cs typeface="Bookman Old Style"/>
              </a:rPr>
              <a:t>time</a:t>
            </a:r>
            <a:r>
              <a:rPr dirty="0" sz="9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graph.</a:t>
            </a:r>
            <a:r>
              <a:rPr dirty="0" sz="900" spc="2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Velocity</a:t>
            </a:r>
            <a:r>
              <a:rPr dirty="0" sz="9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at</a:t>
            </a:r>
            <a:r>
              <a:rPr dirty="0" sz="9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t</a:t>
            </a:r>
            <a:r>
              <a:rPr dirty="0" sz="9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=</a:t>
            </a:r>
            <a:r>
              <a:rPr dirty="0" sz="900" spc="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4</a:t>
            </a:r>
            <a:r>
              <a:rPr dirty="0" sz="900" spc="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s</a:t>
            </a:r>
            <a:r>
              <a:rPr dirty="0" sz="9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is</a:t>
            </a:r>
            <a:r>
              <a:rPr dirty="0" sz="9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slope</a:t>
            </a:r>
            <a:r>
              <a:rPr dirty="0" sz="9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9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25" i="1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tangent</a:t>
            </a:r>
            <a:r>
              <a:rPr dirty="0" sz="9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to</a:t>
            </a:r>
            <a:r>
              <a:rPr dirty="0" sz="9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graph</a:t>
            </a:r>
            <a:r>
              <a:rPr dirty="0" sz="900" spc="-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at</a:t>
            </a:r>
            <a:r>
              <a:rPr dirty="0" sz="9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that</a:t>
            </a:r>
            <a:r>
              <a:rPr dirty="0" sz="9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0" i="1">
                <a:solidFill>
                  <a:srgbClr val="231F20"/>
                </a:solidFill>
                <a:latin typeface="Bookman Old Style"/>
                <a:cs typeface="Bookman Old Style"/>
              </a:rPr>
              <a:t>instant</a:t>
            </a:r>
            <a:r>
              <a:rPr dirty="0" sz="900" spc="-10">
                <a:solidFill>
                  <a:srgbClr val="231F20"/>
                </a:solidFill>
                <a:latin typeface="Bookman Old Style"/>
                <a:cs typeface="Bookman Old Style"/>
              </a:rPr>
              <a:t>.</a:t>
            </a:r>
            <a:endParaRPr sz="900">
              <a:latin typeface="Bookman Old Style"/>
              <a:cs typeface="Bookman Old Style"/>
            </a:endParaRPr>
          </a:p>
        </p:txBody>
      </p:sp>
      <p:sp>
        <p:nvSpPr>
          <p:cNvPr id="126" name="object 126"/>
          <p:cNvSpPr txBox="1"/>
          <p:nvPr/>
        </p:nvSpPr>
        <p:spPr>
          <a:xfrm>
            <a:off x="4768091" y="6380219"/>
            <a:ext cx="72390" cy="1155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600" spc="-50">
                <a:solidFill>
                  <a:srgbClr val="231F20"/>
                </a:solidFill>
                <a:latin typeface="Bookman Old Style"/>
                <a:cs typeface="Bookman Old Style"/>
              </a:rPr>
              <a:t>1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27" name="object 127"/>
          <p:cNvSpPr/>
          <p:nvPr/>
        </p:nvSpPr>
        <p:spPr>
          <a:xfrm>
            <a:off x="5259361" y="6367280"/>
            <a:ext cx="189230" cy="0"/>
          </a:xfrm>
          <a:custGeom>
            <a:avLst/>
            <a:gdLst/>
            <a:ahLst/>
            <a:cxnLst/>
            <a:rect l="l" t="t" r="r" b="b"/>
            <a:pathLst>
              <a:path w="189229" h="0">
                <a:moveTo>
                  <a:pt x="0" y="0"/>
                </a:moveTo>
                <a:lnTo>
                  <a:pt x="188947" y="0"/>
                </a:lnTo>
              </a:path>
            </a:pathLst>
          </a:custGeom>
          <a:ln w="57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8" name="object 128"/>
          <p:cNvSpPr txBox="1"/>
          <p:nvPr/>
        </p:nvSpPr>
        <p:spPr>
          <a:xfrm>
            <a:off x="5289299" y="6394496"/>
            <a:ext cx="89535" cy="1498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800" spc="-50" i="1">
                <a:latin typeface="Bookman Old Style"/>
                <a:cs typeface="Bookman Old Style"/>
              </a:rPr>
              <a:t>2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4151379" y="3712965"/>
            <a:ext cx="2969260" cy="26206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381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Now,</a:t>
            </a:r>
            <a:r>
              <a:rPr dirty="0" sz="100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we</a:t>
            </a:r>
            <a:r>
              <a:rPr dirty="0" sz="100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decrease</a:t>
            </a:r>
            <a:r>
              <a:rPr dirty="0" sz="1000" spc="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value</a:t>
            </a:r>
            <a:r>
              <a:rPr dirty="0" sz="1000" spc="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100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Symbol"/>
                <a:cs typeface="Symbol"/>
              </a:rPr>
              <a:t>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t</a:t>
            </a:r>
            <a:r>
              <a:rPr dirty="0" sz="1000" spc="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from</a:t>
            </a:r>
            <a:r>
              <a:rPr dirty="0" sz="1000" spc="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2</a:t>
            </a:r>
            <a:r>
              <a:rPr dirty="0" sz="100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s</a:t>
            </a:r>
            <a:r>
              <a:rPr dirty="0" sz="1000" spc="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to</a:t>
            </a:r>
            <a:r>
              <a:rPr dirty="0" sz="100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50">
                <a:solidFill>
                  <a:srgbClr val="231F20"/>
                </a:solidFill>
                <a:latin typeface="Bookman Old Style"/>
                <a:cs typeface="Bookman Old Style"/>
              </a:rPr>
              <a:t>1</a:t>
            </a:r>
            <a:endParaRPr sz="1000">
              <a:latin typeface="Bookman Old Style"/>
              <a:cs typeface="Bookman Old Style"/>
            </a:endParaRPr>
          </a:p>
          <a:p>
            <a:pPr algn="just" marL="38100" marR="40640">
              <a:lnSpc>
                <a:spcPct val="99000"/>
              </a:lnSpc>
              <a:spcBef>
                <a:spcPts val="10"/>
              </a:spcBef>
            </a:pP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s.</a:t>
            </a:r>
            <a:r>
              <a:rPr dirty="0" sz="1000" spc="3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Then</a:t>
            </a:r>
            <a:r>
              <a:rPr dirty="0" sz="1000" spc="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line</a:t>
            </a:r>
            <a:r>
              <a:rPr dirty="0" sz="1000" spc="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P</a:t>
            </a:r>
            <a:r>
              <a:rPr dirty="0" baseline="-23148" sz="900">
                <a:solidFill>
                  <a:srgbClr val="231F20"/>
                </a:solidFill>
                <a:latin typeface="Bookman Old Style"/>
                <a:cs typeface="Bookman Old Style"/>
              </a:rPr>
              <a:t>1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P</a:t>
            </a:r>
            <a:r>
              <a:rPr dirty="0" baseline="-23148" sz="900">
                <a:solidFill>
                  <a:srgbClr val="231F20"/>
                </a:solidFill>
                <a:latin typeface="Bookman Old Style"/>
                <a:cs typeface="Bookman Old Style"/>
              </a:rPr>
              <a:t>2</a:t>
            </a:r>
            <a:r>
              <a:rPr dirty="0" baseline="-23148" sz="900" spc="179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becomes</a:t>
            </a:r>
            <a:r>
              <a:rPr dirty="0" sz="1000" spc="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Q</a:t>
            </a:r>
            <a:r>
              <a:rPr dirty="0" baseline="-23148" sz="900">
                <a:solidFill>
                  <a:srgbClr val="231F20"/>
                </a:solidFill>
                <a:latin typeface="Bookman Old Style"/>
                <a:cs typeface="Bookman Old Style"/>
              </a:rPr>
              <a:t>1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Q</a:t>
            </a:r>
            <a:r>
              <a:rPr dirty="0" baseline="-23148" sz="900">
                <a:solidFill>
                  <a:srgbClr val="231F20"/>
                </a:solidFill>
                <a:latin typeface="Bookman Old Style"/>
                <a:cs typeface="Bookman Old Style"/>
              </a:rPr>
              <a:t>2</a:t>
            </a:r>
            <a:r>
              <a:rPr dirty="0" baseline="-23148" sz="900" spc="397">
                <a:solidFill>
                  <a:srgbClr val="231F20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and</a:t>
            </a:r>
            <a:r>
              <a:rPr dirty="0" sz="1000" spc="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its</a:t>
            </a:r>
            <a:r>
              <a:rPr dirty="0" sz="1000" spc="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slope</a:t>
            </a:r>
            <a:r>
              <a:rPr dirty="0" sz="10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gives</a:t>
            </a:r>
            <a:r>
              <a:rPr dirty="0" sz="1000" spc="3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3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value</a:t>
            </a:r>
            <a:r>
              <a:rPr dirty="0" sz="1000" spc="3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1000" spc="3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3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average</a:t>
            </a:r>
            <a:r>
              <a:rPr dirty="0" sz="1000" spc="3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velocity</a:t>
            </a:r>
            <a:r>
              <a:rPr dirty="0" sz="1000" spc="3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over</a:t>
            </a:r>
            <a:r>
              <a:rPr dirty="0" sz="10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interval</a:t>
            </a:r>
            <a:r>
              <a:rPr dirty="0" sz="1000" spc="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3.5</a:t>
            </a:r>
            <a:r>
              <a:rPr dirty="0" sz="1000" spc="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s</a:t>
            </a:r>
            <a:r>
              <a:rPr dirty="0" sz="1000" spc="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to</a:t>
            </a:r>
            <a:r>
              <a:rPr dirty="0" sz="1000" spc="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4.5</a:t>
            </a:r>
            <a:r>
              <a:rPr dirty="0" sz="1000" spc="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s.</a:t>
            </a:r>
            <a:r>
              <a:rPr dirty="0" sz="1000" spc="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In</a:t>
            </a:r>
            <a:r>
              <a:rPr dirty="0" sz="1000" spc="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limit</a:t>
            </a:r>
            <a:r>
              <a:rPr dirty="0" sz="1000" spc="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Symbol"/>
                <a:cs typeface="Symbol"/>
              </a:rPr>
              <a:t>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t</a:t>
            </a:r>
            <a:r>
              <a:rPr dirty="0" sz="1000" spc="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Symbol"/>
                <a:cs typeface="Symbol"/>
              </a:rPr>
              <a:t></a:t>
            </a:r>
            <a:r>
              <a:rPr dirty="0" sz="1000" spc="1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0,</a:t>
            </a:r>
            <a:r>
              <a:rPr dirty="0" sz="100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line</a:t>
            </a:r>
            <a:r>
              <a:rPr dirty="0" sz="10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P</a:t>
            </a:r>
            <a:r>
              <a:rPr dirty="0" baseline="-32407" sz="900">
                <a:solidFill>
                  <a:srgbClr val="231F20"/>
                </a:solidFill>
                <a:latin typeface="Bookman Old Style"/>
                <a:cs typeface="Bookman Old Style"/>
              </a:rPr>
              <a:t>1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P</a:t>
            </a:r>
            <a:r>
              <a:rPr dirty="0" baseline="-32407" sz="900">
                <a:solidFill>
                  <a:srgbClr val="231F20"/>
                </a:solidFill>
                <a:latin typeface="Bookman Old Style"/>
                <a:cs typeface="Bookman Old Style"/>
              </a:rPr>
              <a:t>2</a:t>
            </a:r>
            <a:r>
              <a:rPr dirty="0" baseline="-32407" sz="900" spc="217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becomes</a:t>
            </a:r>
            <a:r>
              <a:rPr dirty="0" sz="10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tangent</a:t>
            </a:r>
            <a:r>
              <a:rPr dirty="0" sz="10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to</a:t>
            </a:r>
            <a:r>
              <a:rPr dirty="0" sz="10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position-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time</a:t>
            </a:r>
            <a:r>
              <a:rPr dirty="0" sz="1000" spc="11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curve</a:t>
            </a:r>
            <a:r>
              <a:rPr dirty="0" sz="1000" spc="11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at</a:t>
            </a:r>
            <a:r>
              <a:rPr dirty="0" sz="1000" spc="11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11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point</a:t>
            </a:r>
            <a:r>
              <a:rPr dirty="0" sz="1000" spc="11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P</a:t>
            </a:r>
            <a:r>
              <a:rPr dirty="0" sz="1000" spc="11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and</a:t>
            </a:r>
            <a:r>
              <a:rPr dirty="0" sz="1000" spc="11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1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velocity</a:t>
            </a:r>
            <a:r>
              <a:rPr dirty="0" sz="1000" spc="11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at</a:t>
            </a:r>
            <a:r>
              <a:rPr dirty="0" sz="1000" spc="1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50" i="1">
                <a:solidFill>
                  <a:srgbClr val="231F20"/>
                </a:solidFill>
                <a:latin typeface="Bookman Old Style"/>
                <a:cs typeface="Bookman Old Style"/>
              </a:rPr>
              <a:t>t</a:t>
            </a:r>
            <a:endParaRPr sz="1000">
              <a:latin typeface="Bookman Old Style"/>
              <a:cs typeface="Bookman Old Style"/>
            </a:endParaRPr>
          </a:p>
          <a:p>
            <a:pPr algn="just" marL="38100" marR="30480">
              <a:lnSpc>
                <a:spcPts val="1150"/>
              </a:lnSpc>
              <a:spcBef>
                <a:spcPts val="30"/>
              </a:spcBef>
            </a:pP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=</a:t>
            </a:r>
            <a:r>
              <a:rPr dirty="0" sz="1000" spc="20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4</a:t>
            </a:r>
            <a:r>
              <a:rPr dirty="0" sz="1000" spc="20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s</a:t>
            </a:r>
            <a:r>
              <a:rPr dirty="0" sz="1000" spc="20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is</a:t>
            </a:r>
            <a:r>
              <a:rPr dirty="0" sz="1000" spc="20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given</a:t>
            </a:r>
            <a:r>
              <a:rPr dirty="0" sz="1000" spc="20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by</a:t>
            </a:r>
            <a:r>
              <a:rPr dirty="0" sz="1000" spc="20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20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slope</a:t>
            </a:r>
            <a:r>
              <a:rPr dirty="0" sz="1000" spc="2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1000" spc="20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20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tangent</a:t>
            </a:r>
            <a:r>
              <a:rPr dirty="0" sz="1000" spc="20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at</a:t>
            </a:r>
            <a:r>
              <a:rPr dirty="0" sz="100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that</a:t>
            </a:r>
            <a:r>
              <a:rPr dirty="0" sz="1000" spc="4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point.</a:t>
            </a:r>
            <a:r>
              <a:rPr dirty="0" sz="1000" spc="4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b="1">
                <a:solidFill>
                  <a:srgbClr val="231F20"/>
                </a:solidFill>
                <a:latin typeface="Bookman Old Style"/>
                <a:cs typeface="Bookman Old Style"/>
              </a:rPr>
              <a:t>It</a:t>
            </a:r>
            <a:r>
              <a:rPr dirty="0" sz="1000" spc="155">
                <a:solidFill>
                  <a:srgbClr val="231F20"/>
                </a:solidFill>
                <a:latin typeface="Times New Roman"/>
                <a:cs typeface="Times New Roman"/>
              </a:rPr>
              <a:t>  </a:t>
            </a:r>
            <a:r>
              <a:rPr dirty="0" sz="1000" b="1">
                <a:solidFill>
                  <a:srgbClr val="231F20"/>
                </a:solidFill>
                <a:latin typeface="Bookman Old Style"/>
                <a:cs typeface="Bookman Old Style"/>
              </a:rPr>
              <a:t>is</a:t>
            </a:r>
            <a:r>
              <a:rPr dirty="0" sz="1000" spc="160">
                <a:solidFill>
                  <a:srgbClr val="231F20"/>
                </a:solidFill>
                <a:latin typeface="Times New Roman"/>
                <a:cs typeface="Times New Roman"/>
              </a:rPr>
              <a:t>  </a:t>
            </a:r>
            <a:r>
              <a:rPr dirty="0" sz="1000" b="1">
                <a:solidFill>
                  <a:srgbClr val="231F20"/>
                </a:solidFill>
                <a:latin typeface="Bookman Old Style"/>
                <a:cs typeface="Bookman Old Style"/>
              </a:rPr>
              <a:t>difficult</a:t>
            </a:r>
            <a:r>
              <a:rPr dirty="0" sz="1000" spc="155">
                <a:solidFill>
                  <a:srgbClr val="231F20"/>
                </a:solidFill>
                <a:latin typeface="Times New Roman"/>
                <a:cs typeface="Times New Roman"/>
              </a:rPr>
              <a:t>  </a:t>
            </a:r>
            <a:r>
              <a:rPr dirty="0" sz="1000" b="1">
                <a:solidFill>
                  <a:srgbClr val="231F20"/>
                </a:solidFill>
                <a:latin typeface="Bookman Old Style"/>
                <a:cs typeface="Bookman Old Style"/>
              </a:rPr>
              <a:t>to</a:t>
            </a:r>
            <a:r>
              <a:rPr dirty="0" sz="1000" spc="160">
                <a:solidFill>
                  <a:srgbClr val="231F20"/>
                </a:solidFill>
                <a:latin typeface="Times New Roman"/>
                <a:cs typeface="Times New Roman"/>
              </a:rPr>
              <a:t>  </a:t>
            </a:r>
            <a:r>
              <a:rPr dirty="0" sz="1000" spc="60" b="1">
                <a:solidFill>
                  <a:srgbClr val="231F20"/>
                </a:solidFill>
                <a:latin typeface="Bookman Old Style"/>
                <a:cs typeface="Bookman Old Style"/>
              </a:rPr>
              <a:t>show</a:t>
            </a:r>
            <a:r>
              <a:rPr dirty="0" sz="1000" spc="155">
                <a:solidFill>
                  <a:srgbClr val="231F20"/>
                </a:solidFill>
                <a:latin typeface="Times New Roman"/>
                <a:cs typeface="Times New Roman"/>
              </a:rPr>
              <a:t>  </a:t>
            </a:r>
            <a:r>
              <a:rPr dirty="0" sz="1000" spc="35" b="1">
                <a:solidFill>
                  <a:srgbClr val="231F20"/>
                </a:solidFill>
                <a:latin typeface="Bookman Old Style"/>
                <a:cs typeface="Bookman Old Style"/>
              </a:rPr>
              <a:t>this</a:t>
            </a:r>
            <a:r>
              <a:rPr dirty="0" sz="1000" spc="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100" b="1">
                <a:solidFill>
                  <a:srgbClr val="231F20"/>
                </a:solidFill>
                <a:latin typeface="Bookman Old Style"/>
                <a:cs typeface="Bookman Old Style"/>
              </a:rPr>
              <a:t>process</a:t>
            </a:r>
            <a:r>
              <a:rPr dirty="0" sz="1000" spc="145">
                <a:solidFill>
                  <a:srgbClr val="231F20"/>
                </a:solidFill>
                <a:latin typeface="Times New Roman"/>
                <a:cs typeface="Times New Roman"/>
              </a:rPr>
              <a:t>  </a:t>
            </a:r>
            <a:r>
              <a:rPr dirty="0" sz="1000" spc="110" b="1">
                <a:solidFill>
                  <a:srgbClr val="231F20"/>
                </a:solidFill>
                <a:latin typeface="Bookman Old Style"/>
                <a:cs typeface="Bookman Old Style"/>
              </a:rPr>
              <a:t>graphically.</a:t>
            </a:r>
            <a:r>
              <a:rPr dirty="0" sz="1000" spc="150">
                <a:solidFill>
                  <a:srgbClr val="231F20"/>
                </a:solidFill>
                <a:latin typeface="Times New Roman"/>
                <a:cs typeface="Times New Roman"/>
              </a:rPr>
              <a:t>  </a:t>
            </a:r>
            <a:r>
              <a:rPr dirty="0" sz="1000" spc="95" b="1">
                <a:solidFill>
                  <a:srgbClr val="231F20"/>
                </a:solidFill>
                <a:latin typeface="Bookman Old Style"/>
                <a:cs typeface="Bookman Old Style"/>
              </a:rPr>
              <a:t>But</a:t>
            </a:r>
            <a:r>
              <a:rPr dirty="0" sz="1000" spc="150">
                <a:solidFill>
                  <a:srgbClr val="231F20"/>
                </a:solidFill>
                <a:latin typeface="Times New Roman"/>
                <a:cs typeface="Times New Roman"/>
              </a:rPr>
              <a:t>  </a:t>
            </a:r>
            <a:r>
              <a:rPr dirty="0" sz="1000" b="1">
                <a:solidFill>
                  <a:srgbClr val="231F20"/>
                </a:solidFill>
                <a:latin typeface="Bookman Old Style"/>
                <a:cs typeface="Bookman Old Style"/>
              </a:rPr>
              <a:t>if</a:t>
            </a:r>
            <a:r>
              <a:rPr dirty="0" sz="1000" spc="145">
                <a:solidFill>
                  <a:srgbClr val="231F20"/>
                </a:solidFill>
                <a:latin typeface="Times New Roman"/>
                <a:cs typeface="Times New Roman"/>
              </a:rPr>
              <a:t>  </a:t>
            </a:r>
            <a:r>
              <a:rPr dirty="0" sz="1000" spc="55" b="1">
                <a:solidFill>
                  <a:srgbClr val="231F20"/>
                </a:solidFill>
                <a:latin typeface="Bookman Old Style"/>
                <a:cs typeface="Bookman Old Style"/>
              </a:rPr>
              <a:t>we</a:t>
            </a:r>
            <a:r>
              <a:rPr dirty="0" sz="1000" spc="150">
                <a:solidFill>
                  <a:srgbClr val="231F20"/>
                </a:solidFill>
                <a:latin typeface="Times New Roman"/>
                <a:cs typeface="Times New Roman"/>
              </a:rPr>
              <a:t>  </a:t>
            </a:r>
            <a:r>
              <a:rPr dirty="0" sz="1000" spc="75" b="1">
                <a:solidFill>
                  <a:srgbClr val="231F20"/>
                </a:solidFill>
                <a:latin typeface="Bookman Old Style"/>
                <a:cs typeface="Bookman Old Style"/>
              </a:rPr>
              <a:t>use</a:t>
            </a:r>
            <a:r>
              <a:rPr dirty="0" sz="1000" spc="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endParaRPr sz="1000">
              <a:latin typeface="Times New Roman"/>
              <a:cs typeface="Times New Roman"/>
            </a:endParaRPr>
          </a:p>
          <a:p>
            <a:pPr algn="just" marL="38100">
              <a:lnSpc>
                <a:spcPts val="1150"/>
              </a:lnSpc>
            </a:pPr>
            <a:r>
              <a:rPr dirty="0" sz="1000" b="1">
                <a:solidFill>
                  <a:srgbClr val="231F20"/>
                </a:solidFill>
                <a:latin typeface="Bookman Old Style"/>
                <a:cs typeface="Bookman Old Style"/>
              </a:rPr>
              <a:t>numerical</a:t>
            </a:r>
            <a:r>
              <a:rPr dirty="0" sz="1000" spc="3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b="1">
                <a:solidFill>
                  <a:srgbClr val="231F20"/>
                </a:solidFill>
                <a:latin typeface="Bookman Old Style"/>
                <a:cs typeface="Bookman Old Style"/>
              </a:rPr>
              <a:t>method</a:t>
            </a:r>
            <a:r>
              <a:rPr dirty="0" sz="1000" spc="3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b="1">
                <a:solidFill>
                  <a:srgbClr val="231F20"/>
                </a:solidFill>
                <a:latin typeface="Bookman Old Style"/>
                <a:cs typeface="Bookman Old Style"/>
              </a:rPr>
              <a:t>to</a:t>
            </a:r>
            <a:r>
              <a:rPr dirty="0" sz="1000" spc="3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b="1">
                <a:solidFill>
                  <a:srgbClr val="231F20"/>
                </a:solidFill>
                <a:latin typeface="Bookman Old Style"/>
                <a:cs typeface="Bookman Old Style"/>
              </a:rPr>
              <a:t>obtain</a:t>
            </a:r>
            <a:r>
              <a:rPr dirty="0" sz="1000" spc="3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b="1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3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b="1">
                <a:solidFill>
                  <a:srgbClr val="231F20"/>
                </a:solidFill>
                <a:latin typeface="Bookman Old Style"/>
                <a:cs typeface="Bookman Old Style"/>
              </a:rPr>
              <a:t>value</a:t>
            </a:r>
            <a:r>
              <a:rPr dirty="0" sz="1000" spc="3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5" b="1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endParaRPr sz="1000">
              <a:latin typeface="Bookman Old Style"/>
              <a:cs typeface="Bookman Old Style"/>
            </a:endParaRPr>
          </a:p>
          <a:p>
            <a:pPr algn="just" marL="38100" marR="41275">
              <a:lnSpc>
                <a:spcPct val="100000"/>
              </a:lnSpc>
            </a:pPr>
            <a:r>
              <a:rPr dirty="0" sz="1000" b="1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2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b="1">
                <a:solidFill>
                  <a:srgbClr val="231F20"/>
                </a:solidFill>
                <a:latin typeface="Bookman Old Style"/>
                <a:cs typeface="Bookman Old Style"/>
              </a:rPr>
              <a:t>velocity,</a:t>
            </a:r>
            <a:r>
              <a:rPr dirty="0" sz="1000" spc="2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b="1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2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b="1">
                <a:solidFill>
                  <a:srgbClr val="231F20"/>
                </a:solidFill>
                <a:latin typeface="Bookman Old Style"/>
                <a:cs typeface="Bookman Old Style"/>
              </a:rPr>
              <a:t>meaning</a:t>
            </a:r>
            <a:r>
              <a:rPr dirty="0" sz="1000" spc="2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b="1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1000" spc="2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b="1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2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 b="1">
                <a:solidFill>
                  <a:srgbClr val="231F20"/>
                </a:solidFill>
                <a:latin typeface="Bookman Old Style"/>
                <a:cs typeface="Bookman Old Style"/>
              </a:rPr>
              <a:t>limiting</a:t>
            </a:r>
            <a:r>
              <a:rPr dirty="0" sz="10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b="1">
                <a:solidFill>
                  <a:srgbClr val="231F20"/>
                </a:solidFill>
                <a:latin typeface="Bookman Old Style"/>
                <a:cs typeface="Bookman Old Style"/>
              </a:rPr>
              <a:t>process</a:t>
            </a:r>
            <a:r>
              <a:rPr dirty="0" sz="1000" spc="10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b="1">
                <a:solidFill>
                  <a:srgbClr val="231F20"/>
                </a:solidFill>
                <a:latin typeface="Bookman Old Style"/>
                <a:cs typeface="Bookman Old Style"/>
              </a:rPr>
              <a:t>becomes</a:t>
            </a:r>
            <a:r>
              <a:rPr dirty="0" sz="1000" spc="10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b="1">
                <a:solidFill>
                  <a:srgbClr val="231F20"/>
                </a:solidFill>
                <a:latin typeface="Bookman Old Style"/>
                <a:cs typeface="Bookman Old Style"/>
              </a:rPr>
              <a:t>clear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.</a:t>
            </a:r>
            <a:r>
              <a:rPr dirty="0" sz="1000" spc="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For</a:t>
            </a:r>
            <a:r>
              <a:rPr dirty="0" sz="1000" spc="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graph</a:t>
            </a:r>
            <a:r>
              <a:rPr dirty="0" sz="1000" spc="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shown</a:t>
            </a:r>
            <a:r>
              <a:rPr dirty="0" sz="10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in</a:t>
            </a:r>
            <a:r>
              <a:rPr dirty="0" sz="1000" spc="2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Fig.</a:t>
            </a:r>
            <a:r>
              <a:rPr dirty="0" sz="1000" spc="2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2.1,</a:t>
            </a:r>
            <a:r>
              <a:rPr dirty="0" sz="1000" spc="2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x</a:t>
            </a:r>
            <a:r>
              <a:rPr dirty="0" sz="1000" spc="2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=</a:t>
            </a:r>
            <a:r>
              <a:rPr dirty="0" sz="1000" spc="2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0.08</a:t>
            </a:r>
            <a:r>
              <a:rPr dirty="0" sz="1000" spc="2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t</a:t>
            </a:r>
            <a:r>
              <a:rPr dirty="0" baseline="32407" sz="900">
                <a:solidFill>
                  <a:srgbClr val="231F20"/>
                </a:solidFill>
                <a:latin typeface="Bookman Old Style"/>
                <a:cs typeface="Bookman Old Style"/>
              </a:rPr>
              <a:t>3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.</a:t>
            </a:r>
            <a:r>
              <a:rPr dirty="0" sz="1000" spc="204">
                <a:solidFill>
                  <a:srgbClr val="231F20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Table</a:t>
            </a:r>
            <a:r>
              <a:rPr dirty="0" sz="1000" spc="2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2.1</a:t>
            </a:r>
            <a:r>
              <a:rPr dirty="0" sz="1000" spc="2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gives</a:t>
            </a:r>
            <a:r>
              <a:rPr dirty="0" sz="1000" spc="2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value</a:t>
            </a:r>
            <a:r>
              <a:rPr dirty="0" sz="1000" spc="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1000" spc="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Symbol"/>
                <a:cs typeface="Symbol"/>
              </a:rPr>
              <a:t>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x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/</a:t>
            </a:r>
            <a:r>
              <a:rPr dirty="0" sz="1000">
                <a:solidFill>
                  <a:srgbClr val="231F20"/>
                </a:solidFill>
                <a:latin typeface="Symbol"/>
                <a:cs typeface="Symbol"/>
              </a:rPr>
              <a:t>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t</a:t>
            </a:r>
            <a:r>
              <a:rPr dirty="0" sz="1000" spc="10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calculated</a:t>
            </a:r>
            <a:r>
              <a:rPr dirty="0" sz="1000" spc="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for</a:t>
            </a:r>
            <a:r>
              <a:rPr dirty="0" sz="1000" spc="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Symbol"/>
                <a:cs typeface="Symbol"/>
              </a:rPr>
              <a:t>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t</a:t>
            </a:r>
            <a:r>
              <a:rPr dirty="0" sz="1000" spc="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equal</a:t>
            </a:r>
            <a:r>
              <a:rPr dirty="0" sz="1000" spc="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to</a:t>
            </a:r>
            <a:r>
              <a:rPr dirty="0" sz="1000" spc="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2.0</a:t>
            </a:r>
            <a:r>
              <a:rPr dirty="0" sz="1000" spc="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s,</a:t>
            </a:r>
            <a:endParaRPr sz="1000">
              <a:latin typeface="Bookman Old Style"/>
              <a:cs typeface="Bookman Old Style"/>
            </a:endParaRPr>
          </a:p>
          <a:p>
            <a:pPr algn="just" marL="38100">
              <a:lnSpc>
                <a:spcPct val="100000"/>
              </a:lnSpc>
            </a:pP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1.0</a:t>
            </a:r>
            <a:r>
              <a:rPr dirty="0" sz="1000" spc="1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s,</a:t>
            </a:r>
            <a:r>
              <a:rPr dirty="0" sz="1000" spc="1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0.5</a:t>
            </a:r>
            <a:r>
              <a:rPr dirty="0" sz="1000" spc="1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s,</a:t>
            </a:r>
            <a:r>
              <a:rPr dirty="0" sz="1000" spc="1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0.1</a:t>
            </a:r>
            <a:r>
              <a:rPr dirty="0" sz="1000" spc="1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s</a:t>
            </a:r>
            <a:r>
              <a:rPr dirty="0" sz="1000" spc="1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and</a:t>
            </a:r>
            <a:r>
              <a:rPr dirty="0" sz="1000" spc="1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0.01</a:t>
            </a:r>
            <a:r>
              <a:rPr dirty="0" sz="1000" spc="1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s</a:t>
            </a:r>
            <a:r>
              <a:rPr dirty="0" sz="1000" spc="1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centred</a:t>
            </a:r>
            <a:r>
              <a:rPr dirty="0" sz="1000" spc="1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at</a:t>
            </a:r>
            <a:r>
              <a:rPr dirty="0" sz="1000" spc="2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t</a:t>
            </a:r>
            <a:r>
              <a:rPr dirty="0" sz="1000" spc="2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50">
                <a:solidFill>
                  <a:srgbClr val="231F20"/>
                </a:solidFill>
                <a:latin typeface="Bookman Old Style"/>
                <a:cs typeface="Bookman Old Style"/>
              </a:rPr>
              <a:t>=</a:t>
            </a:r>
            <a:endParaRPr sz="1000">
              <a:latin typeface="Bookman Old Style"/>
              <a:cs typeface="Bookman Old Style"/>
            </a:endParaRPr>
          </a:p>
          <a:p>
            <a:pPr algn="just" marL="38100">
              <a:lnSpc>
                <a:spcPct val="100000"/>
              </a:lnSpc>
            </a:pP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4.0</a:t>
            </a:r>
            <a:r>
              <a:rPr dirty="0" sz="1000" spc="1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s.</a:t>
            </a:r>
            <a:r>
              <a:rPr dirty="0" sz="1000" spc="10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1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second</a:t>
            </a:r>
            <a:r>
              <a:rPr dirty="0" sz="1000" spc="10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and</a:t>
            </a:r>
            <a:r>
              <a:rPr dirty="0" sz="1000" spc="1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third</a:t>
            </a:r>
            <a:r>
              <a:rPr dirty="0" sz="1000" spc="10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columns</a:t>
            </a:r>
            <a:r>
              <a:rPr dirty="0" sz="1000" spc="1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give</a:t>
            </a:r>
            <a:r>
              <a:rPr dirty="0" sz="1000" spc="10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endParaRPr sz="1000">
              <a:latin typeface="Bookman Old Style"/>
              <a:cs typeface="Bookman Old Style"/>
            </a:endParaRPr>
          </a:p>
          <a:p>
            <a:pPr marL="814705">
              <a:lnSpc>
                <a:spcPct val="100000"/>
              </a:lnSpc>
              <a:spcBef>
                <a:spcPts val="490"/>
              </a:spcBef>
            </a:pPr>
            <a:r>
              <a:rPr dirty="0" sz="800" spc="-50">
                <a:latin typeface="Symbol"/>
                <a:cs typeface="Symbol"/>
              </a:rPr>
              <a:t></a:t>
            </a:r>
            <a:endParaRPr sz="800">
              <a:latin typeface="Symbol"/>
              <a:cs typeface="Symbol"/>
            </a:endParaRPr>
          </a:p>
        </p:txBody>
      </p:sp>
      <p:sp>
        <p:nvSpPr>
          <p:cNvPr id="130" name="object 130"/>
          <p:cNvSpPr txBox="1"/>
          <p:nvPr/>
        </p:nvSpPr>
        <p:spPr>
          <a:xfrm>
            <a:off x="4954019" y="6379257"/>
            <a:ext cx="65405" cy="1498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800" spc="-50">
                <a:latin typeface="Symbol"/>
                <a:cs typeface="Symbol"/>
              </a:rPr>
              <a:t></a:t>
            </a:r>
            <a:endParaRPr sz="800">
              <a:latin typeface="Symbol"/>
              <a:cs typeface="Symbol"/>
            </a:endParaRPr>
          </a:p>
        </p:txBody>
      </p:sp>
      <p:sp>
        <p:nvSpPr>
          <p:cNvPr id="131" name="object 131"/>
          <p:cNvSpPr txBox="1"/>
          <p:nvPr/>
        </p:nvSpPr>
        <p:spPr>
          <a:xfrm>
            <a:off x="4151379" y="6285477"/>
            <a:ext cx="95313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value</a:t>
            </a:r>
            <a:r>
              <a:rPr dirty="0" sz="1000" spc="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1000" spc="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t</a:t>
            </a:r>
            <a:r>
              <a:rPr dirty="0" sz="1000" spc="1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=</a:t>
            </a:r>
            <a:r>
              <a:rPr dirty="0" sz="1000" spc="2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baseline="6944" sz="1200">
                <a:latin typeface="Symbol"/>
                <a:cs typeface="Symbol"/>
              </a:rPr>
              <a:t></a:t>
            </a:r>
            <a:r>
              <a:rPr dirty="0" baseline="6944" sz="1200" spc="7">
                <a:latin typeface="Times New Roman"/>
                <a:cs typeface="Times New Roman"/>
              </a:rPr>
              <a:t> </a:t>
            </a:r>
            <a:r>
              <a:rPr dirty="0" baseline="10416" sz="1200" spc="-75" i="1">
                <a:latin typeface="Bookman Old Style"/>
                <a:cs typeface="Bookman Old Style"/>
              </a:rPr>
              <a:t>t</a:t>
            </a:r>
            <a:endParaRPr baseline="10416" sz="1200">
              <a:latin typeface="Bookman Old Style"/>
              <a:cs typeface="Bookman Old Style"/>
            </a:endParaRPr>
          </a:p>
        </p:txBody>
      </p:sp>
      <p:sp>
        <p:nvSpPr>
          <p:cNvPr id="132" name="object 132"/>
          <p:cNvSpPr txBox="1"/>
          <p:nvPr/>
        </p:nvSpPr>
        <p:spPr>
          <a:xfrm>
            <a:off x="5239515" y="6199425"/>
            <a:ext cx="302260" cy="1498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sz="800">
                <a:latin typeface="Symbol"/>
                <a:cs typeface="Symbol"/>
              </a:rPr>
              <a:t></a:t>
            </a:r>
            <a:r>
              <a:rPr dirty="0" sz="800" spc="45">
                <a:latin typeface="Times New Roman"/>
                <a:cs typeface="Times New Roman"/>
              </a:rPr>
              <a:t> </a:t>
            </a:r>
            <a:r>
              <a:rPr dirty="0" sz="800" i="1">
                <a:latin typeface="Bookman Old Style"/>
                <a:cs typeface="Bookman Old Style"/>
              </a:rPr>
              <a:t>t</a:t>
            </a:r>
            <a:r>
              <a:rPr dirty="0" sz="800" spc="200" i="1">
                <a:latin typeface="Bookman Old Style"/>
                <a:cs typeface="Bookman Old Style"/>
              </a:rPr>
              <a:t> </a:t>
            </a:r>
            <a:r>
              <a:rPr dirty="0" baseline="6944" sz="1200" spc="-75">
                <a:latin typeface="Symbol"/>
                <a:cs typeface="Symbol"/>
              </a:rPr>
              <a:t></a:t>
            </a:r>
            <a:endParaRPr baseline="6944" sz="1200">
              <a:latin typeface="Symbol"/>
              <a:cs typeface="Symbol"/>
            </a:endParaRPr>
          </a:p>
        </p:txBody>
      </p:sp>
      <p:sp>
        <p:nvSpPr>
          <p:cNvPr id="133" name="object 133"/>
          <p:cNvSpPr/>
          <p:nvPr/>
        </p:nvSpPr>
        <p:spPr>
          <a:xfrm>
            <a:off x="6332218" y="6367259"/>
            <a:ext cx="140335" cy="0"/>
          </a:xfrm>
          <a:custGeom>
            <a:avLst/>
            <a:gdLst/>
            <a:ahLst/>
            <a:cxnLst/>
            <a:rect l="l" t="t" r="r" b="b"/>
            <a:pathLst>
              <a:path w="140335" h="0">
                <a:moveTo>
                  <a:pt x="0" y="0"/>
                </a:moveTo>
                <a:lnTo>
                  <a:pt x="140206" y="0"/>
                </a:lnTo>
              </a:path>
            </a:pathLst>
          </a:custGeom>
          <a:ln w="57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4" name="object 134"/>
          <p:cNvSpPr txBox="1"/>
          <p:nvPr/>
        </p:nvSpPr>
        <p:spPr>
          <a:xfrm>
            <a:off x="6100069" y="6184184"/>
            <a:ext cx="65405" cy="1498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800" spc="-50">
                <a:latin typeface="Symbol"/>
                <a:cs typeface="Symbol"/>
              </a:rPr>
              <a:t></a:t>
            </a:r>
            <a:endParaRPr sz="800">
              <a:latin typeface="Symbol"/>
              <a:cs typeface="Symbol"/>
            </a:endParaRPr>
          </a:p>
        </p:txBody>
      </p:sp>
      <p:sp>
        <p:nvSpPr>
          <p:cNvPr id="135" name="object 135"/>
          <p:cNvSpPr txBox="1"/>
          <p:nvPr/>
        </p:nvSpPr>
        <p:spPr>
          <a:xfrm>
            <a:off x="5093211" y="6270240"/>
            <a:ext cx="124904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370205" algn="l"/>
              </a:tabLst>
            </a:pPr>
            <a:r>
              <a:rPr dirty="0" baseline="3472" sz="1200" spc="-75">
                <a:latin typeface="Symbol"/>
                <a:cs typeface="Symbol"/>
              </a:rPr>
              <a:t></a:t>
            </a:r>
            <a:r>
              <a:rPr dirty="0" baseline="3472" sz="1200">
                <a:latin typeface="Times New Roman"/>
                <a:cs typeface="Times New Roman"/>
              </a:rPr>
              <a:t>	</a:t>
            </a:r>
            <a:r>
              <a:rPr dirty="0" sz="800">
                <a:latin typeface="Symbol"/>
                <a:cs typeface="Symbol"/>
              </a:rPr>
              <a:t></a:t>
            </a:r>
            <a:r>
              <a:rPr dirty="0" sz="800" spc="365">
                <a:latin typeface="Times New Roman"/>
                <a:cs typeface="Times New Roman"/>
              </a:rPr>
              <a:t> </a:t>
            </a:r>
            <a:r>
              <a:rPr dirty="0" baseline="-5555" sz="1500">
                <a:solidFill>
                  <a:srgbClr val="231F20"/>
                </a:solidFill>
                <a:latin typeface="Bookman Old Style"/>
                <a:cs typeface="Bookman Old Style"/>
              </a:rPr>
              <a:t>and</a:t>
            </a:r>
            <a:r>
              <a:rPr dirty="0" baseline="-5555" sz="1500" spc="179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baseline="3472" sz="1200" i="1">
                <a:latin typeface="Bookman Old Style"/>
                <a:cs typeface="Bookman Old Style"/>
              </a:rPr>
              <a:t>t</a:t>
            </a:r>
            <a:r>
              <a:rPr dirty="0" baseline="3472" sz="1200" spc="-240" i="1">
                <a:latin typeface="Bookman Old Style"/>
                <a:cs typeface="Bookman Old Style"/>
              </a:rPr>
              <a:t> </a:t>
            </a:r>
            <a:r>
              <a:rPr dirty="0" baseline="-18518" sz="900" i="1">
                <a:latin typeface="Bookman Old Style"/>
                <a:cs typeface="Bookman Old Style"/>
              </a:rPr>
              <a:t>2</a:t>
            </a:r>
            <a:r>
              <a:rPr dirty="0" baseline="-18518" sz="900" spc="442" i="1">
                <a:latin typeface="Bookman Old Style"/>
                <a:cs typeface="Bookman Old Style"/>
              </a:rPr>
              <a:t> </a:t>
            </a:r>
            <a:r>
              <a:rPr dirty="0" baseline="3472" sz="1200">
                <a:latin typeface="Symbol"/>
                <a:cs typeface="Symbol"/>
              </a:rPr>
              <a:t></a:t>
            </a:r>
            <a:r>
              <a:rPr dirty="0" baseline="3472" sz="1200" spc="150">
                <a:latin typeface="Times New Roman"/>
                <a:cs typeface="Times New Roman"/>
              </a:rPr>
              <a:t> </a:t>
            </a:r>
            <a:r>
              <a:rPr dirty="0" sz="800" spc="-10">
                <a:latin typeface="Symbol"/>
                <a:cs typeface="Symbol"/>
              </a:rPr>
              <a:t></a:t>
            </a:r>
            <a:r>
              <a:rPr dirty="0" sz="800" spc="-125">
                <a:latin typeface="Times New Roman"/>
                <a:cs typeface="Times New Roman"/>
              </a:rPr>
              <a:t> </a:t>
            </a:r>
            <a:r>
              <a:rPr dirty="0" baseline="3472" sz="1200" i="1">
                <a:latin typeface="Bookman Old Style"/>
                <a:cs typeface="Bookman Old Style"/>
              </a:rPr>
              <a:t>t</a:t>
            </a:r>
            <a:r>
              <a:rPr dirty="0" baseline="3472" sz="1200" spc="89" i="1">
                <a:latin typeface="Bookman Old Style"/>
                <a:cs typeface="Bookman Old Style"/>
              </a:rPr>
              <a:t> </a:t>
            </a:r>
            <a:r>
              <a:rPr dirty="0" baseline="3472" sz="1200" spc="-75">
                <a:latin typeface="Symbol"/>
                <a:cs typeface="Symbol"/>
              </a:rPr>
              <a:t></a:t>
            </a:r>
            <a:endParaRPr baseline="3472" sz="1200">
              <a:latin typeface="Symbol"/>
              <a:cs typeface="Symbol"/>
            </a:endParaRPr>
          </a:p>
        </p:txBody>
      </p:sp>
      <p:sp>
        <p:nvSpPr>
          <p:cNvPr id="136" name="object 136"/>
          <p:cNvSpPr txBox="1"/>
          <p:nvPr/>
        </p:nvSpPr>
        <p:spPr>
          <a:xfrm>
            <a:off x="5425443" y="6379257"/>
            <a:ext cx="1149985" cy="1498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  <a:tabLst>
                <a:tab pos="687070" algn="l"/>
                <a:tab pos="936625" algn="l"/>
              </a:tabLst>
            </a:pPr>
            <a:r>
              <a:rPr dirty="0" sz="800" spc="-50">
                <a:latin typeface="Symbol"/>
                <a:cs typeface="Symbol"/>
              </a:rPr>
              <a:t></a:t>
            </a:r>
            <a:r>
              <a:rPr dirty="0" sz="800">
                <a:latin typeface="Times New Roman"/>
                <a:cs typeface="Times New Roman"/>
              </a:rPr>
              <a:t>	</a:t>
            </a:r>
            <a:r>
              <a:rPr dirty="0" sz="800" spc="-50">
                <a:latin typeface="Symbol"/>
                <a:cs typeface="Symbol"/>
              </a:rPr>
              <a:t></a:t>
            </a:r>
            <a:r>
              <a:rPr dirty="0" sz="800">
                <a:latin typeface="Times New Roman"/>
                <a:cs typeface="Times New Roman"/>
              </a:rPr>
              <a:t>	</a:t>
            </a:r>
            <a:r>
              <a:rPr dirty="0" baseline="-6944" sz="1200" i="1">
                <a:latin typeface="Bookman Old Style"/>
                <a:cs typeface="Bookman Old Style"/>
              </a:rPr>
              <a:t>2</a:t>
            </a:r>
            <a:r>
              <a:rPr dirty="0" baseline="-6944" sz="1200" spc="300" i="1">
                <a:latin typeface="Bookman Old Style"/>
                <a:cs typeface="Bookman Old Style"/>
              </a:rPr>
              <a:t> </a:t>
            </a:r>
            <a:r>
              <a:rPr dirty="0" sz="800" spc="-50">
                <a:latin typeface="Symbol"/>
                <a:cs typeface="Symbol"/>
              </a:rPr>
              <a:t></a:t>
            </a:r>
            <a:endParaRPr sz="800">
              <a:latin typeface="Symbol"/>
              <a:cs typeface="Symbol"/>
            </a:endParaRPr>
          </a:p>
        </p:txBody>
      </p:sp>
      <p:sp>
        <p:nvSpPr>
          <p:cNvPr id="137" name="object 137"/>
          <p:cNvSpPr txBox="1"/>
          <p:nvPr/>
        </p:nvSpPr>
        <p:spPr>
          <a:xfrm>
            <a:off x="6306317" y="6199425"/>
            <a:ext cx="256540" cy="1498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sz="800">
                <a:latin typeface="Symbol"/>
                <a:cs typeface="Symbol"/>
              </a:rPr>
              <a:t></a:t>
            </a:r>
            <a:r>
              <a:rPr dirty="0" sz="800" spc="-150">
                <a:latin typeface="Times New Roman"/>
                <a:cs typeface="Times New Roman"/>
              </a:rPr>
              <a:t> </a:t>
            </a:r>
            <a:r>
              <a:rPr dirty="0" sz="800" i="1">
                <a:latin typeface="Bookman Old Style"/>
                <a:cs typeface="Bookman Old Style"/>
              </a:rPr>
              <a:t>t</a:t>
            </a:r>
            <a:r>
              <a:rPr dirty="0" sz="800" spc="40" i="1">
                <a:latin typeface="Bookman Old Style"/>
                <a:cs typeface="Bookman Old Style"/>
              </a:rPr>
              <a:t> </a:t>
            </a:r>
            <a:r>
              <a:rPr dirty="0" baseline="6944" sz="1200" spc="-75">
                <a:latin typeface="Symbol"/>
                <a:cs typeface="Symbol"/>
              </a:rPr>
              <a:t></a:t>
            </a:r>
            <a:endParaRPr baseline="6944" sz="1200">
              <a:latin typeface="Symbol"/>
              <a:cs typeface="Symbol"/>
            </a:endParaRPr>
          </a:p>
        </p:txBody>
      </p:sp>
      <p:sp>
        <p:nvSpPr>
          <p:cNvPr id="138" name="object 138"/>
          <p:cNvSpPr txBox="1"/>
          <p:nvPr/>
        </p:nvSpPr>
        <p:spPr>
          <a:xfrm>
            <a:off x="6446525" y="6285483"/>
            <a:ext cx="66230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6944" sz="1200">
                <a:latin typeface="Symbol"/>
                <a:cs typeface="Symbol"/>
              </a:rPr>
              <a:t></a:t>
            </a:r>
            <a:r>
              <a:rPr dirty="0" baseline="6944" sz="1200" spc="375"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and</a:t>
            </a:r>
            <a:r>
              <a:rPr dirty="0" sz="1000" spc="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139" name="object 139"/>
          <p:cNvSpPr txBox="1"/>
          <p:nvPr/>
        </p:nvSpPr>
        <p:spPr>
          <a:xfrm>
            <a:off x="2672588" y="6535419"/>
            <a:ext cx="4433570" cy="5626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16380">
              <a:lnSpc>
                <a:spcPct val="100000"/>
              </a:lnSpc>
              <a:spcBef>
                <a:spcPts val="100"/>
              </a:spcBef>
            </a:pPr>
            <a:r>
              <a:rPr dirty="0" sz="1000" spc="80">
                <a:solidFill>
                  <a:srgbClr val="231F20"/>
                </a:solidFill>
                <a:latin typeface="Bookman Old Style"/>
                <a:cs typeface="Bookman Old Style"/>
              </a:rPr>
              <a:t>fourth</a:t>
            </a:r>
            <a:r>
              <a:rPr dirty="0" sz="1000" spc="4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60">
                <a:solidFill>
                  <a:srgbClr val="231F20"/>
                </a:solidFill>
                <a:latin typeface="Bookman Old Style"/>
                <a:cs typeface="Bookman Old Style"/>
              </a:rPr>
              <a:t>and</a:t>
            </a:r>
            <a:r>
              <a:rPr dirty="0" sz="1000" spc="4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6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4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75">
                <a:solidFill>
                  <a:srgbClr val="231F20"/>
                </a:solidFill>
                <a:latin typeface="Bookman Old Style"/>
                <a:cs typeface="Bookman Old Style"/>
              </a:rPr>
              <a:t>fifth</a:t>
            </a:r>
            <a:r>
              <a:rPr dirty="0" sz="1000" spc="4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75">
                <a:solidFill>
                  <a:srgbClr val="231F20"/>
                </a:solidFill>
                <a:latin typeface="Bookman Old Style"/>
                <a:cs typeface="Bookman Old Style"/>
              </a:rPr>
              <a:t>columns</a:t>
            </a:r>
            <a:r>
              <a:rPr dirty="0" sz="1000" spc="4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70">
                <a:solidFill>
                  <a:srgbClr val="231F20"/>
                </a:solidFill>
                <a:latin typeface="Bookman Old Style"/>
                <a:cs typeface="Bookman Old Style"/>
              </a:rPr>
              <a:t>give</a:t>
            </a:r>
            <a:r>
              <a:rPr dirty="0" sz="1000" spc="4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35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endParaRPr sz="1000">
              <a:latin typeface="Times New Roman"/>
              <a:cs typeface="Times New Roman"/>
            </a:endParaRPr>
          </a:p>
          <a:p>
            <a:pPr algn="ctr" marR="417195">
              <a:lnSpc>
                <a:spcPts val="985"/>
              </a:lnSpc>
              <a:spcBef>
                <a:spcPts val="1055"/>
              </a:spcBef>
            </a:pPr>
            <a:r>
              <a:rPr dirty="0" sz="1000" spc="-25">
                <a:solidFill>
                  <a:srgbClr val="00AEEF"/>
                </a:solidFill>
                <a:latin typeface="Symbol"/>
                <a:cs typeface="Symbol"/>
              </a:rPr>
              <a:t></a:t>
            </a:r>
            <a:r>
              <a:rPr dirty="0" sz="1000" spc="-25" i="1">
                <a:solidFill>
                  <a:srgbClr val="00AEEF"/>
                </a:solidFill>
                <a:latin typeface="Bookman Old Style"/>
                <a:cs typeface="Bookman Old Style"/>
              </a:rPr>
              <a:t>x</a:t>
            </a:r>
            <a:endParaRPr sz="1000">
              <a:latin typeface="Bookman Old Style"/>
              <a:cs typeface="Bookman Old Style"/>
            </a:endParaRPr>
          </a:p>
          <a:p>
            <a:pPr marL="50800">
              <a:lnSpc>
                <a:spcPts val="985"/>
              </a:lnSpc>
            </a:pPr>
            <a:r>
              <a:rPr dirty="0" sz="1000" b="1">
                <a:solidFill>
                  <a:srgbClr val="231F20"/>
                </a:solidFill>
                <a:latin typeface="Bookman Old Style"/>
                <a:cs typeface="Bookman Old Style"/>
              </a:rPr>
              <a:t>Table</a:t>
            </a:r>
            <a:r>
              <a:rPr dirty="0" sz="1000" spc="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b="1">
                <a:solidFill>
                  <a:srgbClr val="231F20"/>
                </a:solidFill>
                <a:latin typeface="Bookman Old Style"/>
                <a:cs typeface="Bookman Old Style"/>
              </a:rPr>
              <a:t>2.1</a:t>
            </a:r>
            <a:r>
              <a:rPr dirty="0" sz="1000" spc="3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 b="1">
                <a:solidFill>
                  <a:srgbClr val="00AEEF"/>
                </a:solidFill>
                <a:latin typeface="Bookman Old Style"/>
                <a:cs typeface="Bookman Old Style"/>
              </a:rPr>
              <a:t>Limiting</a:t>
            </a:r>
            <a:r>
              <a:rPr dirty="0" sz="1000" spc="5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 b="1">
                <a:solidFill>
                  <a:srgbClr val="00AEEF"/>
                </a:solidFill>
                <a:latin typeface="Bookman Old Style"/>
                <a:cs typeface="Bookman Old Style"/>
              </a:rPr>
              <a:t>value</a:t>
            </a:r>
            <a:r>
              <a:rPr dirty="0" sz="1000" spc="5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 b="1">
                <a:solidFill>
                  <a:srgbClr val="00AEEF"/>
                </a:solidFill>
                <a:latin typeface="Bookman Old Style"/>
                <a:cs typeface="Bookman Old Style"/>
              </a:rPr>
              <a:t>of</a:t>
            </a:r>
            <a:r>
              <a:rPr dirty="0" sz="1000" spc="45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baseline="-36111" sz="1500">
                <a:solidFill>
                  <a:srgbClr val="00AEEF"/>
                </a:solidFill>
                <a:latin typeface="Symbol"/>
                <a:cs typeface="Symbol"/>
              </a:rPr>
              <a:t></a:t>
            </a:r>
            <a:r>
              <a:rPr dirty="0" baseline="-36111" sz="1500" i="1">
                <a:solidFill>
                  <a:srgbClr val="00AEEF"/>
                </a:solidFill>
                <a:latin typeface="Bookman Old Style"/>
                <a:cs typeface="Bookman Old Style"/>
              </a:rPr>
              <a:t>t</a:t>
            </a:r>
            <a:r>
              <a:rPr dirty="0" baseline="-36111" sz="1500" spc="667" i="1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b="1">
                <a:solidFill>
                  <a:srgbClr val="00AEEF"/>
                </a:solidFill>
                <a:latin typeface="Bookman Old Style"/>
                <a:cs typeface="Bookman Old Style"/>
              </a:rPr>
              <a:t>at</a:t>
            </a:r>
            <a:r>
              <a:rPr dirty="0" sz="1000" spc="6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 b="1" i="1">
                <a:solidFill>
                  <a:srgbClr val="00AEEF"/>
                </a:solidFill>
                <a:latin typeface="Bookman Old Style"/>
                <a:cs typeface="Bookman Old Style"/>
              </a:rPr>
              <a:t>t</a:t>
            </a:r>
            <a:r>
              <a:rPr dirty="0" sz="1000" spc="3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 b="1">
                <a:solidFill>
                  <a:srgbClr val="00AEEF"/>
                </a:solidFill>
                <a:latin typeface="Bookman Old Style"/>
                <a:cs typeface="Bookman Old Style"/>
              </a:rPr>
              <a:t>=</a:t>
            </a:r>
            <a:r>
              <a:rPr dirty="0" sz="1000" spc="5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 b="1">
                <a:solidFill>
                  <a:srgbClr val="00AEEF"/>
                </a:solidFill>
                <a:latin typeface="Bookman Old Style"/>
                <a:cs typeface="Bookman Old Style"/>
              </a:rPr>
              <a:t>4</a:t>
            </a:r>
            <a:r>
              <a:rPr dirty="0" sz="1000" spc="4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 spc="-50" b="1">
                <a:solidFill>
                  <a:srgbClr val="00AEEF"/>
                </a:solidFill>
                <a:latin typeface="Bookman Old Style"/>
                <a:cs typeface="Bookman Old Style"/>
              </a:rPr>
              <a:t>s</a:t>
            </a:r>
            <a:endParaRPr sz="1000">
              <a:latin typeface="Bookman Old Style"/>
              <a:cs typeface="Bookman Old Style"/>
            </a:endParaRPr>
          </a:p>
        </p:txBody>
      </p:sp>
      <p:pic>
        <p:nvPicPr>
          <p:cNvPr id="140" name="object 140"/>
          <p:cNvPicPr/>
          <p:nvPr/>
        </p:nvPicPr>
        <p:blipFill>
          <a:blip r:embed="rId61" cstate="print"/>
          <a:stretch>
            <a:fillRect/>
          </a:stretch>
        </p:blipFill>
        <p:spPr>
          <a:xfrm>
            <a:off x="734273" y="2476958"/>
            <a:ext cx="5987215" cy="5987215"/>
          </a:xfrm>
          <a:prstGeom prst="rect">
            <a:avLst/>
          </a:prstGeom>
        </p:spPr>
      </p:pic>
      <p:sp>
        <p:nvSpPr>
          <p:cNvPr id="141" name="object 14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Reprint </a:t>
            </a:r>
            <a:r>
              <a:rPr dirty="0" spc="-10"/>
              <a:t>2026-</a:t>
            </a:r>
            <a:r>
              <a:rPr dirty="0" spc="-25"/>
              <a:t>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7087" y="711695"/>
            <a:ext cx="164592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00AEEF"/>
                </a:solidFill>
                <a:latin typeface="Bookman Old Style"/>
                <a:cs typeface="Bookman Old Style"/>
              </a:rPr>
              <a:t>MOTION</a:t>
            </a:r>
            <a:r>
              <a:rPr dirty="0" sz="800" spc="22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800">
                <a:solidFill>
                  <a:srgbClr val="00AEEF"/>
                </a:solidFill>
                <a:latin typeface="Bookman Old Style"/>
                <a:cs typeface="Bookman Old Style"/>
              </a:rPr>
              <a:t>IN</a:t>
            </a:r>
            <a:r>
              <a:rPr dirty="0" sz="800" spc="22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800">
                <a:solidFill>
                  <a:srgbClr val="00AEEF"/>
                </a:solidFill>
                <a:latin typeface="Bookman Old Style"/>
                <a:cs typeface="Bookman Old Style"/>
              </a:rPr>
              <a:t>A</a:t>
            </a:r>
            <a:r>
              <a:rPr dirty="0" sz="800" spc="22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800">
                <a:solidFill>
                  <a:srgbClr val="00AEEF"/>
                </a:solidFill>
                <a:latin typeface="Bookman Old Style"/>
                <a:cs typeface="Bookman Old Style"/>
              </a:rPr>
              <a:t>STRAIGHT</a:t>
            </a:r>
            <a:r>
              <a:rPr dirty="0" sz="800" spc="22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800" spc="-20">
                <a:solidFill>
                  <a:srgbClr val="00AEEF"/>
                </a:solidFill>
                <a:latin typeface="Bookman Old Style"/>
                <a:cs typeface="Bookman Old Style"/>
              </a:rPr>
              <a:t>LINE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465823" y="711695"/>
            <a:ext cx="16192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5">
                <a:solidFill>
                  <a:srgbClr val="00AEEF"/>
                </a:solidFill>
                <a:latin typeface="Bookman Old Style"/>
                <a:cs typeface="Bookman Old Style"/>
              </a:rPr>
              <a:t>15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89787" y="880878"/>
            <a:ext cx="6019800" cy="50800"/>
          </a:xfrm>
          <a:custGeom>
            <a:avLst/>
            <a:gdLst/>
            <a:ahLst/>
            <a:cxnLst/>
            <a:rect l="l" t="t" r="r" b="b"/>
            <a:pathLst>
              <a:path w="6019800" h="50800">
                <a:moveTo>
                  <a:pt x="6019799" y="0"/>
                </a:moveTo>
                <a:lnTo>
                  <a:pt x="0" y="0"/>
                </a:lnTo>
                <a:lnTo>
                  <a:pt x="0" y="50804"/>
                </a:lnTo>
                <a:lnTo>
                  <a:pt x="6019799" y="50804"/>
                </a:lnTo>
                <a:lnTo>
                  <a:pt x="6019799" y="0"/>
                </a:lnTo>
                <a:close/>
              </a:path>
            </a:pathLst>
          </a:custGeom>
          <a:solidFill>
            <a:srgbClr val="00AE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 rot="10800000">
            <a:off x="561783" y="6166675"/>
            <a:ext cx="169172" cy="127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000"/>
              </a:lnSpc>
            </a:pPr>
            <a:r>
              <a:rPr dirty="0" sz="1000" spc="-50">
                <a:solidFill>
                  <a:srgbClr val="00AEEF"/>
                </a:solidFill>
                <a:latin typeface="Wingdings 3"/>
                <a:cs typeface="Wingdings 3"/>
              </a:rPr>
              <a:t></a:t>
            </a:r>
            <a:endParaRPr sz="1000">
              <a:latin typeface="Wingdings 3"/>
              <a:cs typeface="Wingdings 3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765553" y="1213857"/>
            <a:ext cx="72390" cy="1155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600" spc="-50">
                <a:solidFill>
                  <a:srgbClr val="231F20"/>
                </a:solidFill>
                <a:latin typeface="Bookman Old Style"/>
                <a:cs typeface="Bookman Old Style"/>
              </a:rPr>
              <a:t>1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77089" y="1101335"/>
            <a:ext cx="283845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baseline="2777" sz="1500">
                <a:solidFill>
                  <a:srgbClr val="231F20"/>
                </a:solidFill>
                <a:latin typeface="Bookman Old Style"/>
                <a:cs typeface="Bookman Old Style"/>
              </a:rPr>
              <a:t>corresponding</a:t>
            </a:r>
            <a:r>
              <a:rPr dirty="0" baseline="2777" sz="1500" spc="179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baseline="2777" sz="1500">
                <a:solidFill>
                  <a:srgbClr val="231F20"/>
                </a:solidFill>
                <a:latin typeface="Bookman Old Style"/>
                <a:cs typeface="Bookman Old Style"/>
              </a:rPr>
              <a:t>values</a:t>
            </a:r>
            <a:r>
              <a:rPr dirty="0" baseline="2777" sz="1500" spc="179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baseline="2777" sz="15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baseline="2777" sz="1500" spc="209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baseline="2777" sz="1500" i="1">
                <a:solidFill>
                  <a:srgbClr val="231F20"/>
                </a:solidFill>
                <a:latin typeface="Bookman Old Style"/>
                <a:cs typeface="Bookman Old Style"/>
              </a:rPr>
              <a:t>x</a:t>
            </a:r>
            <a:r>
              <a:rPr dirty="0" baseline="2777" sz="1500">
                <a:solidFill>
                  <a:srgbClr val="231F20"/>
                </a:solidFill>
                <a:latin typeface="Bookman Old Style"/>
                <a:cs typeface="Bookman Old Style"/>
              </a:rPr>
              <a:t>,</a:t>
            </a:r>
            <a:r>
              <a:rPr dirty="0" baseline="2777" sz="1500" spc="1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baseline="2777" sz="1500">
                <a:solidFill>
                  <a:srgbClr val="231F20"/>
                </a:solidFill>
                <a:latin typeface="Bookman Old Style"/>
                <a:cs typeface="Bookman Old Style"/>
              </a:rPr>
              <a:t>i.e.</a:t>
            </a:r>
            <a:r>
              <a:rPr dirty="0" baseline="2777" sz="1500" spc="209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baseline="2777" sz="1500" i="1">
                <a:solidFill>
                  <a:srgbClr val="231F20"/>
                </a:solidFill>
                <a:latin typeface="Bookman Old Style"/>
                <a:cs typeface="Bookman Old Style"/>
              </a:rPr>
              <a:t>x</a:t>
            </a:r>
            <a:r>
              <a:rPr dirty="0" baseline="2777" sz="1500" spc="172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baseline="2777" sz="1500">
                <a:solidFill>
                  <a:srgbClr val="231F20"/>
                </a:solidFill>
                <a:latin typeface="Bookman Old Style"/>
                <a:cs typeface="Bookman Old Style"/>
              </a:rPr>
              <a:t>(</a:t>
            </a:r>
            <a:r>
              <a:rPr dirty="0" baseline="2777" sz="1500" i="1">
                <a:solidFill>
                  <a:srgbClr val="231F20"/>
                </a:solidFill>
                <a:latin typeface="Bookman Old Style"/>
                <a:cs typeface="Bookman Old Style"/>
              </a:rPr>
              <a:t>t</a:t>
            </a:r>
            <a:r>
              <a:rPr dirty="0" baseline="2777" sz="1500" spc="3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baseline="2777" sz="1500">
                <a:solidFill>
                  <a:srgbClr val="231F20"/>
                </a:solidFill>
                <a:latin typeface="Bookman Old Style"/>
                <a:cs typeface="Bookman Old Style"/>
              </a:rPr>
              <a:t>)</a:t>
            </a:r>
            <a:r>
              <a:rPr dirty="0" baseline="2777" sz="1500" spc="209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baseline="2777" sz="1500">
                <a:solidFill>
                  <a:srgbClr val="231F20"/>
                </a:solidFill>
                <a:latin typeface="Bookman Old Style"/>
                <a:cs typeface="Bookman Old Style"/>
              </a:rPr>
              <a:t>=</a:t>
            </a:r>
            <a:r>
              <a:rPr dirty="0" baseline="2777" sz="1500" spc="187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baseline="2777" sz="1500">
                <a:solidFill>
                  <a:srgbClr val="231F20"/>
                </a:solidFill>
                <a:latin typeface="Bookman Old Style"/>
                <a:cs typeface="Bookman Old Style"/>
              </a:rPr>
              <a:t>0.08</a:t>
            </a:r>
            <a:r>
              <a:rPr dirty="0" baseline="2777" sz="1500" spc="307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150" spc="-50" i="1">
                <a:latin typeface="Times New Roman"/>
                <a:cs typeface="Times New Roman"/>
              </a:rPr>
              <a:t>t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93442" y="1094097"/>
            <a:ext cx="85090" cy="2381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7940">
              <a:lnSpc>
                <a:spcPct val="100000"/>
              </a:lnSpc>
              <a:spcBef>
                <a:spcPts val="90"/>
              </a:spcBef>
            </a:pPr>
            <a:r>
              <a:rPr dirty="0" sz="700" spc="-50">
                <a:latin typeface="Times New Roman"/>
                <a:cs typeface="Times New Roman"/>
              </a:rPr>
              <a:t>3</a:t>
            </a:r>
            <a:endParaRPr sz="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700" spc="-50">
                <a:latin typeface="Times New Roman"/>
                <a:cs typeface="Times New Roman"/>
              </a:rPr>
              <a:t>1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55624" y="1463789"/>
            <a:ext cx="72390" cy="1155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600" spc="-50">
                <a:solidFill>
                  <a:srgbClr val="231F20"/>
                </a:solidFill>
                <a:latin typeface="Bookman Old Style"/>
                <a:cs typeface="Bookman Old Style"/>
              </a:rPr>
              <a:t>2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71321" y="1461571"/>
            <a:ext cx="70485" cy="132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50">
                <a:latin typeface="Times New Roman"/>
                <a:cs typeface="Times New Roman"/>
              </a:rPr>
              <a:t>2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51687" y="1342885"/>
            <a:ext cx="2966085" cy="2095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and</a:t>
            </a:r>
            <a:r>
              <a:rPr dirty="0" sz="1000" spc="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x</a:t>
            </a:r>
            <a:r>
              <a:rPr dirty="0" sz="100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(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t</a:t>
            </a:r>
            <a:r>
              <a:rPr dirty="0" sz="1000" spc="1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)</a:t>
            </a:r>
            <a:r>
              <a:rPr dirty="0" sz="1000" spc="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=</a:t>
            </a:r>
            <a:r>
              <a:rPr dirty="0" sz="1000" spc="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0.08</a:t>
            </a:r>
            <a:r>
              <a:rPr dirty="0" sz="1000" spc="11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baseline="-4629" sz="1800" spc="-15" i="1">
                <a:latin typeface="Times New Roman"/>
                <a:cs typeface="Times New Roman"/>
              </a:rPr>
              <a:t>t</a:t>
            </a:r>
            <a:r>
              <a:rPr dirty="0" baseline="-4629" sz="1800" spc="-172">
                <a:latin typeface="Times New Roman"/>
                <a:cs typeface="Times New Roman"/>
              </a:rPr>
              <a:t> </a:t>
            </a:r>
            <a:r>
              <a:rPr dirty="0" baseline="31746" sz="1050">
                <a:latin typeface="Times New Roman"/>
                <a:cs typeface="Times New Roman"/>
              </a:rPr>
              <a:t>3</a:t>
            </a:r>
            <a:r>
              <a:rPr dirty="0" baseline="31746" sz="1050" spc="-135"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.</a:t>
            </a:r>
            <a:r>
              <a:rPr dirty="0" sz="100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sixth</a:t>
            </a:r>
            <a:r>
              <a:rPr dirty="0" sz="100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column</a:t>
            </a:r>
            <a:r>
              <a:rPr dirty="0" sz="1000" spc="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lists</a:t>
            </a:r>
            <a:r>
              <a:rPr dirty="0" sz="100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921255" y="1616189"/>
            <a:ext cx="608330" cy="1155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48640" algn="l"/>
              </a:tabLst>
            </a:pPr>
            <a:r>
              <a:rPr dirty="0" sz="600" spc="-50">
                <a:solidFill>
                  <a:srgbClr val="231F20"/>
                </a:solidFill>
                <a:latin typeface="Bookman Old Style"/>
                <a:cs typeface="Bookman Old Style"/>
              </a:rPr>
              <a:t>2</a:t>
            </a:r>
            <a:r>
              <a:rPr dirty="0" sz="60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dirty="0" sz="600" spc="-50">
                <a:solidFill>
                  <a:srgbClr val="231F20"/>
                </a:solidFill>
                <a:latin typeface="Bookman Old Style"/>
                <a:cs typeface="Bookman Old Style"/>
              </a:rPr>
              <a:t>1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77087" y="1521447"/>
            <a:ext cx="292100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difference</a:t>
            </a:r>
            <a:r>
              <a:rPr dirty="0" sz="1000" spc="3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Symbol"/>
                <a:cs typeface="Symbol"/>
              </a:rPr>
              <a:t>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x</a:t>
            </a:r>
            <a:r>
              <a:rPr dirty="0" sz="1000" spc="4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=</a:t>
            </a:r>
            <a:r>
              <a:rPr dirty="0" sz="1000" spc="3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x</a:t>
            </a:r>
            <a:r>
              <a:rPr dirty="0" sz="1000" spc="3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(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t</a:t>
            </a:r>
            <a:r>
              <a:rPr dirty="0" sz="1000" spc="229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)</a:t>
            </a:r>
            <a:r>
              <a:rPr dirty="0" sz="1000" spc="3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–</a:t>
            </a:r>
            <a:r>
              <a:rPr dirty="0" sz="1000" spc="3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x</a:t>
            </a:r>
            <a:r>
              <a:rPr dirty="0" sz="1000" spc="3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50">
                <a:solidFill>
                  <a:srgbClr val="231F20"/>
                </a:solidFill>
                <a:latin typeface="Bookman Old Style"/>
                <a:cs typeface="Bookman Old Style"/>
              </a:rPr>
              <a:t>(</a:t>
            </a:r>
            <a:r>
              <a:rPr dirty="0" sz="1000" spc="50" i="1">
                <a:solidFill>
                  <a:srgbClr val="231F20"/>
                </a:solidFill>
                <a:latin typeface="Bookman Old Style"/>
                <a:cs typeface="Bookman Old Style"/>
              </a:rPr>
              <a:t>t</a:t>
            </a:r>
            <a:r>
              <a:rPr dirty="0" sz="1000" spc="229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)</a:t>
            </a:r>
            <a:r>
              <a:rPr dirty="0" sz="1000" spc="3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and</a:t>
            </a:r>
            <a:r>
              <a:rPr dirty="0" sz="1000" spc="3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3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last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144267" y="2996183"/>
            <a:ext cx="173990" cy="0"/>
          </a:xfrm>
          <a:custGeom>
            <a:avLst/>
            <a:gdLst/>
            <a:ahLst/>
            <a:cxnLst/>
            <a:rect l="l" t="t" r="r" b="b"/>
            <a:pathLst>
              <a:path w="173989" h="0">
                <a:moveTo>
                  <a:pt x="0" y="0"/>
                </a:moveTo>
                <a:lnTo>
                  <a:pt x="173735" y="0"/>
                </a:lnTo>
              </a:path>
            </a:pathLst>
          </a:custGeom>
          <a:ln w="62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551687" y="1673847"/>
            <a:ext cx="2970530" cy="13087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38100" marR="3048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column</a:t>
            </a:r>
            <a:r>
              <a:rPr dirty="0" sz="1000" spc="2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gives</a:t>
            </a:r>
            <a:r>
              <a:rPr dirty="0" sz="1000" spc="2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2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ratio</a:t>
            </a:r>
            <a:r>
              <a:rPr dirty="0" sz="1000" spc="2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1000" spc="2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Symbol"/>
                <a:cs typeface="Symbol"/>
              </a:rPr>
              <a:t>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x</a:t>
            </a:r>
            <a:r>
              <a:rPr dirty="0" sz="1000" spc="25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and</a:t>
            </a:r>
            <a:r>
              <a:rPr dirty="0" sz="1000" spc="229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Symbol"/>
                <a:cs typeface="Symbol"/>
              </a:rPr>
              <a:t>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t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,</a:t>
            </a:r>
            <a:r>
              <a:rPr dirty="0" sz="1000" spc="2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i.e.</a:t>
            </a:r>
            <a:r>
              <a:rPr dirty="0" sz="1000" spc="2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average</a:t>
            </a:r>
            <a:r>
              <a:rPr dirty="0" sz="1000" spc="3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velocity</a:t>
            </a:r>
            <a:r>
              <a:rPr dirty="0" sz="1000" spc="3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corresponding</a:t>
            </a:r>
            <a:r>
              <a:rPr dirty="0" sz="1000" spc="3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to</a:t>
            </a:r>
            <a:r>
              <a:rPr dirty="0" sz="1000" spc="3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3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value</a:t>
            </a:r>
            <a:r>
              <a:rPr dirty="0" sz="10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1000" spc="1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Symbol"/>
                <a:cs typeface="Symbol"/>
              </a:rPr>
              <a:t>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t</a:t>
            </a:r>
            <a:r>
              <a:rPr dirty="0" sz="1000" spc="1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listed</a:t>
            </a:r>
            <a:r>
              <a:rPr dirty="0" sz="1000" spc="1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in</a:t>
            </a:r>
            <a:r>
              <a:rPr dirty="0" sz="1000" spc="1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1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first</a:t>
            </a:r>
            <a:r>
              <a:rPr dirty="0" sz="1000" spc="1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column.</a:t>
            </a:r>
            <a:endParaRPr sz="1000">
              <a:latin typeface="Bookman Old Style"/>
              <a:cs typeface="Bookman Old Style"/>
            </a:endParaRPr>
          </a:p>
          <a:p>
            <a:pPr algn="just" marL="38100" marR="33655" indent="152400">
              <a:lnSpc>
                <a:spcPct val="100000"/>
              </a:lnSpc>
            </a:pP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We</a:t>
            </a:r>
            <a:r>
              <a:rPr dirty="0" sz="1000" spc="1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see</a:t>
            </a:r>
            <a:r>
              <a:rPr dirty="0" sz="1000" spc="1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from</a:t>
            </a:r>
            <a:r>
              <a:rPr dirty="0" sz="1000" spc="1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Table</a:t>
            </a:r>
            <a:r>
              <a:rPr dirty="0" sz="1000" spc="1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2.1</a:t>
            </a:r>
            <a:r>
              <a:rPr dirty="0" sz="1000" spc="1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that</a:t>
            </a:r>
            <a:r>
              <a:rPr dirty="0" sz="1000" spc="1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as</a:t>
            </a:r>
            <a:r>
              <a:rPr dirty="0" sz="1000" spc="1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we</a:t>
            </a:r>
            <a:r>
              <a:rPr dirty="0" sz="1000" spc="1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decrease</a:t>
            </a:r>
            <a:r>
              <a:rPr dirty="0" sz="10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-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value</a:t>
            </a:r>
            <a:r>
              <a:rPr dirty="0" sz="1000" spc="-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1000" spc="-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Symbol"/>
                <a:cs typeface="Symbol"/>
              </a:rPr>
              <a:t>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t</a:t>
            </a:r>
            <a:r>
              <a:rPr dirty="0" sz="1000" spc="-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from</a:t>
            </a:r>
            <a:r>
              <a:rPr dirty="0" sz="100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2.0</a:t>
            </a:r>
            <a:r>
              <a:rPr dirty="0" sz="1000" spc="-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s</a:t>
            </a:r>
            <a:r>
              <a:rPr dirty="0" sz="1000" spc="-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to</a:t>
            </a:r>
            <a:r>
              <a:rPr dirty="0" sz="1000" spc="-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0.010</a:t>
            </a:r>
            <a:r>
              <a:rPr dirty="0" sz="1000" spc="-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s,</a:t>
            </a:r>
            <a:r>
              <a:rPr dirty="0" sz="1000" spc="-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-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value</a:t>
            </a:r>
            <a:r>
              <a:rPr dirty="0" sz="1000" spc="-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100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2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average</a:t>
            </a:r>
            <a:r>
              <a:rPr dirty="0" sz="1000" spc="2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velocity</a:t>
            </a:r>
            <a:r>
              <a:rPr dirty="0" sz="1000" spc="2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approaches</a:t>
            </a:r>
            <a:r>
              <a:rPr dirty="0" sz="1000" spc="2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2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limiting</a:t>
            </a:r>
            <a:r>
              <a:rPr dirty="0" sz="10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value</a:t>
            </a:r>
            <a:r>
              <a:rPr dirty="0" sz="10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3.84</a:t>
            </a:r>
            <a:r>
              <a:rPr dirty="0" sz="10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m</a:t>
            </a:r>
            <a:r>
              <a:rPr dirty="0" sz="10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s</a:t>
            </a:r>
            <a:r>
              <a:rPr dirty="0" baseline="35353" sz="825">
                <a:solidFill>
                  <a:srgbClr val="231F20"/>
                </a:solidFill>
                <a:latin typeface="Bookman Old Style"/>
                <a:cs typeface="Bookman Old Style"/>
              </a:rPr>
              <a:t>–1</a:t>
            </a:r>
            <a:r>
              <a:rPr dirty="0" baseline="35353" sz="825" spc="1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which</a:t>
            </a:r>
            <a:r>
              <a:rPr dirty="0" sz="10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is</a:t>
            </a:r>
            <a:r>
              <a:rPr dirty="0" sz="10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value</a:t>
            </a:r>
            <a:r>
              <a:rPr dirty="0" sz="10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10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velocity</a:t>
            </a:r>
            <a:r>
              <a:rPr dirty="0" sz="10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at</a:t>
            </a:r>
            <a:endParaRPr sz="1000">
              <a:latin typeface="Bookman Old Style"/>
              <a:cs typeface="Bookman Old Style"/>
            </a:endParaRPr>
          </a:p>
          <a:p>
            <a:pPr algn="ctr" marL="371475">
              <a:lnSpc>
                <a:spcPct val="100000"/>
              </a:lnSpc>
              <a:spcBef>
                <a:spcPts val="505"/>
              </a:spcBef>
            </a:pPr>
            <a:r>
              <a:rPr dirty="0" sz="1000" spc="-25" i="1">
                <a:latin typeface="Bookman Old Style"/>
                <a:cs typeface="Bookman Old Style"/>
              </a:rPr>
              <a:t>dx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149858" y="2988113"/>
            <a:ext cx="147955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 i="1">
                <a:latin typeface="Bookman Old Style"/>
                <a:cs typeface="Bookman Old Style"/>
              </a:rPr>
              <a:t>dt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77087" y="2902191"/>
            <a:ext cx="291211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01495" algn="l"/>
              </a:tabLst>
            </a:pP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t</a:t>
            </a:r>
            <a:r>
              <a:rPr dirty="0" sz="10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=</a:t>
            </a:r>
            <a:r>
              <a:rPr dirty="0" sz="1000" spc="-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4.0</a:t>
            </a:r>
            <a:r>
              <a:rPr dirty="0" sz="1000" spc="-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s,</a:t>
            </a:r>
            <a:r>
              <a:rPr dirty="0" sz="1000" spc="-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i.e.</a:t>
            </a:r>
            <a:r>
              <a:rPr dirty="0" sz="1000" spc="-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-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value</a:t>
            </a:r>
            <a:r>
              <a:rPr dirty="0" sz="1000" spc="-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100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at</a:t>
            </a:r>
            <a:r>
              <a:rPr dirty="0" sz="1000" spc="-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t</a:t>
            </a:r>
            <a:r>
              <a:rPr dirty="0" sz="10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=</a:t>
            </a:r>
            <a:r>
              <a:rPr dirty="0" sz="1000" spc="-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4.0</a:t>
            </a:r>
            <a:r>
              <a:rPr dirty="0" sz="1000" spc="-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s.</a:t>
            </a:r>
            <a:r>
              <a:rPr dirty="0" sz="1000" spc="-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In</a:t>
            </a:r>
            <a:r>
              <a:rPr dirty="0" sz="1000" spc="-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this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229867" y="5693663"/>
            <a:ext cx="173990" cy="0"/>
          </a:xfrm>
          <a:custGeom>
            <a:avLst/>
            <a:gdLst/>
            <a:ahLst/>
            <a:cxnLst/>
            <a:rect l="l" t="t" r="r" b="b"/>
            <a:pathLst>
              <a:path w="173990" h="0">
                <a:moveTo>
                  <a:pt x="0" y="0"/>
                </a:moveTo>
                <a:lnTo>
                  <a:pt x="173735" y="0"/>
                </a:lnTo>
              </a:path>
            </a:pathLst>
          </a:custGeom>
          <a:ln w="62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577087" y="3152140"/>
            <a:ext cx="2918460" cy="25279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715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manner,</a:t>
            </a:r>
            <a:r>
              <a:rPr dirty="0" sz="1000" spc="4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we</a:t>
            </a:r>
            <a:r>
              <a:rPr dirty="0" sz="1000" spc="4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can</a:t>
            </a:r>
            <a:r>
              <a:rPr dirty="0" sz="1000" spc="4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calculate</a:t>
            </a:r>
            <a:r>
              <a:rPr dirty="0" sz="1000" spc="4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velocity</a:t>
            </a:r>
            <a:r>
              <a:rPr dirty="0" sz="1000" spc="4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at</a:t>
            </a:r>
            <a:r>
              <a:rPr dirty="0" sz="1000" spc="4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each</a:t>
            </a:r>
            <a:r>
              <a:rPr dirty="0" sz="10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instant</a:t>
            </a:r>
            <a:r>
              <a:rPr dirty="0" sz="1000" spc="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for</a:t>
            </a:r>
            <a:r>
              <a:rPr dirty="0" sz="1000" spc="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motion</a:t>
            </a:r>
            <a:r>
              <a:rPr dirty="0" sz="1000" spc="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1000" spc="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car.</a:t>
            </a:r>
            <a:endParaRPr sz="1000">
              <a:latin typeface="Bookman Old Style"/>
              <a:cs typeface="Bookman Old Style"/>
            </a:endParaRPr>
          </a:p>
          <a:p>
            <a:pPr algn="just" marL="12700" marR="5080" indent="152400">
              <a:lnSpc>
                <a:spcPct val="100000"/>
              </a:lnSpc>
            </a:pP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graphical</a:t>
            </a:r>
            <a:r>
              <a:rPr dirty="0" sz="1000" spc="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method</a:t>
            </a:r>
            <a:r>
              <a:rPr dirty="0" sz="1000" spc="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for</a:t>
            </a:r>
            <a:r>
              <a:rPr dirty="0" sz="1000" spc="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determination</a:t>
            </a:r>
            <a:r>
              <a:rPr dirty="0" sz="10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1000" spc="1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1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instantaneous</a:t>
            </a:r>
            <a:r>
              <a:rPr dirty="0" sz="1000" spc="1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velocity</a:t>
            </a:r>
            <a:r>
              <a:rPr dirty="0" sz="1000" spc="1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is</a:t>
            </a:r>
            <a:r>
              <a:rPr dirty="0" sz="1000" spc="1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always</a:t>
            </a:r>
            <a:r>
              <a:rPr dirty="0" sz="1000" spc="1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not</a:t>
            </a:r>
            <a:r>
              <a:rPr dirty="0" sz="1000" spc="1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50">
                <a:solidFill>
                  <a:srgbClr val="231F20"/>
                </a:solidFill>
                <a:latin typeface="Bookman Old Style"/>
                <a:cs typeface="Bookman Old Style"/>
              </a:rPr>
              <a:t>a</a:t>
            </a:r>
            <a:r>
              <a:rPr dirty="0" sz="10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convenient</a:t>
            </a:r>
            <a:r>
              <a:rPr dirty="0" sz="1000" spc="-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method.</a:t>
            </a:r>
            <a:r>
              <a:rPr dirty="0" sz="1000" spc="1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For</a:t>
            </a:r>
            <a:r>
              <a:rPr dirty="0" sz="1000" spc="-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this,</a:t>
            </a:r>
            <a:r>
              <a:rPr dirty="0" sz="1000" spc="-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we</a:t>
            </a:r>
            <a:r>
              <a:rPr dirty="0" sz="1000" spc="-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must</a:t>
            </a:r>
            <a:r>
              <a:rPr dirty="0" sz="1000" spc="-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carefully</a:t>
            </a:r>
            <a:r>
              <a:rPr dirty="0" sz="10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plot</a:t>
            </a:r>
            <a:r>
              <a:rPr dirty="0" sz="100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position–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time</a:t>
            </a:r>
            <a:r>
              <a:rPr dirty="0" sz="100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graph</a:t>
            </a:r>
            <a:r>
              <a:rPr dirty="0" sz="100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and</a:t>
            </a:r>
            <a:r>
              <a:rPr dirty="0" sz="100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calculate</a:t>
            </a:r>
            <a:r>
              <a:rPr dirty="0" sz="100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value</a:t>
            </a:r>
            <a:r>
              <a:rPr dirty="0" sz="1000" spc="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1000" spc="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average</a:t>
            </a:r>
            <a:r>
              <a:rPr dirty="0" sz="1000" spc="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velocity</a:t>
            </a:r>
            <a:r>
              <a:rPr dirty="0" sz="1000" spc="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as</a:t>
            </a:r>
            <a:r>
              <a:rPr dirty="0" sz="10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Symbol"/>
                <a:cs typeface="Symbol"/>
              </a:rPr>
              <a:t>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t</a:t>
            </a:r>
            <a:r>
              <a:rPr dirty="0" sz="1000" spc="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becomes</a:t>
            </a:r>
            <a:r>
              <a:rPr dirty="0" sz="1000" spc="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smaller</a:t>
            </a:r>
            <a:r>
              <a:rPr dirty="0" sz="10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and</a:t>
            </a:r>
            <a:r>
              <a:rPr dirty="0" sz="1000" spc="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smaller.</a:t>
            </a:r>
            <a:r>
              <a:rPr dirty="0" sz="1000" spc="4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It</a:t>
            </a:r>
            <a:r>
              <a:rPr dirty="0" sz="1000" spc="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is</a:t>
            </a:r>
            <a:r>
              <a:rPr dirty="0" sz="1000" spc="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easier</a:t>
            </a:r>
            <a:r>
              <a:rPr dirty="0" sz="1000" spc="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to</a:t>
            </a:r>
            <a:r>
              <a:rPr dirty="0" sz="1000" spc="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calculate</a:t>
            </a:r>
            <a:r>
              <a:rPr dirty="0" sz="1000" spc="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value</a:t>
            </a:r>
            <a:r>
              <a:rPr dirty="0" sz="10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1000" spc="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velocity</a:t>
            </a:r>
            <a:r>
              <a:rPr dirty="0" sz="1000" spc="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at</a:t>
            </a:r>
            <a:r>
              <a:rPr dirty="0" sz="100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different</a:t>
            </a:r>
            <a:r>
              <a:rPr dirty="0" sz="1000" spc="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instants</a:t>
            </a:r>
            <a:r>
              <a:rPr dirty="0" sz="1000" spc="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if</a:t>
            </a:r>
            <a:r>
              <a:rPr dirty="0" sz="100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we</a:t>
            </a:r>
            <a:r>
              <a:rPr dirty="0" sz="1000" spc="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have</a:t>
            </a:r>
            <a:r>
              <a:rPr dirty="0" sz="1000" spc="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data</a:t>
            </a:r>
            <a:r>
              <a:rPr dirty="0" sz="10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1000" spc="125">
                <a:solidFill>
                  <a:srgbClr val="231F20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positions</a:t>
            </a:r>
            <a:r>
              <a:rPr dirty="0" sz="1000" spc="125">
                <a:solidFill>
                  <a:srgbClr val="231F20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at</a:t>
            </a:r>
            <a:r>
              <a:rPr dirty="0" sz="1000" spc="125">
                <a:solidFill>
                  <a:srgbClr val="231F20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different</a:t>
            </a:r>
            <a:r>
              <a:rPr dirty="0" sz="1000" spc="125">
                <a:solidFill>
                  <a:srgbClr val="231F20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instants</a:t>
            </a:r>
            <a:r>
              <a:rPr dirty="0" sz="1000" spc="125">
                <a:solidFill>
                  <a:srgbClr val="231F20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or</a:t>
            </a:r>
            <a:r>
              <a:rPr dirty="0" sz="1000" spc="125">
                <a:solidFill>
                  <a:srgbClr val="231F20"/>
                </a:solidFill>
                <a:latin typeface="Times New Roman"/>
                <a:cs typeface="Times New Roman"/>
              </a:rPr>
              <a:t> 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exact</a:t>
            </a:r>
            <a:r>
              <a:rPr dirty="0" sz="10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expression</a:t>
            </a:r>
            <a:r>
              <a:rPr dirty="0" sz="10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for</a:t>
            </a:r>
            <a:r>
              <a:rPr dirty="0" sz="10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-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position</a:t>
            </a:r>
            <a:r>
              <a:rPr dirty="0" sz="10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as</a:t>
            </a:r>
            <a:r>
              <a:rPr dirty="0" sz="1000" spc="-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</a:t>
            </a:r>
            <a:r>
              <a:rPr dirty="0" sz="10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function</a:t>
            </a:r>
            <a:r>
              <a:rPr dirty="0" sz="1000" spc="-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10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time.</a:t>
            </a:r>
            <a:r>
              <a:rPr dirty="0" sz="10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Then,</a:t>
            </a:r>
            <a:r>
              <a:rPr dirty="0" sz="1000" spc="3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we</a:t>
            </a:r>
            <a:r>
              <a:rPr dirty="0" sz="1000" spc="3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calculate</a:t>
            </a:r>
            <a:r>
              <a:rPr dirty="0" sz="1000" spc="3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Symbol"/>
                <a:cs typeface="Symbol"/>
              </a:rPr>
              <a:t>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x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/</a:t>
            </a:r>
            <a:r>
              <a:rPr dirty="0" sz="1000">
                <a:solidFill>
                  <a:srgbClr val="231F20"/>
                </a:solidFill>
                <a:latin typeface="Symbol"/>
                <a:cs typeface="Symbol"/>
              </a:rPr>
              <a:t>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t</a:t>
            </a:r>
            <a:r>
              <a:rPr dirty="0" sz="1000" spc="3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from</a:t>
            </a:r>
            <a:r>
              <a:rPr dirty="0" sz="1000" spc="3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3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data</a:t>
            </a:r>
            <a:r>
              <a:rPr dirty="0" sz="1000" spc="3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for</a:t>
            </a:r>
            <a:r>
              <a:rPr dirty="0" sz="100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decreasing</a:t>
            </a:r>
            <a:r>
              <a:rPr dirty="0" sz="1000" spc="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value</a:t>
            </a:r>
            <a:r>
              <a:rPr dirty="0" sz="1000" spc="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1000" spc="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Symbol"/>
                <a:cs typeface="Symbol"/>
              </a:rPr>
              <a:t>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t</a:t>
            </a:r>
            <a:r>
              <a:rPr dirty="0" sz="1000" spc="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and</a:t>
            </a:r>
            <a:r>
              <a:rPr dirty="0" sz="1000" spc="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find</a:t>
            </a:r>
            <a:r>
              <a:rPr dirty="0" sz="1000" spc="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limiting</a:t>
            </a:r>
            <a:r>
              <a:rPr dirty="0" sz="10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value</a:t>
            </a:r>
            <a:r>
              <a:rPr dirty="0" sz="1000" spc="3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as</a:t>
            </a:r>
            <a:r>
              <a:rPr dirty="0" sz="1000" spc="30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we</a:t>
            </a:r>
            <a:r>
              <a:rPr dirty="0" sz="1000" spc="30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have</a:t>
            </a:r>
            <a:r>
              <a:rPr dirty="0" sz="1000" spc="3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done</a:t>
            </a:r>
            <a:r>
              <a:rPr dirty="0" sz="1000" spc="30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in</a:t>
            </a:r>
            <a:r>
              <a:rPr dirty="0" sz="1000" spc="30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Table</a:t>
            </a:r>
            <a:r>
              <a:rPr dirty="0" sz="1000" spc="3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2.1</a:t>
            </a:r>
            <a:r>
              <a:rPr dirty="0" sz="1000" spc="30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or</a:t>
            </a:r>
            <a:r>
              <a:rPr dirty="0" sz="1000" spc="30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use</a:t>
            </a:r>
            <a:r>
              <a:rPr dirty="0" sz="100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differential</a:t>
            </a:r>
            <a:r>
              <a:rPr dirty="0" sz="1000" spc="-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calculus</a:t>
            </a:r>
            <a:r>
              <a:rPr dirty="0" sz="1000" spc="-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for</a:t>
            </a:r>
            <a:r>
              <a:rPr dirty="0" sz="1000" spc="-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-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given</a:t>
            </a:r>
            <a:r>
              <a:rPr dirty="0" sz="1000" spc="-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expression</a:t>
            </a:r>
            <a:r>
              <a:rPr dirty="0" sz="10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and</a:t>
            </a:r>
            <a:endParaRPr sz="1000">
              <a:latin typeface="Bookman Old Style"/>
              <a:cs typeface="Bookman Old Style"/>
            </a:endParaRPr>
          </a:p>
          <a:p>
            <a:pPr marL="655320">
              <a:lnSpc>
                <a:spcPct val="100000"/>
              </a:lnSpc>
              <a:spcBef>
                <a:spcPts val="500"/>
              </a:spcBef>
            </a:pPr>
            <a:r>
              <a:rPr dirty="0" sz="1000" spc="-25" i="1">
                <a:latin typeface="Bookman Old Style"/>
                <a:cs typeface="Bookman Old Style"/>
              </a:rPr>
              <a:t>dx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235457" y="5685595"/>
            <a:ext cx="147955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 i="1">
                <a:latin typeface="Bookman Old Style"/>
                <a:cs typeface="Bookman Old Style"/>
              </a:rPr>
              <a:t>dt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77087" y="5599683"/>
            <a:ext cx="291592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09955" algn="l"/>
              </a:tabLst>
            </a:pP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calculate</a:t>
            </a:r>
            <a:r>
              <a:rPr dirty="0" sz="100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at</a:t>
            </a:r>
            <a:r>
              <a:rPr dirty="0" sz="1000" spc="1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different</a:t>
            </a:r>
            <a:r>
              <a:rPr dirty="0" sz="1000" spc="1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instants</a:t>
            </a:r>
            <a:r>
              <a:rPr dirty="0" sz="1000" spc="1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as</a:t>
            </a:r>
            <a:r>
              <a:rPr dirty="0" sz="1000" spc="1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done</a:t>
            </a:r>
            <a:r>
              <a:rPr dirty="0" sz="1000" spc="1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in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77087" y="5849619"/>
            <a:ext cx="138811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-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following</a:t>
            </a:r>
            <a:r>
              <a:rPr dirty="0" sz="1000" spc="-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example.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94740" y="6114409"/>
            <a:ext cx="2882265" cy="1030605"/>
          </a:xfrm>
          <a:prstGeom prst="rect">
            <a:avLst/>
          </a:prstGeom>
          <a:solidFill>
            <a:srgbClr val="D4EFFC"/>
          </a:solidFill>
          <a:ln w="6095">
            <a:solidFill>
              <a:srgbClr val="231F20"/>
            </a:solidFill>
          </a:ln>
        </p:spPr>
        <p:txBody>
          <a:bodyPr wrap="square" lIns="0" tIns="52705" rIns="0" bIns="0" rtlCol="0" vert="horz">
            <a:spAutoFit/>
          </a:bodyPr>
          <a:lstStyle/>
          <a:p>
            <a:pPr algn="just" marL="162560" marR="156210">
              <a:lnSpc>
                <a:spcPct val="100000"/>
              </a:lnSpc>
              <a:spcBef>
                <a:spcPts val="415"/>
              </a:spcBef>
            </a:pPr>
            <a:r>
              <a:rPr dirty="0" sz="1000" spc="-10" b="1" i="1">
                <a:solidFill>
                  <a:srgbClr val="00AEEF"/>
                </a:solidFill>
                <a:latin typeface="Bookman Old Style"/>
                <a:cs typeface="Bookman Old Style"/>
              </a:rPr>
              <a:t>Example</a:t>
            </a:r>
            <a:r>
              <a:rPr dirty="0" sz="1000" spc="10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 spc="-5" b="1" i="1">
                <a:solidFill>
                  <a:srgbClr val="00AEEF"/>
                </a:solidFill>
                <a:latin typeface="Bookman Old Style"/>
                <a:cs typeface="Bookman Old Style"/>
              </a:rPr>
              <a:t>2.1</a:t>
            </a:r>
            <a:r>
              <a:rPr dirty="0" sz="1000" spc="116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 spc="10" i="1">
                <a:solidFill>
                  <a:srgbClr val="00AEEF"/>
                </a:solidFill>
                <a:latin typeface="Bookman Old Style"/>
                <a:cs typeface="Bookman Old Style"/>
              </a:rPr>
              <a:t>The</a:t>
            </a:r>
            <a:r>
              <a:rPr dirty="0" sz="1000" spc="6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 spc="15" i="1">
                <a:solidFill>
                  <a:srgbClr val="00AEEF"/>
                </a:solidFill>
                <a:latin typeface="Bookman Old Style"/>
                <a:cs typeface="Bookman Old Style"/>
              </a:rPr>
              <a:t>position</a:t>
            </a:r>
            <a:r>
              <a:rPr dirty="0" sz="1000" spc="6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 i="1">
                <a:solidFill>
                  <a:srgbClr val="00AEEF"/>
                </a:solidFill>
                <a:latin typeface="Bookman Old Style"/>
                <a:cs typeface="Bookman Old Style"/>
              </a:rPr>
              <a:t>of</a:t>
            </a:r>
            <a:r>
              <a:rPr dirty="0" sz="1000" spc="6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 spc="-10" i="1">
                <a:solidFill>
                  <a:srgbClr val="00AEEF"/>
                </a:solidFill>
                <a:latin typeface="Bookman Old Style"/>
                <a:cs typeface="Bookman Old Style"/>
              </a:rPr>
              <a:t>an</a:t>
            </a:r>
            <a:r>
              <a:rPr dirty="0" sz="1000" spc="6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 spc="15" i="1">
                <a:solidFill>
                  <a:srgbClr val="00AEEF"/>
                </a:solidFill>
                <a:latin typeface="Bookman Old Style"/>
                <a:cs typeface="Bookman Old Style"/>
              </a:rPr>
              <a:t>object</a:t>
            </a:r>
            <a:r>
              <a:rPr dirty="0" sz="1000" spc="1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 spc="10" i="1">
                <a:solidFill>
                  <a:srgbClr val="00AEEF"/>
                </a:solidFill>
                <a:latin typeface="Bookman Old Style"/>
                <a:cs typeface="Bookman Old Style"/>
              </a:rPr>
              <a:t>moving</a:t>
            </a:r>
            <a:r>
              <a:rPr dirty="0" sz="1000" spc="-1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 spc="-5" i="1">
                <a:solidFill>
                  <a:srgbClr val="00AEEF"/>
                </a:solidFill>
                <a:latin typeface="Bookman Old Style"/>
                <a:cs typeface="Bookman Old Style"/>
              </a:rPr>
              <a:t>alon</a:t>
            </a:r>
            <a:r>
              <a:rPr dirty="0" sz="1000" i="1">
                <a:solidFill>
                  <a:srgbClr val="00AEEF"/>
                </a:solidFill>
                <a:latin typeface="Bookman Old Style"/>
                <a:cs typeface="Bookman Old Style"/>
              </a:rPr>
              <a:t>g</a:t>
            </a:r>
            <a:r>
              <a:rPr dirty="0" sz="1000" spc="-1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 i="1">
                <a:solidFill>
                  <a:srgbClr val="00AEEF"/>
                </a:solidFill>
                <a:latin typeface="Bookman Old Style"/>
                <a:cs typeface="Bookman Old Style"/>
              </a:rPr>
              <a:t>x-</a:t>
            </a:r>
            <a:r>
              <a:rPr dirty="0" sz="1000" spc="5" i="1">
                <a:solidFill>
                  <a:srgbClr val="00AEEF"/>
                </a:solidFill>
                <a:latin typeface="Bookman Old Style"/>
                <a:cs typeface="Bookman Old Style"/>
              </a:rPr>
              <a:t>axis</a:t>
            </a:r>
            <a:r>
              <a:rPr dirty="0" sz="1000" spc="-1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 spc="-5" i="1">
                <a:solidFill>
                  <a:srgbClr val="00AEEF"/>
                </a:solidFill>
                <a:latin typeface="Bookman Old Style"/>
                <a:cs typeface="Bookman Old Style"/>
              </a:rPr>
              <a:t>i</a:t>
            </a:r>
            <a:r>
              <a:rPr dirty="0" sz="1000" i="1">
                <a:solidFill>
                  <a:srgbClr val="00AEEF"/>
                </a:solidFill>
                <a:latin typeface="Bookman Old Style"/>
                <a:cs typeface="Bookman Old Style"/>
              </a:rPr>
              <a:t>s</a:t>
            </a:r>
            <a:r>
              <a:rPr dirty="0" sz="1000" spc="-1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 spc="-5" i="1">
                <a:solidFill>
                  <a:srgbClr val="00AEEF"/>
                </a:solidFill>
                <a:latin typeface="Bookman Old Style"/>
                <a:cs typeface="Bookman Old Style"/>
              </a:rPr>
              <a:t>give</a:t>
            </a:r>
            <a:r>
              <a:rPr dirty="0" sz="1000" i="1">
                <a:solidFill>
                  <a:srgbClr val="00AEEF"/>
                </a:solidFill>
                <a:latin typeface="Bookman Old Style"/>
                <a:cs typeface="Bookman Old Style"/>
              </a:rPr>
              <a:t>n</a:t>
            </a:r>
            <a:r>
              <a:rPr dirty="0" sz="1000" spc="-1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 spc="-30" i="1">
                <a:solidFill>
                  <a:srgbClr val="00AEEF"/>
                </a:solidFill>
                <a:latin typeface="Bookman Old Style"/>
                <a:cs typeface="Bookman Old Style"/>
              </a:rPr>
              <a:t>by</a:t>
            </a:r>
            <a:r>
              <a:rPr dirty="0" sz="1000" spc="459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 spc="20" i="1">
                <a:solidFill>
                  <a:srgbClr val="00AEEF"/>
                </a:solidFill>
                <a:latin typeface="Bookman Old Style"/>
                <a:cs typeface="Bookman Old Style"/>
              </a:rPr>
              <a:t>x</a:t>
            </a:r>
            <a:r>
              <a:rPr dirty="0" sz="1000" spc="-1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 i="1">
                <a:solidFill>
                  <a:srgbClr val="00AEEF"/>
                </a:solidFill>
                <a:latin typeface="Bookman Old Style"/>
                <a:cs typeface="Bookman Old Style"/>
              </a:rPr>
              <a:t>=</a:t>
            </a:r>
            <a:r>
              <a:rPr dirty="0" sz="1000" spc="-1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 spc="-50" i="1">
                <a:solidFill>
                  <a:srgbClr val="00AEEF"/>
                </a:solidFill>
                <a:latin typeface="Bookman Old Style"/>
                <a:cs typeface="Bookman Old Style"/>
              </a:rPr>
              <a:t>a</a:t>
            </a:r>
            <a:r>
              <a:rPr dirty="0" sz="1000" spc="-1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 i="1">
                <a:solidFill>
                  <a:srgbClr val="00AEEF"/>
                </a:solidFill>
                <a:latin typeface="Bookman Old Style"/>
                <a:cs typeface="Bookman Old Style"/>
              </a:rPr>
              <a:t>+</a:t>
            </a:r>
            <a:r>
              <a:rPr dirty="0" sz="1000" spc="-1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 spc="20" i="1">
                <a:solidFill>
                  <a:srgbClr val="00AEEF"/>
                </a:solidFill>
                <a:latin typeface="Bookman Old Style"/>
                <a:cs typeface="Bookman Old Style"/>
              </a:rPr>
              <a:t>bt</a:t>
            </a:r>
            <a:r>
              <a:rPr dirty="0" baseline="35353" sz="825" spc="30">
                <a:solidFill>
                  <a:srgbClr val="00AEEF"/>
                </a:solidFill>
                <a:latin typeface="Bookman Old Style"/>
                <a:cs typeface="Bookman Old Style"/>
              </a:rPr>
              <a:t>2</a:t>
            </a:r>
            <a:r>
              <a:rPr dirty="0" baseline="35353" sz="825" spc="7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 spc="-15" i="1">
                <a:solidFill>
                  <a:srgbClr val="00AEEF"/>
                </a:solidFill>
                <a:latin typeface="Bookman Old Style"/>
                <a:cs typeface="Bookman Old Style"/>
              </a:rPr>
              <a:t>where</a:t>
            </a:r>
            <a:r>
              <a:rPr dirty="0" sz="1000" spc="53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 spc="-50" i="1">
                <a:solidFill>
                  <a:srgbClr val="00AEEF"/>
                </a:solidFill>
                <a:latin typeface="Bookman Old Style"/>
                <a:cs typeface="Bookman Old Style"/>
              </a:rPr>
              <a:t>a</a:t>
            </a:r>
            <a:r>
              <a:rPr dirty="0" sz="1000" spc="14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 i="1">
                <a:solidFill>
                  <a:srgbClr val="00AEEF"/>
                </a:solidFill>
                <a:latin typeface="Bookman Old Style"/>
                <a:cs typeface="Bookman Old Style"/>
              </a:rPr>
              <a:t>=</a:t>
            </a:r>
            <a:r>
              <a:rPr dirty="0" sz="1000" spc="16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00AEEF"/>
                </a:solidFill>
                <a:latin typeface="Bookman Old Style"/>
                <a:cs typeface="Bookman Old Style"/>
              </a:rPr>
              <a:t>8.5</a:t>
            </a:r>
            <a:r>
              <a:rPr dirty="0" sz="1000" spc="15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 spc="5">
                <a:solidFill>
                  <a:srgbClr val="00AEEF"/>
                </a:solidFill>
                <a:latin typeface="Bookman Old Style"/>
                <a:cs typeface="Bookman Old Style"/>
              </a:rPr>
              <a:t>m</a:t>
            </a:r>
            <a:r>
              <a:rPr dirty="0" sz="1000" spc="5" i="1">
                <a:solidFill>
                  <a:srgbClr val="00AEEF"/>
                </a:solidFill>
                <a:latin typeface="Bookman Old Style"/>
                <a:cs typeface="Bookman Old Style"/>
              </a:rPr>
              <a:t>,</a:t>
            </a:r>
            <a:r>
              <a:rPr dirty="0" sz="1000" spc="15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 spc="15" i="1">
                <a:solidFill>
                  <a:srgbClr val="00AEEF"/>
                </a:solidFill>
                <a:latin typeface="Bookman Old Style"/>
                <a:cs typeface="Bookman Old Style"/>
              </a:rPr>
              <a:t>b</a:t>
            </a:r>
            <a:r>
              <a:rPr dirty="0" sz="1000" spc="15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 i="1">
                <a:solidFill>
                  <a:srgbClr val="00AEEF"/>
                </a:solidFill>
                <a:latin typeface="Bookman Old Style"/>
                <a:cs typeface="Bookman Old Style"/>
              </a:rPr>
              <a:t>=</a:t>
            </a:r>
            <a:r>
              <a:rPr dirty="0" sz="1000" spc="14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00AEEF"/>
                </a:solidFill>
                <a:latin typeface="Bookman Old Style"/>
                <a:cs typeface="Bookman Old Style"/>
              </a:rPr>
              <a:t>2.5</a:t>
            </a:r>
            <a:r>
              <a:rPr dirty="0" sz="1000" spc="15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m</a:t>
            </a:r>
            <a:r>
              <a:rPr dirty="0" sz="1000" spc="13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s</a:t>
            </a:r>
            <a:r>
              <a:rPr dirty="0" baseline="35353" sz="825">
                <a:solidFill>
                  <a:srgbClr val="00AEEF"/>
                </a:solidFill>
                <a:latin typeface="Bookman Old Style"/>
                <a:cs typeface="Bookman Old Style"/>
              </a:rPr>
              <a:t>–</a:t>
            </a:r>
            <a:r>
              <a:rPr dirty="0" baseline="35353" sz="825" spc="30">
                <a:solidFill>
                  <a:srgbClr val="00AEEF"/>
                </a:solidFill>
                <a:latin typeface="Bookman Old Style"/>
                <a:cs typeface="Bookman Old Style"/>
              </a:rPr>
              <a:t>2</a:t>
            </a:r>
            <a:r>
              <a:rPr dirty="0" baseline="35353" sz="825" spc="419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 spc="-10" i="1">
                <a:solidFill>
                  <a:srgbClr val="00AEEF"/>
                </a:solidFill>
                <a:latin typeface="Bookman Old Style"/>
                <a:cs typeface="Bookman Old Style"/>
              </a:rPr>
              <a:t>and</a:t>
            </a:r>
            <a:r>
              <a:rPr dirty="0" sz="1000" spc="15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 spc="40" i="1">
                <a:solidFill>
                  <a:srgbClr val="00AEEF"/>
                </a:solidFill>
                <a:latin typeface="Bookman Old Style"/>
                <a:cs typeface="Bookman Old Style"/>
              </a:rPr>
              <a:t>t</a:t>
            </a:r>
            <a:r>
              <a:rPr dirty="0" sz="1000" spc="15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 spc="5" i="1">
                <a:solidFill>
                  <a:srgbClr val="00AEEF"/>
                </a:solidFill>
                <a:latin typeface="Bookman Old Style"/>
                <a:cs typeface="Bookman Old Style"/>
              </a:rPr>
              <a:t>is</a:t>
            </a:r>
            <a:r>
              <a:rPr dirty="0" sz="1000" spc="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 spc="-20" i="1">
                <a:solidFill>
                  <a:srgbClr val="00AEEF"/>
                </a:solidFill>
                <a:latin typeface="Bookman Old Style"/>
                <a:cs typeface="Bookman Old Style"/>
              </a:rPr>
              <a:t>measure</a:t>
            </a:r>
            <a:r>
              <a:rPr dirty="0" sz="1000" i="1">
                <a:solidFill>
                  <a:srgbClr val="00AEEF"/>
                </a:solidFill>
                <a:latin typeface="Bookman Old Style"/>
                <a:cs typeface="Bookman Old Style"/>
              </a:rPr>
              <a:t>d</a:t>
            </a:r>
            <a:r>
              <a:rPr dirty="0" sz="1000" spc="-5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 spc="15" i="1">
                <a:solidFill>
                  <a:srgbClr val="00AEEF"/>
                </a:solidFill>
                <a:latin typeface="Bookman Old Style"/>
                <a:cs typeface="Bookman Old Style"/>
              </a:rPr>
              <a:t>in</a:t>
            </a:r>
            <a:r>
              <a:rPr dirty="0" sz="1000" spc="-5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 spc="-15" i="1">
                <a:solidFill>
                  <a:srgbClr val="00AEEF"/>
                </a:solidFill>
                <a:latin typeface="Bookman Old Style"/>
                <a:cs typeface="Bookman Old Style"/>
              </a:rPr>
              <a:t>seconds.</a:t>
            </a:r>
            <a:r>
              <a:rPr dirty="0" sz="1000" spc="-5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 spc="-10" i="1">
                <a:solidFill>
                  <a:srgbClr val="00AEEF"/>
                </a:solidFill>
                <a:latin typeface="Bookman Old Style"/>
                <a:cs typeface="Bookman Old Style"/>
              </a:rPr>
              <a:t>What</a:t>
            </a:r>
            <a:r>
              <a:rPr dirty="0" sz="1000" spc="-5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 spc="-20" i="1">
                <a:solidFill>
                  <a:srgbClr val="00AEEF"/>
                </a:solidFill>
                <a:latin typeface="Bookman Old Style"/>
                <a:cs typeface="Bookman Old Style"/>
              </a:rPr>
              <a:t>i</a:t>
            </a:r>
            <a:r>
              <a:rPr dirty="0" sz="1000" i="1">
                <a:solidFill>
                  <a:srgbClr val="00AEEF"/>
                </a:solidFill>
                <a:latin typeface="Bookman Old Style"/>
                <a:cs typeface="Bookman Old Style"/>
              </a:rPr>
              <a:t>s</a:t>
            </a:r>
            <a:r>
              <a:rPr dirty="0" sz="1000" spc="-5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 i="1">
                <a:solidFill>
                  <a:srgbClr val="00AEEF"/>
                </a:solidFill>
                <a:latin typeface="Bookman Old Style"/>
                <a:cs typeface="Bookman Old Style"/>
              </a:rPr>
              <a:t>its</a:t>
            </a:r>
            <a:r>
              <a:rPr dirty="0" sz="1000" spc="-5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 spc="-15" i="1">
                <a:solidFill>
                  <a:srgbClr val="00AEEF"/>
                </a:solidFill>
                <a:latin typeface="Bookman Old Style"/>
                <a:cs typeface="Bookman Old Style"/>
              </a:rPr>
              <a:t>velocity</a:t>
            </a:r>
            <a:r>
              <a:rPr dirty="0" sz="1000" spc="-5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 spc="-25" i="1">
                <a:solidFill>
                  <a:srgbClr val="00AEEF"/>
                </a:solidFill>
                <a:latin typeface="Bookman Old Style"/>
                <a:cs typeface="Bookman Old Style"/>
              </a:rPr>
              <a:t>at</a:t>
            </a:r>
            <a:r>
              <a:rPr dirty="0" sz="1000" spc="-2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 spc="40" i="1">
                <a:solidFill>
                  <a:srgbClr val="00AEEF"/>
                </a:solidFill>
                <a:latin typeface="Bookman Old Style"/>
                <a:cs typeface="Bookman Old Style"/>
              </a:rPr>
              <a:t>t</a:t>
            </a:r>
            <a:r>
              <a:rPr dirty="0" sz="1000" spc="7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 i="1">
                <a:solidFill>
                  <a:srgbClr val="00AEEF"/>
                </a:solidFill>
                <a:latin typeface="Bookman Old Style"/>
                <a:cs typeface="Bookman Old Style"/>
              </a:rPr>
              <a:t>=</a:t>
            </a:r>
            <a:r>
              <a:rPr dirty="0" sz="1000" spc="9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00AEEF"/>
                </a:solidFill>
                <a:latin typeface="Bookman Old Style"/>
                <a:cs typeface="Bookman Old Style"/>
              </a:rPr>
              <a:t>0</a:t>
            </a:r>
            <a:r>
              <a:rPr dirty="0" sz="1000" spc="6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00AEEF"/>
                </a:solidFill>
                <a:latin typeface="Bookman Old Style"/>
                <a:cs typeface="Bookman Old Style"/>
              </a:rPr>
              <a:t>s</a:t>
            </a:r>
            <a:r>
              <a:rPr dirty="0" sz="1000" spc="8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 spc="-10" i="1">
                <a:solidFill>
                  <a:srgbClr val="00AEEF"/>
                </a:solidFill>
                <a:latin typeface="Bookman Old Style"/>
                <a:cs typeface="Bookman Old Style"/>
              </a:rPr>
              <a:t>and</a:t>
            </a:r>
            <a:r>
              <a:rPr dirty="0" sz="1000" spc="8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 spc="40" i="1">
                <a:solidFill>
                  <a:srgbClr val="00AEEF"/>
                </a:solidFill>
                <a:latin typeface="Bookman Old Style"/>
                <a:cs typeface="Bookman Old Style"/>
              </a:rPr>
              <a:t>t</a:t>
            </a:r>
            <a:r>
              <a:rPr dirty="0" sz="1000" spc="8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 i="1">
                <a:solidFill>
                  <a:srgbClr val="00AEEF"/>
                </a:solidFill>
                <a:latin typeface="Bookman Old Style"/>
                <a:cs typeface="Bookman Old Style"/>
              </a:rPr>
              <a:t>=</a:t>
            </a:r>
            <a:r>
              <a:rPr dirty="0" sz="1000" spc="7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00AEEF"/>
                </a:solidFill>
                <a:latin typeface="Bookman Old Style"/>
                <a:cs typeface="Bookman Old Style"/>
              </a:rPr>
              <a:t>2.0</a:t>
            </a:r>
            <a:r>
              <a:rPr dirty="0" sz="1000" spc="8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 spc="5">
                <a:solidFill>
                  <a:srgbClr val="00AEEF"/>
                </a:solidFill>
                <a:latin typeface="Bookman Old Style"/>
                <a:cs typeface="Bookman Old Style"/>
              </a:rPr>
              <a:t>s</a:t>
            </a:r>
            <a:r>
              <a:rPr dirty="0" sz="1000" spc="5" i="1">
                <a:solidFill>
                  <a:srgbClr val="00AEEF"/>
                </a:solidFill>
                <a:latin typeface="Bookman Old Style"/>
                <a:cs typeface="Bookman Old Style"/>
              </a:rPr>
              <a:t>.</a:t>
            </a:r>
            <a:r>
              <a:rPr dirty="0" sz="1000" spc="8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 spc="5" i="1">
                <a:solidFill>
                  <a:srgbClr val="00AEEF"/>
                </a:solidFill>
                <a:latin typeface="Bookman Old Style"/>
                <a:cs typeface="Bookman Old Style"/>
              </a:rPr>
              <a:t>What</a:t>
            </a:r>
            <a:r>
              <a:rPr dirty="0" sz="1000" spc="8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 i="1">
                <a:solidFill>
                  <a:srgbClr val="00AEEF"/>
                </a:solidFill>
                <a:latin typeface="Bookman Old Style"/>
                <a:cs typeface="Bookman Old Style"/>
              </a:rPr>
              <a:t>is</a:t>
            </a:r>
            <a:r>
              <a:rPr dirty="0" sz="1000" spc="8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 spc="20" i="1">
                <a:solidFill>
                  <a:srgbClr val="00AEEF"/>
                </a:solidFill>
                <a:latin typeface="Bookman Old Style"/>
                <a:cs typeface="Bookman Old Style"/>
              </a:rPr>
              <a:t>the</a:t>
            </a:r>
            <a:r>
              <a:rPr dirty="0" sz="1000" spc="8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 spc="-25" i="1">
                <a:solidFill>
                  <a:srgbClr val="00AEEF"/>
                </a:solidFill>
                <a:latin typeface="Bookman Old Style"/>
                <a:cs typeface="Bookman Old Style"/>
              </a:rPr>
              <a:t>average</a:t>
            </a:r>
            <a:r>
              <a:rPr dirty="0" sz="1000" spc="-1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 i="1">
                <a:solidFill>
                  <a:srgbClr val="00AEEF"/>
                </a:solidFill>
                <a:latin typeface="Bookman Old Style"/>
                <a:cs typeface="Bookman Old Style"/>
              </a:rPr>
              <a:t>velocity</a:t>
            </a:r>
            <a:r>
              <a:rPr dirty="0" sz="100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 spc="-15" i="1">
                <a:solidFill>
                  <a:srgbClr val="00AEEF"/>
                </a:solidFill>
                <a:latin typeface="Bookman Old Style"/>
                <a:cs typeface="Bookman Old Style"/>
              </a:rPr>
              <a:t>between</a:t>
            </a:r>
            <a:r>
              <a:rPr dirty="0" sz="100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 spc="40" i="1">
                <a:solidFill>
                  <a:srgbClr val="00AEEF"/>
                </a:solidFill>
                <a:latin typeface="Bookman Old Style"/>
                <a:cs typeface="Bookman Old Style"/>
              </a:rPr>
              <a:t>t</a:t>
            </a:r>
            <a:r>
              <a:rPr dirty="0" sz="100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 i="1">
                <a:solidFill>
                  <a:srgbClr val="00AEEF"/>
                </a:solidFill>
                <a:latin typeface="Bookman Old Style"/>
                <a:cs typeface="Bookman Old Style"/>
              </a:rPr>
              <a:t>=</a:t>
            </a:r>
            <a:r>
              <a:rPr dirty="0" sz="1000" spc="-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00AEEF"/>
                </a:solidFill>
                <a:latin typeface="Bookman Old Style"/>
                <a:cs typeface="Bookman Old Style"/>
              </a:rPr>
              <a:t>2.0</a:t>
            </a:r>
            <a:r>
              <a:rPr dirty="0" sz="1000" spc="1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00AEEF"/>
                </a:solidFill>
                <a:latin typeface="Bookman Old Style"/>
                <a:cs typeface="Bookman Old Style"/>
              </a:rPr>
              <a:t>s</a:t>
            </a:r>
            <a:r>
              <a:rPr dirty="0" sz="1000" spc="-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 spc="-15" i="1">
                <a:solidFill>
                  <a:srgbClr val="00AEEF"/>
                </a:solidFill>
                <a:latin typeface="Bookman Old Style"/>
                <a:cs typeface="Bookman Old Style"/>
              </a:rPr>
              <a:t>and</a:t>
            </a:r>
            <a:r>
              <a:rPr dirty="0" sz="100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 spc="40" i="1">
                <a:solidFill>
                  <a:srgbClr val="00AEEF"/>
                </a:solidFill>
                <a:latin typeface="Bookman Old Style"/>
                <a:cs typeface="Bookman Old Style"/>
              </a:rPr>
              <a:t>t</a:t>
            </a:r>
            <a:r>
              <a:rPr dirty="0" sz="100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 i="1">
                <a:solidFill>
                  <a:srgbClr val="00AEEF"/>
                </a:solidFill>
                <a:latin typeface="Bookman Old Style"/>
                <a:cs typeface="Bookman Old Style"/>
              </a:rPr>
              <a:t>=</a:t>
            </a:r>
            <a:r>
              <a:rPr dirty="0" sz="1000" spc="2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 spc="-5">
                <a:solidFill>
                  <a:srgbClr val="00AEEF"/>
                </a:solidFill>
                <a:latin typeface="Bookman Old Style"/>
                <a:cs typeface="Bookman Old Style"/>
              </a:rPr>
              <a:t>4.0</a:t>
            </a:r>
            <a:r>
              <a:rPr dirty="0" sz="1000" spc="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00AEEF"/>
                </a:solidFill>
                <a:latin typeface="Bookman Old Style"/>
                <a:cs typeface="Bookman Old Style"/>
              </a:rPr>
              <a:t>s</a:t>
            </a:r>
            <a:r>
              <a:rPr dirty="0" sz="1000" spc="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?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77089" y="7218443"/>
            <a:ext cx="2912110" cy="3333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20"/>
              </a:spcBef>
            </a:pPr>
            <a:r>
              <a:rPr dirty="0" sz="1000" b="1" i="1">
                <a:solidFill>
                  <a:srgbClr val="00AEEF"/>
                </a:solidFill>
                <a:latin typeface="Bookman Old Style"/>
                <a:cs typeface="Bookman Old Style"/>
              </a:rPr>
              <a:t>Answer</a:t>
            </a:r>
            <a:r>
              <a:rPr dirty="0" sz="1000" spc="25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In</a:t>
            </a:r>
            <a:r>
              <a:rPr dirty="0" sz="100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notation</a:t>
            </a:r>
            <a:r>
              <a:rPr dirty="0" sz="100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100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differential</a:t>
            </a:r>
            <a:r>
              <a:rPr dirty="0" sz="100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calculus,</a:t>
            </a:r>
            <a:r>
              <a:rPr dirty="0" sz="100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velocity</a:t>
            </a:r>
            <a:r>
              <a:rPr dirty="0" sz="1000" spc="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is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830580" y="7933943"/>
            <a:ext cx="173990" cy="0"/>
          </a:xfrm>
          <a:custGeom>
            <a:avLst/>
            <a:gdLst/>
            <a:ahLst/>
            <a:cxnLst/>
            <a:rect l="l" t="t" r="r" b="b"/>
            <a:pathLst>
              <a:path w="173990" h="0">
                <a:moveTo>
                  <a:pt x="0" y="0"/>
                </a:moveTo>
                <a:lnTo>
                  <a:pt x="173735" y="0"/>
                </a:lnTo>
              </a:path>
            </a:pathLst>
          </a:custGeom>
          <a:ln w="62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156716" y="7933943"/>
            <a:ext cx="143510" cy="0"/>
          </a:xfrm>
          <a:custGeom>
            <a:avLst/>
            <a:gdLst/>
            <a:ahLst/>
            <a:cxnLst/>
            <a:rect l="l" t="t" r="r" b="b"/>
            <a:pathLst>
              <a:path w="143509" h="0">
                <a:moveTo>
                  <a:pt x="0" y="0"/>
                </a:moveTo>
                <a:lnTo>
                  <a:pt x="143255" y="0"/>
                </a:lnTo>
              </a:path>
            </a:pathLst>
          </a:custGeom>
          <a:ln w="62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1701801" y="7823768"/>
            <a:ext cx="71120" cy="11366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550" spc="-50" i="1">
                <a:latin typeface="Bookman Old Style"/>
                <a:cs typeface="Bookman Old Style"/>
              </a:rPr>
              <a:t>2</a:t>
            </a:r>
            <a:endParaRPr sz="550">
              <a:latin typeface="Bookman Old Style"/>
              <a:cs typeface="Bookman Old Style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878329" y="7823768"/>
            <a:ext cx="95250" cy="11366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550" i="1">
                <a:latin typeface="Bookman Old Style"/>
                <a:cs typeface="Bookman Old Style"/>
              </a:rPr>
              <a:t>-</a:t>
            </a:r>
            <a:r>
              <a:rPr dirty="0" sz="550" spc="-50" i="1">
                <a:latin typeface="Bookman Old Style"/>
                <a:cs typeface="Bookman Old Style"/>
              </a:rPr>
              <a:t>1</a:t>
            </a:r>
            <a:endParaRPr sz="550">
              <a:latin typeface="Bookman Old Style"/>
              <a:cs typeface="Bookman Old Style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20929" y="7742997"/>
            <a:ext cx="454025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60045" algn="l"/>
              </a:tabLst>
            </a:pPr>
            <a:r>
              <a:rPr dirty="0" sz="1000" spc="-25" i="1">
                <a:latin typeface="Bookman Old Style"/>
                <a:cs typeface="Bookman Old Style"/>
              </a:rPr>
              <a:t>dx</a:t>
            </a:r>
            <a:r>
              <a:rPr dirty="0" sz="1000" i="1">
                <a:latin typeface="Bookman Old Style"/>
                <a:cs typeface="Bookman Old Style"/>
              </a:rPr>
              <a:t>	</a:t>
            </a:r>
            <a:r>
              <a:rPr dirty="0" sz="1000" spc="-50" i="1">
                <a:latin typeface="Bookman Old Style"/>
                <a:cs typeface="Bookman Old Style"/>
              </a:rPr>
              <a:t>d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33121" y="7925878"/>
            <a:ext cx="461645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26390" algn="l"/>
              </a:tabLst>
            </a:pPr>
            <a:r>
              <a:rPr dirty="0" sz="1000" spc="-25" i="1">
                <a:latin typeface="Bookman Old Style"/>
                <a:cs typeface="Bookman Old Style"/>
              </a:rPr>
              <a:t>dt</a:t>
            </a:r>
            <a:r>
              <a:rPr dirty="0" sz="1000" i="1">
                <a:latin typeface="Bookman Old Style"/>
                <a:cs typeface="Bookman Old Style"/>
              </a:rPr>
              <a:t>	</a:t>
            </a:r>
            <a:r>
              <a:rPr dirty="0" sz="1000" spc="-25" i="1">
                <a:latin typeface="Bookman Old Style"/>
                <a:cs typeface="Bookman Old Style"/>
              </a:rPr>
              <a:t>dt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92329" y="7828340"/>
            <a:ext cx="534035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51484" algn="l"/>
              </a:tabLst>
            </a:pPr>
            <a:r>
              <a:rPr dirty="0" sz="1000" i="1">
                <a:latin typeface="Bookman Old Style"/>
                <a:cs typeface="Bookman Old Style"/>
              </a:rPr>
              <a:t>v</a:t>
            </a:r>
            <a:r>
              <a:rPr dirty="0" sz="1000" spc="50" i="1">
                <a:latin typeface="Bookman Old Style"/>
                <a:cs typeface="Bookman Old Style"/>
              </a:rPr>
              <a:t> </a:t>
            </a:r>
            <a:r>
              <a:rPr dirty="0" sz="1000" spc="-50">
                <a:latin typeface="Symbol"/>
                <a:cs typeface="Symbol"/>
              </a:rPr>
              <a:t>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000" spc="-50">
                <a:latin typeface="Symbol"/>
                <a:cs typeface="Symbol"/>
              </a:rPr>
              <a:t></a:t>
            </a:r>
            <a:endParaRPr sz="1000">
              <a:latin typeface="Symbol"/>
              <a:cs typeface="Symbo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308609" y="7763088"/>
            <a:ext cx="1590675" cy="2705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00" spc="-105">
                <a:latin typeface="Symbol"/>
                <a:cs typeface="Symbol"/>
              </a:rPr>
              <a:t></a:t>
            </a:r>
            <a:r>
              <a:rPr dirty="0" baseline="5555" sz="1500" spc="-157" i="1">
                <a:latin typeface="Bookman Old Style"/>
                <a:cs typeface="Bookman Old Style"/>
              </a:rPr>
              <a:t>a</a:t>
            </a:r>
            <a:r>
              <a:rPr dirty="0" baseline="5555" sz="1500" spc="44" i="1">
                <a:latin typeface="Bookman Old Style"/>
                <a:cs typeface="Bookman Old Style"/>
              </a:rPr>
              <a:t> </a:t>
            </a:r>
            <a:r>
              <a:rPr dirty="0" baseline="5555" sz="1500">
                <a:latin typeface="Symbol"/>
                <a:cs typeface="Symbol"/>
              </a:rPr>
              <a:t></a:t>
            </a:r>
            <a:r>
              <a:rPr dirty="0" baseline="5555" sz="1500" spc="-89">
                <a:latin typeface="Times New Roman"/>
                <a:cs typeface="Times New Roman"/>
              </a:rPr>
              <a:t> </a:t>
            </a:r>
            <a:r>
              <a:rPr dirty="0" baseline="5555" sz="1500" i="1">
                <a:latin typeface="Bookman Old Style"/>
                <a:cs typeface="Bookman Old Style"/>
              </a:rPr>
              <a:t>bt</a:t>
            </a:r>
            <a:r>
              <a:rPr dirty="0" baseline="5555" sz="1500" spc="532" i="1">
                <a:latin typeface="Bookman Old Style"/>
                <a:cs typeface="Bookman Old Style"/>
              </a:rPr>
              <a:t> </a:t>
            </a:r>
            <a:r>
              <a:rPr dirty="0" sz="1600" spc="-215">
                <a:latin typeface="Symbol"/>
                <a:cs typeface="Symbol"/>
              </a:rPr>
              <a:t></a:t>
            </a:r>
            <a:r>
              <a:rPr dirty="0" sz="1600" spc="-155">
                <a:latin typeface="Times New Roman"/>
                <a:cs typeface="Times New Roman"/>
              </a:rPr>
              <a:t> </a:t>
            </a:r>
            <a:r>
              <a:rPr dirty="0" baseline="5555" sz="1500">
                <a:latin typeface="Symbol"/>
                <a:cs typeface="Symbol"/>
              </a:rPr>
              <a:t></a:t>
            </a:r>
            <a:r>
              <a:rPr dirty="0" baseline="5555" sz="1500" spc="30">
                <a:latin typeface="Times New Roman"/>
                <a:cs typeface="Times New Roman"/>
              </a:rPr>
              <a:t> </a:t>
            </a:r>
            <a:r>
              <a:rPr dirty="0" baseline="5555" sz="1500" i="1">
                <a:latin typeface="Bookman Old Style"/>
                <a:cs typeface="Bookman Old Style"/>
              </a:rPr>
              <a:t>2b</a:t>
            </a:r>
            <a:r>
              <a:rPr dirty="0" baseline="5555" sz="1500" spc="-97" i="1">
                <a:latin typeface="Bookman Old Style"/>
                <a:cs typeface="Bookman Old Style"/>
              </a:rPr>
              <a:t> </a:t>
            </a:r>
            <a:r>
              <a:rPr dirty="0" baseline="5555" sz="1500" i="1">
                <a:latin typeface="Bookman Old Style"/>
                <a:cs typeface="Bookman Old Style"/>
              </a:rPr>
              <a:t>t =</a:t>
            </a:r>
            <a:r>
              <a:rPr dirty="0" baseline="5555" sz="1500" spc="-60" i="1">
                <a:latin typeface="Bookman Old Style"/>
                <a:cs typeface="Bookman Old Style"/>
              </a:rPr>
              <a:t> </a:t>
            </a:r>
            <a:r>
              <a:rPr dirty="0" baseline="5555" sz="1500" i="1">
                <a:latin typeface="Bookman Old Style"/>
                <a:cs typeface="Bookman Old Style"/>
              </a:rPr>
              <a:t>5.0</a:t>
            </a:r>
            <a:r>
              <a:rPr dirty="0" baseline="5555" sz="1500" spc="165" i="1">
                <a:latin typeface="Bookman Old Style"/>
                <a:cs typeface="Bookman Old Style"/>
              </a:rPr>
              <a:t> </a:t>
            </a:r>
            <a:r>
              <a:rPr dirty="0" baseline="5555" sz="1500" i="1">
                <a:latin typeface="Bookman Old Style"/>
                <a:cs typeface="Bookman Old Style"/>
              </a:rPr>
              <a:t>t</a:t>
            </a:r>
            <a:r>
              <a:rPr dirty="0" baseline="5555" sz="1500" spc="-30" i="1">
                <a:latin typeface="Bookman Old Style"/>
                <a:cs typeface="Bookman Old Style"/>
              </a:rPr>
              <a:t> </a:t>
            </a:r>
            <a:r>
              <a:rPr dirty="0" baseline="5555" sz="1500" i="1">
                <a:latin typeface="Bookman Old Style"/>
                <a:cs typeface="Bookman Old Style"/>
              </a:rPr>
              <a:t>m</a:t>
            </a:r>
            <a:r>
              <a:rPr dirty="0" baseline="5555" sz="1500" spc="-15" i="1">
                <a:latin typeface="Bookman Old Style"/>
                <a:cs typeface="Bookman Old Style"/>
              </a:rPr>
              <a:t> </a:t>
            </a:r>
            <a:r>
              <a:rPr dirty="0" baseline="5555" sz="1500" spc="-75" i="1">
                <a:latin typeface="Bookman Old Style"/>
                <a:cs typeface="Bookman Old Style"/>
              </a:rPr>
              <a:t>s</a:t>
            </a:r>
            <a:endParaRPr baseline="5555" sz="1500">
              <a:latin typeface="Bookman Old Style"/>
              <a:cs typeface="Bookman Old Style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520444" y="8089900"/>
            <a:ext cx="199453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850900" algn="l"/>
                <a:tab pos="1391285" algn="l"/>
              </a:tabLst>
            </a:pP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v</a:t>
            </a:r>
            <a:r>
              <a:rPr dirty="0" sz="1000" spc="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=</a:t>
            </a:r>
            <a:r>
              <a:rPr dirty="0" sz="1000" spc="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0</a:t>
            </a:r>
            <a:r>
              <a:rPr dirty="0" sz="1000" spc="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m</a:t>
            </a:r>
            <a:r>
              <a:rPr dirty="0" sz="1000" spc="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s</a:t>
            </a:r>
            <a:r>
              <a:rPr dirty="0" baseline="35353" sz="825">
                <a:solidFill>
                  <a:srgbClr val="231F20"/>
                </a:solidFill>
                <a:latin typeface="Bookman Old Style"/>
                <a:cs typeface="Bookman Old Style"/>
              </a:rPr>
              <a:t>–</a:t>
            </a:r>
            <a:r>
              <a:rPr dirty="0" baseline="35353" sz="825" spc="-75">
                <a:solidFill>
                  <a:srgbClr val="231F20"/>
                </a:solidFill>
                <a:latin typeface="Bookman Old Style"/>
                <a:cs typeface="Bookman Old Style"/>
              </a:rPr>
              <a:t>1</a:t>
            </a:r>
            <a:r>
              <a:rPr dirty="0" baseline="35353" sz="825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and</a:t>
            </a:r>
            <a:r>
              <a:rPr dirty="0" sz="1000" spc="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at</a:t>
            </a:r>
            <a:r>
              <a:rPr dirty="0" sz="100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t</a:t>
            </a:r>
            <a:r>
              <a:rPr dirty="0" sz="1000" spc="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=</a:t>
            </a:r>
            <a:r>
              <a:rPr dirty="0" sz="1000" spc="1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2.0</a:t>
            </a:r>
            <a:r>
              <a:rPr dirty="0" sz="1000" spc="10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s,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51687" y="8089900"/>
            <a:ext cx="86614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306070" algn="l"/>
              </a:tabLst>
            </a:pP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At</a:t>
            </a:r>
            <a:r>
              <a:rPr dirty="0" sz="100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t</a:t>
            </a:r>
            <a:r>
              <a:rPr dirty="0" sz="1000" spc="1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=</a:t>
            </a:r>
            <a:r>
              <a:rPr dirty="0" sz="1000" spc="1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0</a:t>
            </a:r>
            <a:r>
              <a:rPr dirty="0" sz="1000" spc="1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s,</a:t>
            </a:r>
            <a:endParaRPr sz="1000">
              <a:latin typeface="Bookman Old Style"/>
              <a:cs typeface="Bookman Old Style"/>
            </a:endParaRPr>
          </a:p>
          <a:p>
            <a:pPr marL="38100">
              <a:lnSpc>
                <a:spcPct val="100000"/>
              </a:lnSpc>
            </a:pP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v</a:t>
            </a:r>
            <a:r>
              <a:rPr dirty="0" sz="1000" spc="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=</a:t>
            </a:r>
            <a:r>
              <a:rPr dirty="0" sz="1000" spc="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10</a:t>
            </a:r>
            <a:r>
              <a:rPr dirty="0" sz="1000" spc="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m</a:t>
            </a:r>
            <a:r>
              <a:rPr dirty="0" sz="1000" spc="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s</a:t>
            </a:r>
            <a:r>
              <a:rPr dirty="0" baseline="35353" sz="825">
                <a:solidFill>
                  <a:srgbClr val="231F20"/>
                </a:solidFill>
                <a:latin typeface="Bookman Old Style"/>
                <a:cs typeface="Bookman Old Style"/>
              </a:rPr>
              <a:t>-1</a:t>
            </a:r>
            <a:r>
              <a:rPr dirty="0" baseline="35353" sz="825" spc="202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50">
                <a:solidFill>
                  <a:srgbClr val="231F20"/>
                </a:solidFill>
                <a:latin typeface="Bookman Old Style"/>
                <a:cs typeface="Bookman Old Style"/>
              </a:rPr>
              <a:t>.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753619" y="8488005"/>
            <a:ext cx="945515" cy="422909"/>
          </a:xfrm>
          <a:prstGeom prst="rect">
            <a:avLst/>
          </a:prstGeom>
        </p:spPr>
        <p:txBody>
          <a:bodyPr wrap="square" lIns="0" tIns="457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dirty="0" u="sng" baseline="2923" sz="1425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x</a:t>
            </a:r>
            <a:r>
              <a:rPr dirty="0" u="sng" baseline="2923" sz="1425" spc="-6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 </a:t>
            </a:r>
            <a:r>
              <a:rPr dirty="0" u="sng" sz="1250" spc="-1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</a:t>
            </a:r>
            <a:r>
              <a:rPr dirty="0" u="sng" baseline="2923" sz="1425" spc="-15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4.0</a:t>
            </a:r>
            <a:r>
              <a:rPr dirty="0" u="sng" sz="1250" spc="-1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</a:t>
            </a:r>
            <a:r>
              <a:rPr dirty="0" u="sng" sz="1250" spc="-5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baseline="2923" sz="1425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</a:t>
            </a:r>
            <a:r>
              <a:rPr dirty="0" u="sng" baseline="2923" sz="1425" spc="7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baseline="2923" sz="1425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x</a:t>
            </a:r>
            <a:r>
              <a:rPr dirty="0" u="sng" baseline="2923" sz="1425" spc="-22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 </a:t>
            </a:r>
            <a:r>
              <a:rPr dirty="0" u="sng" sz="1250" spc="-1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</a:t>
            </a:r>
            <a:r>
              <a:rPr dirty="0" u="sng" baseline="2923" sz="1425" spc="-15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2.0</a:t>
            </a:r>
            <a:r>
              <a:rPr dirty="0" u="sng" sz="1250" spc="-1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</a:t>
            </a:r>
            <a:endParaRPr sz="1250">
              <a:latin typeface="Symbol"/>
              <a:cs typeface="Symbol"/>
            </a:endParaRPr>
          </a:p>
          <a:p>
            <a:pPr marL="210185">
              <a:lnSpc>
                <a:spcPct val="100000"/>
              </a:lnSpc>
              <a:spcBef>
                <a:spcPts val="219"/>
              </a:spcBef>
            </a:pPr>
            <a:r>
              <a:rPr dirty="0" sz="950">
                <a:latin typeface="Bookman Old Style"/>
                <a:cs typeface="Bookman Old Style"/>
              </a:rPr>
              <a:t>4.0</a:t>
            </a:r>
            <a:r>
              <a:rPr dirty="0" sz="950" spc="15">
                <a:latin typeface="Bookman Old Style"/>
                <a:cs typeface="Bookman Old Style"/>
              </a:rPr>
              <a:t> </a:t>
            </a:r>
            <a:r>
              <a:rPr dirty="0" sz="950">
                <a:latin typeface="Symbol"/>
                <a:cs typeface="Symbol"/>
              </a:rPr>
              <a:t></a:t>
            </a:r>
            <a:r>
              <a:rPr dirty="0" sz="950" spc="20">
                <a:latin typeface="Times New Roman"/>
                <a:cs typeface="Times New Roman"/>
              </a:rPr>
              <a:t> </a:t>
            </a:r>
            <a:r>
              <a:rPr dirty="0" sz="950" spc="-25">
                <a:latin typeface="Bookman Old Style"/>
                <a:cs typeface="Bookman Old Style"/>
              </a:rPr>
              <a:t>2.0</a:t>
            </a:r>
            <a:endParaRPr sz="950">
              <a:latin typeface="Bookman Old Style"/>
              <a:cs typeface="Bookman Old Style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04521" y="8637306"/>
            <a:ext cx="1130935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 i="1">
                <a:latin typeface="Bookman Old Style"/>
                <a:cs typeface="Bookman Old Style"/>
              </a:rPr>
              <a:t>Average</a:t>
            </a:r>
            <a:r>
              <a:rPr dirty="0" sz="950" spc="125" i="1">
                <a:latin typeface="Bookman Old Style"/>
                <a:cs typeface="Bookman Old Style"/>
              </a:rPr>
              <a:t> </a:t>
            </a:r>
            <a:r>
              <a:rPr dirty="0" sz="950" i="1">
                <a:latin typeface="Bookman Old Style"/>
                <a:cs typeface="Bookman Old Style"/>
              </a:rPr>
              <a:t>velocity</a:t>
            </a:r>
            <a:r>
              <a:rPr dirty="0" sz="950" spc="270" i="1">
                <a:latin typeface="Bookman Old Style"/>
                <a:cs typeface="Bookman Old Style"/>
              </a:rPr>
              <a:t> </a:t>
            </a:r>
            <a:r>
              <a:rPr dirty="0" sz="950" spc="-50">
                <a:latin typeface="Symbol"/>
                <a:cs typeface="Symbol"/>
              </a:rPr>
              <a:t></a:t>
            </a:r>
            <a:endParaRPr sz="950">
              <a:latin typeface="Symbol"/>
              <a:cs typeface="Symbo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4317491" y="1228343"/>
            <a:ext cx="966469" cy="0"/>
          </a:xfrm>
          <a:custGeom>
            <a:avLst/>
            <a:gdLst/>
            <a:ahLst/>
            <a:cxnLst/>
            <a:rect l="l" t="t" r="r" b="b"/>
            <a:pathLst>
              <a:path w="966470" h="0">
                <a:moveTo>
                  <a:pt x="0" y="0"/>
                </a:moveTo>
                <a:lnTo>
                  <a:pt x="966215" y="0"/>
                </a:lnTo>
              </a:path>
            </a:pathLst>
          </a:custGeom>
          <a:ln w="62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4307844" y="1037391"/>
            <a:ext cx="976630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i="1">
                <a:latin typeface="Bookman Old Style"/>
                <a:cs typeface="Bookman Old Style"/>
              </a:rPr>
              <a:t>a </a:t>
            </a:r>
            <a:r>
              <a:rPr dirty="0" sz="1000" spc="-10">
                <a:latin typeface="Symbol"/>
                <a:cs typeface="Symbol"/>
              </a:rPr>
              <a:t></a:t>
            </a:r>
            <a:r>
              <a:rPr dirty="0" sz="1000" spc="-105">
                <a:latin typeface="Times New Roman"/>
                <a:cs typeface="Times New Roman"/>
              </a:rPr>
              <a:t> </a:t>
            </a:r>
            <a:r>
              <a:rPr dirty="0" sz="1000">
                <a:latin typeface="Bookman Old Style"/>
                <a:cs typeface="Bookman Old Style"/>
              </a:rPr>
              <a:t>16</a:t>
            </a:r>
            <a:r>
              <a:rPr dirty="0" sz="1000" i="1">
                <a:latin typeface="Bookman Old Style"/>
                <a:cs typeface="Bookman Old Style"/>
              </a:rPr>
              <a:t>b</a:t>
            </a:r>
            <a:r>
              <a:rPr dirty="0" sz="1000" spc="15" i="1">
                <a:latin typeface="Bookman Old Style"/>
                <a:cs typeface="Bookman Old Style"/>
              </a:rPr>
              <a:t> </a:t>
            </a:r>
            <a:r>
              <a:rPr dirty="0" sz="1000">
                <a:latin typeface="Bookman Old Style"/>
                <a:cs typeface="Bookman Old Style"/>
              </a:rPr>
              <a:t>–</a:t>
            </a:r>
            <a:r>
              <a:rPr dirty="0" sz="1000" spc="-80">
                <a:latin typeface="Bookman Old Style"/>
                <a:cs typeface="Bookman Old Style"/>
              </a:rPr>
              <a:t> </a:t>
            </a:r>
            <a:r>
              <a:rPr dirty="0" sz="1000" i="1">
                <a:latin typeface="Bookman Old Style"/>
                <a:cs typeface="Bookman Old Style"/>
              </a:rPr>
              <a:t>a</a:t>
            </a:r>
            <a:r>
              <a:rPr dirty="0" sz="1000" spc="45" i="1">
                <a:latin typeface="Bookman Old Style"/>
                <a:cs typeface="Bookman Old Style"/>
              </a:rPr>
              <a:t> </a:t>
            </a:r>
            <a:r>
              <a:rPr dirty="0" sz="1000">
                <a:latin typeface="Bookman Old Style"/>
                <a:cs typeface="Bookman Old Style"/>
              </a:rPr>
              <a:t>–</a:t>
            </a:r>
            <a:r>
              <a:rPr dirty="0" sz="1000" spc="-50">
                <a:latin typeface="Bookman Old Style"/>
                <a:cs typeface="Bookman Old Style"/>
              </a:rPr>
              <a:t> </a:t>
            </a:r>
            <a:r>
              <a:rPr dirty="0" sz="1000" spc="-25">
                <a:latin typeface="Bookman Old Style"/>
                <a:cs typeface="Bookman Old Style"/>
              </a:rPr>
              <a:t>4</a:t>
            </a:r>
            <a:r>
              <a:rPr dirty="0" sz="1000" spc="-25" i="1">
                <a:latin typeface="Bookman Old Style"/>
                <a:cs typeface="Bookman Old Style"/>
              </a:rPr>
              <a:t>b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353307" y="1122735"/>
            <a:ext cx="574040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Symbol"/>
                <a:cs typeface="Symbol"/>
              </a:rPr>
              <a:t></a:t>
            </a:r>
            <a:r>
              <a:rPr dirty="0" sz="1000" spc="380">
                <a:latin typeface="Times New Roman"/>
                <a:cs typeface="Times New Roman"/>
              </a:rPr>
              <a:t> </a:t>
            </a:r>
            <a:r>
              <a:rPr dirty="0" sz="1000" spc="-20">
                <a:latin typeface="Bookman Old Style"/>
                <a:cs typeface="Bookman Old Style"/>
              </a:rPr>
              <a:t>6.0</a:t>
            </a:r>
            <a:r>
              <a:rPr dirty="0" sz="1000" spc="-70">
                <a:latin typeface="Bookman Old Style"/>
                <a:cs typeface="Bookman Old Style"/>
              </a:rPr>
              <a:t> </a:t>
            </a:r>
            <a:r>
              <a:rPr dirty="0" sz="1000">
                <a:latin typeface="Symbol"/>
                <a:cs typeface="Symbol"/>
              </a:rPr>
              <a:t></a:t>
            </a:r>
            <a:r>
              <a:rPr dirty="0" sz="1000" spc="-55">
                <a:latin typeface="Times New Roman"/>
                <a:cs typeface="Times New Roman"/>
              </a:rPr>
              <a:t> </a:t>
            </a:r>
            <a:r>
              <a:rPr dirty="0" sz="1000" spc="-50" i="1">
                <a:latin typeface="Bookman Old Style"/>
                <a:cs typeface="Bookman Old Style"/>
              </a:rPr>
              <a:t>b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688844" y="1220271"/>
            <a:ext cx="222885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Bookman Old Style"/>
                <a:cs typeface="Bookman Old Style"/>
              </a:rPr>
              <a:t>2.0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195067" y="1122735"/>
            <a:ext cx="95250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latin typeface="Symbol"/>
                <a:cs typeface="Symbol"/>
              </a:rPr>
              <a:t></a:t>
            </a:r>
            <a:endParaRPr sz="1000">
              <a:latin typeface="Symbol"/>
              <a:cs typeface="Symbo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898901" y="1415064"/>
            <a:ext cx="100965" cy="11176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550">
                <a:latin typeface="Bookman Old Style"/>
                <a:cs typeface="Bookman Old Style"/>
              </a:rPr>
              <a:t>-</a:t>
            </a:r>
            <a:r>
              <a:rPr dirty="0" sz="550" spc="-50">
                <a:latin typeface="Bookman Old Style"/>
                <a:cs typeface="Bookman Old Style"/>
              </a:rPr>
              <a:t>1</a:t>
            </a:r>
            <a:endParaRPr sz="550">
              <a:latin typeface="Bookman Old Style"/>
              <a:cs typeface="Bookman Old Style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838195" y="1418988"/>
            <a:ext cx="1087755" cy="1695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950">
                <a:latin typeface="Symbol"/>
                <a:cs typeface="Symbol"/>
              </a:rPr>
              <a:t></a:t>
            </a:r>
            <a:r>
              <a:rPr dirty="0" sz="950" spc="-5">
                <a:latin typeface="Times New Roman"/>
                <a:cs typeface="Times New Roman"/>
              </a:rPr>
              <a:t> </a:t>
            </a:r>
            <a:r>
              <a:rPr dirty="0" sz="950" spc="-20">
                <a:latin typeface="Bookman Old Style"/>
                <a:cs typeface="Bookman Old Style"/>
              </a:rPr>
              <a:t>6.0</a:t>
            </a:r>
            <a:r>
              <a:rPr dirty="0" sz="950" spc="-140">
                <a:latin typeface="Bookman Old Style"/>
                <a:cs typeface="Bookman Old Style"/>
              </a:rPr>
              <a:t> </a:t>
            </a:r>
            <a:r>
              <a:rPr dirty="0" sz="950" spc="-20">
                <a:latin typeface="Symbol"/>
                <a:cs typeface="Symbol"/>
              </a:rPr>
              <a:t></a:t>
            </a:r>
            <a:r>
              <a:rPr dirty="0" sz="950" spc="-75">
                <a:latin typeface="Times New Roman"/>
                <a:cs typeface="Times New Roman"/>
              </a:rPr>
              <a:t> </a:t>
            </a:r>
            <a:r>
              <a:rPr dirty="0" sz="950" spc="-20">
                <a:latin typeface="Bookman Old Style"/>
                <a:cs typeface="Bookman Old Style"/>
              </a:rPr>
              <a:t>2.5</a:t>
            </a:r>
            <a:r>
              <a:rPr dirty="0" sz="950" spc="-90">
                <a:latin typeface="Bookman Old Style"/>
                <a:cs typeface="Bookman Old Style"/>
              </a:rPr>
              <a:t> </a:t>
            </a:r>
            <a:r>
              <a:rPr dirty="0" sz="950" spc="-20">
                <a:latin typeface="Bookman Old Style"/>
                <a:cs typeface="Bookman Old Style"/>
              </a:rPr>
              <a:t>=</a:t>
            </a:r>
            <a:r>
              <a:rPr dirty="0" sz="950" spc="-195">
                <a:latin typeface="Bookman Old Style"/>
                <a:cs typeface="Bookman Old Style"/>
              </a:rPr>
              <a:t> </a:t>
            </a:r>
            <a:r>
              <a:rPr dirty="0" sz="950" spc="-20">
                <a:latin typeface="Bookman Old Style"/>
                <a:cs typeface="Bookman Old Style"/>
              </a:rPr>
              <a:t>15</a:t>
            </a:r>
            <a:r>
              <a:rPr dirty="0" sz="950" spc="-65">
                <a:latin typeface="Bookman Old Style"/>
                <a:cs typeface="Bookman Old Style"/>
              </a:rPr>
              <a:t> </a:t>
            </a:r>
            <a:r>
              <a:rPr dirty="0" sz="950">
                <a:latin typeface="Bookman Old Style"/>
                <a:cs typeface="Bookman Old Style"/>
              </a:rPr>
              <a:t>m</a:t>
            </a:r>
            <a:r>
              <a:rPr dirty="0" sz="950" spc="-55">
                <a:latin typeface="Bookman Old Style"/>
                <a:cs typeface="Bookman Old Style"/>
              </a:rPr>
              <a:t> </a:t>
            </a:r>
            <a:r>
              <a:rPr dirty="0" sz="950" spc="-50">
                <a:latin typeface="Bookman Old Style"/>
                <a:cs typeface="Bookman Old Style"/>
              </a:rPr>
              <a:t>s</a:t>
            </a:r>
            <a:endParaRPr sz="950">
              <a:latin typeface="Bookman Old Style"/>
              <a:cs typeface="Bookman Old Style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490208" y="1393431"/>
            <a:ext cx="13716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0">
                <a:solidFill>
                  <a:srgbClr val="00AEEF"/>
                </a:solidFill>
                <a:latin typeface="Wingdings 3"/>
                <a:cs typeface="Wingdings 3"/>
              </a:rPr>
              <a:t></a:t>
            </a:r>
            <a:endParaRPr sz="1000">
              <a:latin typeface="Wingdings 3"/>
              <a:cs typeface="Wingdings 3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3688079" y="1713471"/>
            <a:ext cx="2967990" cy="13665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just" marL="38100" marR="30480" indent="152400">
              <a:lnSpc>
                <a:spcPct val="97000"/>
              </a:lnSpc>
              <a:spcBef>
                <a:spcPts val="135"/>
              </a:spcBef>
            </a:pPr>
            <a:r>
              <a:rPr dirty="0" sz="1000" b="1">
                <a:solidFill>
                  <a:srgbClr val="231F20"/>
                </a:solidFill>
                <a:latin typeface="Bookman Old Style"/>
                <a:cs typeface="Bookman Old Style"/>
              </a:rPr>
              <a:t>Note</a:t>
            </a:r>
            <a:r>
              <a:rPr dirty="0" sz="1000" spc="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b="1">
                <a:solidFill>
                  <a:srgbClr val="231F20"/>
                </a:solidFill>
                <a:latin typeface="Bookman Old Style"/>
                <a:cs typeface="Bookman Old Style"/>
              </a:rPr>
              <a:t>that</a:t>
            </a:r>
            <a:r>
              <a:rPr dirty="0" sz="1000" spc="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b="1">
                <a:solidFill>
                  <a:srgbClr val="231F20"/>
                </a:solidFill>
                <a:latin typeface="Bookman Old Style"/>
                <a:cs typeface="Bookman Old Style"/>
              </a:rPr>
              <a:t>for</a:t>
            </a:r>
            <a:r>
              <a:rPr dirty="0" sz="1000" spc="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b="1">
                <a:solidFill>
                  <a:srgbClr val="231F20"/>
                </a:solidFill>
                <a:latin typeface="Bookman Old Style"/>
                <a:cs typeface="Bookman Old Style"/>
              </a:rPr>
              <a:t>uniform</a:t>
            </a:r>
            <a:r>
              <a:rPr dirty="0" sz="1000" spc="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b="1">
                <a:solidFill>
                  <a:srgbClr val="231F20"/>
                </a:solidFill>
                <a:latin typeface="Bookman Old Style"/>
                <a:cs typeface="Bookman Old Style"/>
              </a:rPr>
              <a:t>motion,</a:t>
            </a:r>
            <a:r>
              <a:rPr dirty="0" sz="1000" spc="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 b="1">
                <a:solidFill>
                  <a:srgbClr val="231F20"/>
                </a:solidFill>
                <a:latin typeface="Bookman Old Style"/>
                <a:cs typeface="Bookman Old Style"/>
              </a:rPr>
              <a:t>velocity</a:t>
            </a:r>
            <a:r>
              <a:rPr dirty="0" sz="1000" spc="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5" b="1">
                <a:solidFill>
                  <a:srgbClr val="231F20"/>
                </a:solidFill>
                <a:latin typeface="Bookman Old Style"/>
                <a:cs typeface="Bookman Old Style"/>
              </a:rPr>
              <a:t>is</a:t>
            </a:r>
            <a:r>
              <a:rPr dirty="0" sz="100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b="1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43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b="1">
                <a:solidFill>
                  <a:srgbClr val="231F20"/>
                </a:solidFill>
                <a:latin typeface="Bookman Old Style"/>
                <a:cs typeface="Bookman Old Style"/>
              </a:rPr>
              <a:t>same</a:t>
            </a:r>
            <a:r>
              <a:rPr dirty="0" sz="1000" spc="43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55" b="1">
                <a:solidFill>
                  <a:srgbClr val="231F20"/>
                </a:solidFill>
                <a:latin typeface="Bookman Old Style"/>
                <a:cs typeface="Bookman Old Style"/>
              </a:rPr>
              <a:t>as</a:t>
            </a:r>
            <a:r>
              <a:rPr dirty="0" sz="1000" spc="43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b="1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43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b="1">
                <a:solidFill>
                  <a:srgbClr val="231F20"/>
                </a:solidFill>
                <a:latin typeface="Bookman Old Style"/>
                <a:cs typeface="Bookman Old Style"/>
              </a:rPr>
              <a:t>average</a:t>
            </a:r>
            <a:r>
              <a:rPr dirty="0" sz="1000" spc="43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b="1">
                <a:solidFill>
                  <a:srgbClr val="231F20"/>
                </a:solidFill>
                <a:latin typeface="Bookman Old Style"/>
                <a:cs typeface="Bookman Old Style"/>
              </a:rPr>
              <a:t>velocity</a:t>
            </a:r>
            <a:r>
              <a:rPr dirty="0" sz="1000" spc="43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b="1">
                <a:solidFill>
                  <a:srgbClr val="231F20"/>
                </a:solidFill>
                <a:latin typeface="Bookman Old Style"/>
                <a:cs typeface="Bookman Old Style"/>
              </a:rPr>
              <a:t>at</a:t>
            </a:r>
            <a:r>
              <a:rPr dirty="0" sz="1000" spc="43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25" b="1">
                <a:solidFill>
                  <a:srgbClr val="231F20"/>
                </a:solidFill>
                <a:latin typeface="Bookman Old Style"/>
                <a:cs typeface="Bookman Old Style"/>
              </a:rPr>
              <a:t>all</a:t>
            </a:r>
            <a:r>
              <a:rPr dirty="0" sz="1000" spc="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 b="1">
                <a:solidFill>
                  <a:srgbClr val="231F20"/>
                </a:solidFill>
                <a:latin typeface="Bookman Old Style"/>
                <a:cs typeface="Bookman Old Style"/>
              </a:rPr>
              <a:t>instants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.</a:t>
            </a:r>
            <a:endParaRPr sz="1000">
              <a:latin typeface="Bookman Old Style"/>
              <a:cs typeface="Bookman Old Style"/>
            </a:endParaRPr>
          </a:p>
          <a:p>
            <a:pPr algn="just" marL="38100" marR="31750" indent="152400">
              <a:lnSpc>
                <a:spcPts val="1180"/>
              </a:lnSpc>
              <a:spcBef>
                <a:spcPts val="30"/>
              </a:spcBef>
            </a:pPr>
            <a:r>
              <a:rPr dirty="0" sz="1000" b="1">
                <a:solidFill>
                  <a:srgbClr val="231F20"/>
                </a:solidFill>
                <a:latin typeface="Bookman Old Style"/>
                <a:cs typeface="Bookman Old Style"/>
              </a:rPr>
              <a:t>Instantaneous</a:t>
            </a:r>
            <a:r>
              <a:rPr dirty="0" sz="1000" spc="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b="1">
                <a:solidFill>
                  <a:srgbClr val="231F20"/>
                </a:solidFill>
                <a:latin typeface="Bookman Old Style"/>
                <a:cs typeface="Bookman Old Style"/>
              </a:rPr>
              <a:t>speed</a:t>
            </a:r>
            <a:r>
              <a:rPr dirty="0" sz="1000" spc="-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or</a:t>
            </a:r>
            <a:r>
              <a:rPr dirty="0" sz="1000" spc="-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simply</a:t>
            </a:r>
            <a:r>
              <a:rPr dirty="0" sz="1000" spc="-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speed</a:t>
            </a:r>
            <a:r>
              <a:rPr dirty="0" sz="1000" spc="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is</a:t>
            </a:r>
            <a:r>
              <a:rPr dirty="0" sz="10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magnitude</a:t>
            </a:r>
            <a:r>
              <a:rPr dirty="0" sz="100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10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velocity.</a:t>
            </a:r>
            <a:r>
              <a:rPr dirty="0" sz="10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For</a:t>
            </a:r>
            <a:r>
              <a:rPr dirty="0" sz="100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example,</a:t>
            </a:r>
            <a:r>
              <a:rPr dirty="0" sz="10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</a:t>
            </a:r>
            <a:r>
              <a:rPr dirty="0" sz="10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velocity</a:t>
            </a:r>
            <a:r>
              <a:rPr dirty="0" sz="10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endParaRPr sz="1000">
              <a:latin typeface="Bookman Old Style"/>
              <a:cs typeface="Bookman Old Style"/>
            </a:endParaRPr>
          </a:p>
          <a:p>
            <a:pPr algn="just" marL="38100">
              <a:lnSpc>
                <a:spcPts val="1100"/>
              </a:lnSpc>
            </a:pP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+</a:t>
            </a:r>
            <a:r>
              <a:rPr dirty="0" sz="1000" spc="1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24.0</a:t>
            </a:r>
            <a:r>
              <a:rPr dirty="0" sz="1000" spc="1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m</a:t>
            </a:r>
            <a:r>
              <a:rPr dirty="0" sz="1000" spc="1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s</a:t>
            </a:r>
            <a:r>
              <a:rPr dirty="0" baseline="35353" sz="825">
                <a:solidFill>
                  <a:srgbClr val="231F20"/>
                </a:solidFill>
                <a:latin typeface="Bookman Old Style"/>
                <a:cs typeface="Bookman Old Style"/>
              </a:rPr>
              <a:t>–1</a:t>
            </a:r>
            <a:r>
              <a:rPr dirty="0" baseline="35353" sz="825" spc="397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and</a:t>
            </a:r>
            <a:r>
              <a:rPr dirty="0" sz="1000" spc="1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</a:t>
            </a:r>
            <a:r>
              <a:rPr dirty="0" sz="1000" spc="1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velocity</a:t>
            </a:r>
            <a:r>
              <a:rPr dirty="0" sz="1000" spc="1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1000" spc="1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–</a:t>
            </a:r>
            <a:r>
              <a:rPr dirty="0" sz="1000" spc="1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24.0</a:t>
            </a:r>
            <a:r>
              <a:rPr dirty="0" sz="1000" spc="1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m</a:t>
            </a:r>
            <a:r>
              <a:rPr dirty="0" sz="1000" spc="1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s</a:t>
            </a:r>
            <a:r>
              <a:rPr dirty="0" baseline="35353" sz="825">
                <a:solidFill>
                  <a:srgbClr val="231F20"/>
                </a:solidFill>
                <a:latin typeface="Bookman Old Style"/>
                <a:cs typeface="Bookman Old Style"/>
              </a:rPr>
              <a:t>–1</a:t>
            </a:r>
            <a:r>
              <a:rPr dirty="0" baseline="35353" sz="825" spc="4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50">
                <a:solidFill>
                  <a:srgbClr val="231F20"/>
                </a:solidFill>
                <a:latin typeface="Bookman Old Style"/>
                <a:cs typeface="Bookman Old Style"/>
              </a:rPr>
              <a:t>—</a:t>
            </a:r>
            <a:endParaRPr sz="1000">
              <a:latin typeface="Bookman Old Style"/>
              <a:cs typeface="Bookman Old Style"/>
            </a:endParaRPr>
          </a:p>
          <a:p>
            <a:pPr algn="just" marL="38100" marR="31115">
              <a:lnSpc>
                <a:spcPts val="1180"/>
              </a:lnSpc>
              <a:spcBef>
                <a:spcPts val="45"/>
              </a:spcBef>
            </a:pP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both</a:t>
            </a:r>
            <a:r>
              <a:rPr dirty="0" sz="1000" spc="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have</a:t>
            </a:r>
            <a:r>
              <a:rPr dirty="0" sz="1000" spc="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an</a:t>
            </a:r>
            <a:r>
              <a:rPr dirty="0" sz="1000" spc="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associated</a:t>
            </a:r>
            <a:r>
              <a:rPr dirty="0" sz="1000" spc="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speed</a:t>
            </a:r>
            <a:r>
              <a:rPr dirty="0" sz="1000" spc="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1000" spc="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24.0</a:t>
            </a:r>
            <a:r>
              <a:rPr dirty="0" sz="1000" spc="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m</a:t>
            </a:r>
            <a:r>
              <a:rPr dirty="0" sz="1000" spc="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s</a:t>
            </a:r>
            <a:r>
              <a:rPr dirty="0" baseline="35353" sz="825">
                <a:solidFill>
                  <a:srgbClr val="231F20"/>
                </a:solidFill>
                <a:latin typeface="Bookman Old Style"/>
                <a:cs typeface="Bookman Old Style"/>
              </a:rPr>
              <a:t>-1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.</a:t>
            </a:r>
            <a:r>
              <a:rPr dirty="0" sz="1000" spc="30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It</a:t>
            </a:r>
            <a:r>
              <a:rPr dirty="0" sz="100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should</a:t>
            </a:r>
            <a:r>
              <a:rPr dirty="0" sz="1000" spc="-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be</a:t>
            </a:r>
            <a:r>
              <a:rPr dirty="0" sz="1000" spc="-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noted</a:t>
            </a:r>
            <a:r>
              <a:rPr dirty="0" sz="1000" spc="-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that</a:t>
            </a:r>
            <a:r>
              <a:rPr dirty="0" sz="1000" spc="-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though</a:t>
            </a:r>
            <a:r>
              <a:rPr dirty="0" sz="1000" spc="-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average</a:t>
            </a:r>
            <a:r>
              <a:rPr dirty="0" sz="1000" spc="-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speed</a:t>
            </a:r>
            <a:r>
              <a:rPr dirty="0" sz="1000" spc="-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over</a:t>
            </a:r>
            <a:r>
              <a:rPr dirty="0" sz="10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</a:t>
            </a:r>
            <a:r>
              <a:rPr dirty="0" sz="10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finite</a:t>
            </a:r>
            <a:r>
              <a:rPr dirty="0" sz="10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interval</a:t>
            </a:r>
            <a:r>
              <a:rPr dirty="0" sz="10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10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time</a:t>
            </a:r>
            <a:r>
              <a:rPr dirty="0" sz="10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is</a:t>
            </a:r>
            <a:r>
              <a:rPr dirty="0" sz="10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greater</a:t>
            </a:r>
            <a:r>
              <a:rPr dirty="0" sz="1000" spc="-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or</a:t>
            </a:r>
            <a:r>
              <a:rPr dirty="0" sz="10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equal</a:t>
            </a:r>
            <a:r>
              <a:rPr dirty="0" sz="10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to</a:t>
            </a:r>
            <a:r>
              <a:rPr dirty="0" sz="10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713479" y="3048495"/>
            <a:ext cx="292290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29640" algn="l"/>
                <a:tab pos="1219835" algn="l"/>
                <a:tab pos="1607820" algn="l"/>
                <a:tab pos="2310130" algn="l"/>
              </a:tabLst>
            </a:pPr>
            <a:r>
              <a:rPr dirty="0" sz="1000" spc="60">
                <a:solidFill>
                  <a:srgbClr val="231F20"/>
                </a:solidFill>
                <a:latin typeface="Bookman Old Style"/>
                <a:cs typeface="Bookman Old Style"/>
              </a:rPr>
              <a:t>magnitude</a:t>
            </a:r>
            <a:r>
              <a:rPr dirty="0" sz="100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100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dirty="0" sz="1000" spc="55">
                <a:solidFill>
                  <a:srgbClr val="231F20"/>
                </a:solidFill>
                <a:latin typeface="Bookman Old Style"/>
                <a:cs typeface="Bookman Old Style"/>
              </a:rPr>
              <a:t>average</a:t>
            </a:r>
            <a:r>
              <a:rPr dirty="0" sz="100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dirty="0" sz="1000" spc="65">
                <a:solidFill>
                  <a:srgbClr val="231F20"/>
                </a:solidFill>
                <a:latin typeface="Bookman Old Style"/>
                <a:cs typeface="Bookman Old Style"/>
              </a:rPr>
              <a:t>velocity,</a:t>
            </a:r>
            <a:endParaRPr sz="1000">
              <a:latin typeface="Bookman Old Style"/>
              <a:cs typeface="Bookman Old Style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5349240" y="6487667"/>
            <a:ext cx="108585" cy="41275"/>
            <a:chOff x="5349240" y="6487667"/>
            <a:chExt cx="108585" cy="41275"/>
          </a:xfrm>
        </p:grpSpPr>
        <p:sp>
          <p:nvSpPr>
            <p:cNvPr id="48" name="object 48"/>
            <p:cNvSpPr/>
            <p:nvPr/>
          </p:nvSpPr>
          <p:spPr>
            <a:xfrm>
              <a:off x="5378198" y="6525765"/>
              <a:ext cx="79375" cy="0"/>
            </a:xfrm>
            <a:custGeom>
              <a:avLst/>
              <a:gdLst/>
              <a:ahLst/>
              <a:cxnLst/>
              <a:rect l="l" t="t" r="r" b="b"/>
              <a:pathLst>
                <a:path w="79375" h="0">
                  <a:moveTo>
                    <a:pt x="0" y="0"/>
                  </a:moveTo>
                  <a:lnTo>
                    <a:pt x="79251" y="0"/>
                  </a:lnTo>
                </a:path>
              </a:pathLst>
            </a:custGeom>
            <a:ln w="62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5349240" y="6487667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0" y="1524"/>
                  </a:moveTo>
                  <a:lnTo>
                    <a:pt x="446" y="446"/>
                  </a:lnTo>
                  <a:lnTo>
                    <a:pt x="1524" y="0"/>
                  </a:lnTo>
                  <a:lnTo>
                    <a:pt x="2601" y="446"/>
                  </a:lnTo>
                  <a:lnTo>
                    <a:pt x="3047" y="1524"/>
                  </a:lnTo>
                  <a:lnTo>
                    <a:pt x="2601" y="2601"/>
                  </a:lnTo>
                  <a:lnTo>
                    <a:pt x="1524" y="3047"/>
                  </a:lnTo>
                  <a:lnTo>
                    <a:pt x="446" y="2601"/>
                  </a:lnTo>
                  <a:lnTo>
                    <a:pt x="0" y="15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0" name="object 50"/>
          <p:cNvSpPr txBox="1"/>
          <p:nvPr/>
        </p:nvSpPr>
        <p:spPr>
          <a:xfrm>
            <a:off x="3713479" y="3197847"/>
            <a:ext cx="2919730" cy="3762375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algn="just" marL="12700" marR="11430">
              <a:lnSpc>
                <a:spcPts val="1180"/>
              </a:lnSpc>
              <a:spcBef>
                <a:spcPts val="155"/>
              </a:spcBef>
            </a:pP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instantaneous</a:t>
            </a:r>
            <a:r>
              <a:rPr dirty="0" sz="1000" spc="1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speed</a:t>
            </a:r>
            <a:r>
              <a:rPr dirty="0" sz="1000" spc="1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at</a:t>
            </a:r>
            <a:r>
              <a:rPr dirty="0" sz="1000" spc="1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an</a:t>
            </a:r>
            <a:r>
              <a:rPr dirty="0" sz="1000" spc="1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instant</a:t>
            </a:r>
            <a:r>
              <a:rPr dirty="0" sz="1000" spc="1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is</a:t>
            </a:r>
            <a:r>
              <a:rPr dirty="0" sz="1000" spc="1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equal</a:t>
            </a:r>
            <a:r>
              <a:rPr dirty="0" sz="1000" spc="1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to</a:t>
            </a:r>
            <a:r>
              <a:rPr dirty="0" sz="100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magnitude</a:t>
            </a:r>
            <a:r>
              <a:rPr dirty="0" sz="1000" spc="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1000" spc="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instantaneous</a:t>
            </a:r>
            <a:r>
              <a:rPr dirty="0" sz="1000" spc="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velocity</a:t>
            </a:r>
            <a:r>
              <a:rPr dirty="0" sz="1000" spc="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at</a:t>
            </a:r>
            <a:r>
              <a:rPr dirty="0" sz="100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that</a:t>
            </a:r>
            <a:r>
              <a:rPr dirty="0" sz="1000" spc="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instant.</a:t>
            </a:r>
            <a:r>
              <a:rPr dirty="0" sz="1000" spc="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Why</a:t>
            </a:r>
            <a:r>
              <a:rPr dirty="0" sz="1000" spc="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so</a:t>
            </a:r>
            <a:r>
              <a:rPr dirty="0" sz="1000" spc="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50">
                <a:solidFill>
                  <a:srgbClr val="231F20"/>
                </a:solidFill>
                <a:latin typeface="Bookman Old Style"/>
                <a:cs typeface="Bookman Old Style"/>
              </a:rPr>
              <a:t>?</a:t>
            </a:r>
            <a:endParaRPr sz="1000">
              <a:latin typeface="Bookman Old Style"/>
              <a:cs typeface="Bookman Old Style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dirty="0" sz="1000" b="1">
                <a:solidFill>
                  <a:srgbClr val="231F20"/>
                </a:solidFill>
                <a:latin typeface="Bookman Old Style"/>
                <a:cs typeface="Bookman Old Style"/>
              </a:rPr>
              <a:t>2.3</a:t>
            </a:r>
            <a:r>
              <a:rPr dirty="0" sz="1000" spc="1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 b="1">
                <a:solidFill>
                  <a:srgbClr val="00AEEF"/>
                </a:solidFill>
                <a:latin typeface="Bookman Old Style"/>
                <a:cs typeface="Bookman Old Style"/>
              </a:rPr>
              <a:t>ACCELERATION</a:t>
            </a:r>
            <a:endParaRPr sz="1000">
              <a:latin typeface="Bookman Old Style"/>
              <a:cs typeface="Bookman Old Style"/>
            </a:endParaRPr>
          </a:p>
          <a:p>
            <a:pPr algn="just" marL="12700" marR="5080">
              <a:lnSpc>
                <a:spcPct val="98600"/>
              </a:lnSpc>
              <a:spcBef>
                <a:spcPts val="405"/>
              </a:spcBef>
            </a:pP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1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velocity</a:t>
            </a:r>
            <a:r>
              <a:rPr dirty="0" sz="1000" spc="1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1000" spc="1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an</a:t>
            </a:r>
            <a:r>
              <a:rPr dirty="0" sz="1000" spc="1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object,</a:t>
            </a:r>
            <a:r>
              <a:rPr dirty="0" sz="1000" spc="1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in</a:t>
            </a:r>
            <a:r>
              <a:rPr dirty="0" sz="1000" spc="1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general,</a:t>
            </a:r>
            <a:r>
              <a:rPr dirty="0" sz="1000" spc="1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changes</a:t>
            </a:r>
            <a:r>
              <a:rPr dirty="0" sz="10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during</a:t>
            </a:r>
            <a:r>
              <a:rPr dirty="0" sz="1000" spc="1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its</a:t>
            </a:r>
            <a:r>
              <a:rPr dirty="0" sz="1000" spc="1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course</a:t>
            </a:r>
            <a:r>
              <a:rPr dirty="0" sz="1000" spc="1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1000" spc="1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motion.</a:t>
            </a:r>
            <a:r>
              <a:rPr dirty="0" sz="1000" spc="1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How</a:t>
            </a:r>
            <a:r>
              <a:rPr dirty="0" sz="1000" spc="1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to</a:t>
            </a:r>
            <a:r>
              <a:rPr dirty="0" sz="1000" spc="1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describe</a:t>
            </a:r>
            <a:r>
              <a:rPr dirty="0" sz="10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this</a:t>
            </a:r>
            <a:r>
              <a:rPr dirty="0" sz="10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change?</a:t>
            </a:r>
            <a:r>
              <a:rPr dirty="0" sz="10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Should</a:t>
            </a:r>
            <a:r>
              <a:rPr dirty="0" sz="10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it</a:t>
            </a:r>
            <a:r>
              <a:rPr dirty="0" sz="10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be</a:t>
            </a:r>
            <a:r>
              <a:rPr dirty="0" sz="10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described</a:t>
            </a:r>
            <a:r>
              <a:rPr dirty="0" sz="1000" spc="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as</a:t>
            </a:r>
            <a:r>
              <a:rPr dirty="0" sz="10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rate</a:t>
            </a:r>
            <a:r>
              <a:rPr dirty="0" sz="10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1000" spc="229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change</a:t>
            </a:r>
            <a:r>
              <a:rPr dirty="0" sz="1000" spc="2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in</a:t>
            </a:r>
            <a:r>
              <a:rPr dirty="0" sz="1000" spc="2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velocity</a:t>
            </a:r>
            <a:r>
              <a:rPr dirty="0" sz="1000" spc="2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b="1">
                <a:solidFill>
                  <a:srgbClr val="231F20"/>
                </a:solidFill>
                <a:latin typeface="Bookman Old Style"/>
                <a:cs typeface="Bookman Old Style"/>
              </a:rPr>
              <a:t>with</a:t>
            </a:r>
            <a:r>
              <a:rPr dirty="0" sz="1000" spc="2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b="1">
                <a:solidFill>
                  <a:srgbClr val="231F20"/>
                </a:solidFill>
                <a:latin typeface="Bookman Old Style"/>
                <a:cs typeface="Bookman Old Style"/>
              </a:rPr>
              <a:t>distance</a:t>
            </a:r>
            <a:r>
              <a:rPr dirty="0" sz="1000" spc="3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or</a:t>
            </a:r>
            <a:r>
              <a:rPr dirty="0" sz="1000" spc="2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0" b="1">
                <a:solidFill>
                  <a:srgbClr val="231F20"/>
                </a:solidFill>
                <a:latin typeface="Bookman Old Style"/>
                <a:cs typeface="Bookman Old Style"/>
              </a:rPr>
              <a:t>with</a:t>
            </a:r>
            <a:r>
              <a:rPr dirty="0" sz="10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b="1">
                <a:solidFill>
                  <a:srgbClr val="231F20"/>
                </a:solidFill>
                <a:latin typeface="Bookman Old Style"/>
                <a:cs typeface="Bookman Old Style"/>
              </a:rPr>
              <a:t>time</a:t>
            </a:r>
            <a:r>
              <a:rPr dirty="0" sz="1000" spc="1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?</a:t>
            </a:r>
            <a:r>
              <a:rPr dirty="0" sz="1000" spc="290">
                <a:solidFill>
                  <a:srgbClr val="231F20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This</a:t>
            </a:r>
            <a:r>
              <a:rPr dirty="0" sz="1000" spc="1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was</a:t>
            </a:r>
            <a:r>
              <a:rPr dirty="0" sz="1000" spc="1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</a:t>
            </a:r>
            <a:r>
              <a:rPr dirty="0" sz="1000" spc="1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problem</a:t>
            </a:r>
            <a:r>
              <a:rPr dirty="0" sz="1000" spc="1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even</a:t>
            </a:r>
            <a:r>
              <a:rPr dirty="0" sz="1000" spc="1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in</a:t>
            </a:r>
            <a:r>
              <a:rPr dirty="0" sz="1000" spc="1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Galileo’s</a:t>
            </a:r>
            <a:r>
              <a:rPr dirty="0" sz="10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time.</a:t>
            </a:r>
            <a:r>
              <a:rPr dirty="0" sz="1000" spc="-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It</a:t>
            </a:r>
            <a:r>
              <a:rPr dirty="0" sz="1000" spc="-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was</a:t>
            </a:r>
            <a:r>
              <a:rPr dirty="0" sz="1000" spc="-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first</a:t>
            </a:r>
            <a:r>
              <a:rPr dirty="0" sz="1000" spc="-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thought</a:t>
            </a:r>
            <a:r>
              <a:rPr dirty="0" sz="1000" spc="-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that</a:t>
            </a:r>
            <a:r>
              <a:rPr dirty="0" sz="1000" spc="-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this</a:t>
            </a:r>
            <a:r>
              <a:rPr dirty="0" sz="1000" spc="-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change</a:t>
            </a:r>
            <a:r>
              <a:rPr dirty="0" sz="1000" spc="-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could</a:t>
            </a:r>
            <a:r>
              <a:rPr dirty="0" sz="10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be</a:t>
            </a:r>
            <a:r>
              <a:rPr dirty="0" sz="1000" spc="1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described</a:t>
            </a:r>
            <a:r>
              <a:rPr dirty="0" sz="1000" spc="1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by</a:t>
            </a:r>
            <a:r>
              <a:rPr dirty="0" sz="1000" spc="1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1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rate</a:t>
            </a:r>
            <a:r>
              <a:rPr dirty="0" sz="1000" spc="1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1000" spc="1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change</a:t>
            </a:r>
            <a:r>
              <a:rPr dirty="0" sz="1000" spc="1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1000" spc="1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velocity</a:t>
            </a:r>
            <a:r>
              <a:rPr dirty="0" sz="10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with</a:t>
            </a:r>
            <a:r>
              <a:rPr dirty="0" sz="1000" spc="4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distance.</a:t>
            </a:r>
            <a:r>
              <a:rPr dirty="0" sz="1000" spc="4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But,</a:t>
            </a:r>
            <a:r>
              <a:rPr dirty="0" sz="1000" spc="4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through</a:t>
            </a:r>
            <a:r>
              <a:rPr dirty="0" sz="1000" spc="4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his</a:t>
            </a:r>
            <a:r>
              <a:rPr dirty="0" sz="1000" spc="4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studies</a:t>
            </a:r>
            <a:r>
              <a:rPr dirty="0" sz="1000" spc="4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100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motion</a:t>
            </a:r>
            <a:r>
              <a:rPr dirty="0" sz="1000" spc="1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1000" spc="1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freely</a:t>
            </a:r>
            <a:r>
              <a:rPr dirty="0" sz="1000" spc="1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falling</a:t>
            </a:r>
            <a:r>
              <a:rPr dirty="0" sz="1000" spc="1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objects</a:t>
            </a:r>
            <a:r>
              <a:rPr dirty="0" sz="1000" spc="1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and</a:t>
            </a:r>
            <a:r>
              <a:rPr dirty="0" sz="1000" spc="1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motion</a:t>
            </a:r>
            <a:r>
              <a:rPr dirty="0" sz="1000" spc="1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100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objects</a:t>
            </a:r>
            <a:r>
              <a:rPr dirty="0" sz="1000" spc="-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on</a:t>
            </a:r>
            <a:r>
              <a:rPr dirty="0" sz="1000" spc="-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an</a:t>
            </a:r>
            <a:r>
              <a:rPr dirty="0" sz="1000" spc="-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inclined</a:t>
            </a:r>
            <a:r>
              <a:rPr dirty="0" sz="1000" spc="-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plane,</a:t>
            </a:r>
            <a:r>
              <a:rPr dirty="0" sz="1000" spc="-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Galileo</a:t>
            </a:r>
            <a:r>
              <a:rPr dirty="0" sz="1000" spc="-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concluded</a:t>
            </a:r>
            <a:r>
              <a:rPr dirty="0" sz="10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that</a:t>
            </a:r>
            <a:r>
              <a:rPr dirty="0" sz="1000" spc="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rate</a:t>
            </a:r>
            <a:r>
              <a:rPr dirty="0" sz="1000" spc="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1000" spc="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change</a:t>
            </a:r>
            <a:r>
              <a:rPr dirty="0" sz="1000" spc="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1000" spc="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velocity</a:t>
            </a:r>
            <a:r>
              <a:rPr dirty="0" sz="1000" spc="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with</a:t>
            </a:r>
            <a:r>
              <a:rPr dirty="0" sz="1000" spc="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time</a:t>
            </a:r>
            <a:r>
              <a:rPr dirty="0" sz="1000" spc="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is</a:t>
            </a:r>
            <a:r>
              <a:rPr dirty="0" sz="100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</a:t>
            </a:r>
            <a:r>
              <a:rPr dirty="0" sz="1000" spc="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constant</a:t>
            </a:r>
            <a:r>
              <a:rPr dirty="0" sz="1000" spc="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1000" spc="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motion</a:t>
            </a:r>
            <a:r>
              <a:rPr dirty="0" sz="1000" spc="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for</a:t>
            </a:r>
            <a:r>
              <a:rPr dirty="0" sz="1000" spc="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all</a:t>
            </a:r>
            <a:r>
              <a:rPr dirty="0" sz="100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objects</a:t>
            </a:r>
            <a:r>
              <a:rPr dirty="0" sz="1000" spc="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in</a:t>
            </a:r>
            <a:r>
              <a:rPr dirty="0" sz="1000" spc="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free</a:t>
            </a:r>
            <a:r>
              <a:rPr dirty="0" sz="1000" spc="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fall.</a:t>
            </a:r>
            <a:r>
              <a:rPr dirty="0" sz="10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On</a:t>
            </a:r>
            <a:r>
              <a:rPr dirty="0" sz="1000" spc="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other</a:t>
            </a:r>
            <a:r>
              <a:rPr dirty="0" sz="1000" spc="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hand,</a:t>
            </a:r>
            <a:r>
              <a:rPr dirty="0" sz="1000" spc="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change</a:t>
            </a:r>
            <a:r>
              <a:rPr dirty="0" sz="1000" spc="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in</a:t>
            </a:r>
            <a:r>
              <a:rPr dirty="0" sz="1000" spc="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velocity</a:t>
            </a:r>
            <a:r>
              <a:rPr dirty="0" sz="1000" spc="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with</a:t>
            </a:r>
            <a:r>
              <a:rPr dirty="0" sz="10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distance</a:t>
            </a:r>
            <a:r>
              <a:rPr dirty="0" sz="1000" spc="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is</a:t>
            </a:r>
            <a:r>
              <a:rPr dirty="0" sz="1000" spc="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not</a:t>
            </a:r>
            <a:r>
              <a:rPr dirty="0" sz="1000" spc="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constant</a:t>
            </a:r>
            <a:r>
              <a:rPr dirty="0" sz="1000" spc="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–</a:t>
            </a:r>
            <a:r>
              <a:rPr dirty="0" sz="1000" spc="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it</a:t>
            </a:r>
            <a:r>
              <a:rPr dirty="0" sz="1000" spc="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decreases</a:t>
            </a:r>
            <a:r>
              <a:rPr dirty="0" sz="1000" spc="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with</a:t>
            </a:r>
            <a:r>
              <a:rPr dirty="0" sz="1000" spc="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increasing</a:t>
            </a:r>
            <a:r>
              <a:rPr dirty="0" sz="1000" spc="409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distance</a:t>
            </a:r>
            <a:r>
              <a:rPr dirty="0" sz="1000" spc="409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1000" spc="4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fall.</a:t>
            </a:r>
            <a:r>
              <a:rPr dirty="0" sz="1000" spc="4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This</a:t>
            </a:r>
            <a:r>
              <a:rPr dirty="0" sz="1000" spc="409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led</a:t>
            </a:r>
            <a:r>
              <a:rPr dirty="0" sz="1000" spc="4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to</a:t>
            </a:r>
            <a:r>
              <a:rPr dirty="0" sz="1000" spc="409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concept</a:t>
            </a:r>
            <a:r>
              <a:rPr dirty="0" sz="1000" spc="1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1000" spc="1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acceleration</a:t>
            </a:r>
            <a:r>
              <a:rPr dirty="0" sz="1000" spc="1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as</a:t>
            </a:r>
            <a:r>
              <a:rPr dirty="0" sz="1000" spc="1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1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rate</a:t>
            </a:r>
            <a:r>
              <a:rPr dirty="0" sz="1000" spc="1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1000" spc="1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change</a:t>
            </a:r>
            <a:r>
              <a:rPr dirty="0" sz="10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1000" spc="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velocity</a:t>
            </a:r>
            <a:r>
              <a:rPr dirty="0" sz="1000" spc="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with</a:t>
            </a:r>
            <a:r>
              <a:rPr dirty="0" sz="1000" spc="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time.</a:t>
            </a:r>
            <a:endParaRPr sz="1000">
              <a:latin typeface="Bookman Old Style"/>
              <a:cs typeface="Bookman Old Style"/>
            </a:endParaRPr>
          </a:p>
          <a:p>
            <a:pPr algn="just" marL="12700" marR="11430" indent="179070">
              <a:lnSpc>
                <a:spcPct val="99000"/>
              </a:lnSpc>
              <a:spcBef>
                <a:spcPts val="35"/>
              </a:spcBef>
            </a:pPr>
            <a:r>
              <a:rPr dirty="0" sz="1000" spc="-3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-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30">
                <a:solidFill>
                  <a:srgbClr val="231F20"/>
                </a:solidFill>
                <a:latin typeface="Bookman Old Style"/>
                <a:cs typeface="Bookman Old Style"/>
              </a:rPr>
              <a:t>averag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e</a:t>
            </a:r>
            <a:r>
              <a:rPr dirty="0" sz="1000" spc="-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35">
                <a:solidFill>
                  <a:srgbClr val="231F20"/>
                </a:solidFill>
                <a:latin typeface="Bookman Old Style"/>
                <a:cs typeface="Bookman Old Style"/>
              </a:rPr>
              <a:t>acceleration</a:t>
            </a:r>
            <a:r>
              <a:rPr dirty="0" sz="1000" spc="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 i="1">
                <a:latin typeface="Bookman Old Style"/>
                <a:cs typeface="Bookman Old Style"/>
              </a:rPr>
              <a:t>a</a:t>
            </a:r>
            <a:r>
              <a:rPr dirty="0" sz="1000" spc="245" i="1">
                <a:latin typeface="Bookman Old Style"/>
                <a:cs typeface="Bookman Old Style"/>
              </a:rPr>
              <a:t> </a:t>
            </a:r>
            <a:r>
              <a:rPr dirty="0" sz="1000" spc="-30">
                <a:solidFill>
                  <a:srgbClr val="231F20"/>
                </a:solidFill>
                <a:latin typeface="Bookman Old Style"/>
                <a:cs typeface="Bookman Old Style"/>
              </a:rPr>
              <a:t>over</a:t>
            </a:r>
            <a:r>
              <a:rPr dirty="0" sz="1000" spc="-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</a:t>
            </a:r>
            <a:r>
              <a:rPr dirty="0" sz="1000" spc="-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30">
                <a:solidFill>
                  <a:srgbClr val="231F20"/>
                </a:solidFill>
                <a:latin typeface="Bookman Old Style"/>
                <a:cs typeface="Bookman Old Style"/>
              </a:rPr>
              <a:t>tim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e</a:t>
            </a:r>
            <a:r>
              <a:rPr dirty="0" sz="1000" spc="-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30">
                <a:solidFill>
                  <a:srgbClr val="231F20"/>
                </a:solidFill>
                <a:latin typeface="Bookman Old Style"/>
                <a:cs typeface="Bookman Old Style"/>
              </a:rPr>
              <a:t>interval</a:t>
            </a:r>
            <a:r>
              <a:rPr dirty="0" sz="1000" spc="-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5">
                <a:solidFill>
                  <a:srgbClr val="231F20"/>
                </a:solidFill>
                <a:latin typeface="Bookman Old Style"/>
                <a:cs typeface="Bookman Old Style"/>
              </a:rPr>
              <a:t>is</a:t>
            </a:r>
            <a:r>
              <a:rPr dirty="0" sz="1000" spc="1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defined</a:t>
            </a:r>
            <a:r>
              <a:rPr dirty="0" sz="1000" spc="1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as</a:t>
            </a:r>
            <a:r>
              <a:rPr dirty="0" sz="1000" spc="1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1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change</a:t>
            </a:r>
            <a:r>
              <a:rPr dirty="0" sz="1000" spc="1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5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1000" spc="1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5">
                <a:solidFill>
                  <a:srgbClr val="231F20"/>
                </a:solidFill>
                <a:latin typeface="Bookman Old Style"/>
                <a:cs typeface="Bookman Old Style"/>
              </a:rPr>
              <a:t>velocity</a:t>
            </a:r>
            <a:r>
              <a:rPr dirty="0" sz="1000" spc="1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5">
                <a:solidFill>
                  <a:srgbClr val="231F20"/>
                </a:solidFill>
                <a:latin typeface="Bookman Old Style"/>
                <a:cs typeface="Bookman Old Style"/>
              </a:rPr>
              <a:t>divided</a:t>
            </a:r>
            <a:r>
              <a:rPr dirty="0" sz="1000" spc="1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by</a:t>
            </a:r>
            <a:r>
              <a:rPr dirty="0" sz="1000" spc="-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time</a:t>
            </a:r>
            <a:r>
              <a:rPr dirty="0" sz="1000" spc="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interval</a:t>
            </a:r>
            <a:r>
              <a:rPr dirty="0" sz="1000" spc="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: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4576571" y="7260335"/>
            <a:ext cx="79375" cy="0"/>
          </a:xfrm>
          <a:custGeom>
            <a:avLst/>
            <a:gdLst/>
            <a:ahLst/>
            <a:cxnLst/>
            <a:rect l="l" t="t" r="r" b="b"/>
            <a:pathLst>
              <a:path w="79375" h="0">
                <a:moveTo>
                  <a:pt x="0" y="0"/>
                </a:moveTo>
                <a:lnTo>
                  <a:pt x="79247" y="0"/>
                </a:lnTo>
              </a:path>
            </a:pathLst>
          </a:custGeom>
          <a:ln w="62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4835652" y="7345679"/>
            <a:ext cx="396240" cy="0"/>
          </a:xfrm>
          <a:custGeom>
            <a:avLst/>
            <a:gdLst/>
            <a:ahLst/>
            <a:cxnLst/>
            <a:rect l="l" t="t" r="r" b="b"/>
            <a:pathLst>
              <a:path w="396239" h="0">
                <a:moveTo>
                  <a:pt x="0" y="0"/>
                </a:moveTo>
                <a:lnTo>
                  <a:pt x="396239" y="0"/>
                </a:lnTo>
              </a:path>
            </a:pathLst>
          </a:custGeom>
          <a:ln w="62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5411723" y="7345679"/>
            <a:ext cx="170815" cy="0"/>
          </a:xfrm>
          <a:custGeom>
            <a:avLst/>
            <a:gdLst/>
            <a:ahLst/>
            <a:cxnLst/>
            <a:rect l="l" t="t" r="r" b="b"/>
            <a:pathLst>
              <a:path w="170814" h="0">
                <a:moveTo>
                  <a:pt x="0" y="0"/>
                </a:moveTo>
                <a:lnTo>
                  <a:pt x="170687" y="0"/>
                </a:lnTo>
              </a:path>
            </a:pathLst>
          </a:custGeom>
          <a:ln w="62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 txBox="1"/>
          <p:nvPr/>
        </p:nvSpPr>
        <p:spPr>
          <a:xfrm>
            <a:off x="4506979" y="7154152"/>
            <a:ext cx="2154555" cy="361315"/>
          </a:xfrm>
          <a:prstGeom prst="rect">
            <a:avLst/>
          </a:prstGeom>
        </p:spPr>
        <p:txBody>
          <a:bodyPr wrap="square" lIns="0" tIns="2794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220"/>
              </a:spcBef>
              <a:tabLst>
                <a:tab pos="1840230" algn="l"/>
              </a:tabLst>
            </a:pPr>
            <a:r>
              <a:rPr dirty="0" baseline="-19444" sz="1500" i="1">
                <a:latin typeface="Bookman Old Style"/>
                <a:cs typeface="Bookman Old Style"/>
              </a:rPr>
              <a:t>a</a:t>
            </a:r>
            <a:r>
              <a:rPr dirty="0" baseline="-19444" sz="1500" spc="262" i="1">
                <a:latin typeface="Bookman Old Style"/>
                <a:cs typeface="Bookman Old Style"/>
              </a:rPr>
              <a:t> </a:t>
            </a:r>
            <a:r>
              <a:rPr dirty="0" baseline="-30555" sz="1500">
                <a:latin typeface="Symbol"/>
                <a:cs typeface="Symbol"/>
              </a:rPr>
              <a:t></a:t>
            </a:r>
            <a:r>
              <a:rPr dirty="0" baseline="-30555" sz="1500" spc="277">
                <a:latin typeface="Times New Roman"/>
                <a:cs typeface="Times New Roman"/>
              </a:rPr>
              <a:t> </a:t>
            </a:r>
            <a:r>
              <a:rPr dirty="0" baseline="5555" sz="1500" i="1">
                <a:latin typeface="Bookman Old Style"/>
                <a:cs typeface="Bookman Old Style"/>
              </a:rPr>
              <a:t>v</a:t>
            </a:r>
            <a:r>
              <a:rPr dirty="0" baseline="-13888" sz="900">
                <a:latin typeface="Bookman Old Style"/>
                <a:cs typeface="Bookman Old Style"/>
              </a:rPr>
              <a:t>2</a:t>
            </a:r>
            <a:r>
              <a:rPr dirty="0" baseline="-13888" sz="900" spc="307">
                <a:latin typeface="Bookman Old Style"/>
                <a:cs typeface="Bookman Old Style"/>
              </a:rPr>
              <a:t> </a:t>
            </a:r>
            <a:r>
              <a:rPr dirty="0" baseline="5555" sz="1500">
                <a:latin typeface="Bookman Old Style"/>
                <a:cs typeface="Bookman Old Style"/>
              </a:rPr>
              <a:t>–</a:t>
            </a:r>
            <a:r>
              <a:rPr dirty="0" baseline="5555" sz="1500" spc="-120">
                <a:latin typeface="Bookman Old Style"/>
                <a:cs typeface="Bookman Old Style"/>
              </a:rPr>
              <a:t> </a:t>
            </a:r>
            <a:r>
              <a:rPr dirty="0" baseline="5555" sz="1500" i="1">
                <a:latin typeface="Bookman Old Style"/>
                <a:cs typeface="Bookman Old Style"/>
              </a:rPr>
              <a:t>v</a:t>
            </a:r>
            <a:r>
              <a:rPr dirty="0" baseline="-13888" sz="900">
                <a:latin typeface="Bookman Old Style"/>
                <a:cs typeface="Bookman Old Style"/>
              </a:rPr>
              <a:t>1</a:t>
            </a:r>
            <a:r>
              <a:rPr dirty="0" baseline="-13888" sz="900" spc="517">
                <a:latin typeface="Bookman Old Style"/>
                <a:cs typeface="Bookman Old Style"/>
              </a:rPr>
              <a:t> </a:t>
            </a:r>
            <a:r>
              <a:rPr dirty="0" baseline="-30555" sz="1500">
                <a:latin typeface="Symbol"/>
                <a:cs typeface="Symbol"/>
              </a:rPr>
              <a:t></a:t>
            </a:r>
            <a:r>
              <a:rPr dirty="0" baseline="-30555" sz="1500" spc="419">
                <a:latin typeface="Times New Roman"/>
                <a:cs typeface="Times New Roman"/>
              </a:rPr>
              <a:t> </a:t>
            </a:r>
            <a:r>
              <a:rPr dirty="0" baseline="5555" sz="1500" spc="-37">
                <a:latin typeface="Symbol"/>
                <a:cs typeface="Symbol"/>
              </a:rPr>
              <a:t></a:t>
            </a:r>
            <a:r>
              <a:rPr dirty="0" baseline="5555" sz="1500" spc="-37" i="1">
                <a:latin typeface="Bookman Old Style"/>
                <a:cs typeface="Bookman Old Style"/>
              </a:rPr>
              <a:t>v</a:t>
            </a:r>
            <a:r>
              <a:rPr dirty="0" baseline="5555" sz="1500" i="1">
                <a:latin typeface="Bookman Old Style"/>
                <a:cs typeface="Bookman Old Style"/>
              </a:rPr>
              <a:t>	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(2.2)</a:t>
            </a:r>
            <a:endParaRPr sz="1000">
              <a:latin typeface="Bookman Old Style"/>
              <a:cs typeface="Bookman Old Style"/>
            </a:endParaRPr>
          </a:p>
          <a:p>
            <a:pPr marL="349885">
              <a:lnSpc>
                <a:spcPct val="100000"/>
              </a:lnSpc>
              <a:spcBef>
                <a:spcPts val="120"/>
              </a:spcBef>
              <a:tabLst>
                <a:tab pos="925830" algn="l"/>
              </a:tabLst>
            </a:pPr>
            <a:r>
              <a:rPr dirty="0" sz="1000" i="1">
                <a:latin typeface="Bookman Old Style"/>
                <a:cs typeface="Bookman Old Style"/>
              </a:rPr>
              <a:t>t</a:t>
            </a:r>
            <a:r>
              <a:rPr dirty="0" baseline="-23148" sz="900">
                <a:latin typeface="Bookman Old Style"/>
                <a:cs typeface="Bookman Old Style"/>
              </a:rPr>
              <a:t>2</a:t>
            </a:r>
            <a:r>
              <a:rPr dirty="0" baseline="-23148" sz="900" spc="375">
                <a:latin typeface="Bookman Old Style"/>
                <a:cs typeface="Bookman Old Style"/>
              </a:rPr>
              <a:t> </a:t>
            </a:r>
            <a:r>
              <a:rPr dirty="0" sz="1000">
                <a:latin typeface="Bookman Old Style"/>
                <a:cs typeface="Bookman Old Style"/>
              </a:rPr>
              <a:t>–</a:t>
            </a:r>
            <a:r>
              <a:rPr dirty="0" sz="1000" spc="-75">
                <a:latin typeface="Bookman Old Style"/>
                <a:cs typeface="Bookman Old Style"/>
              </a:rPr>
              <a:t> </a:t>
            </a:r>
            <a:r>
              <a:rPr dirty="0" sz="1000" spc="-25" i="1">
                <a:latin typeface="Bookman Old Style"/>
                <a:cs typeface="Bookman Old Style"/>
              </a:rPr>
              <a:t>t</a:t>
            </a:r>
            <a:r>
              <a:rPr dirty="0" baseline="-23148" sz="900" spc="-37">
                <a:latin typeface="Bookman Old Style"/>
                <a:cs typeface="Bookman Old Style"/>
              </a:rPr>
              <a:t>1</a:t>
            </a:r>
            <a:r>
              <a:rPr dirty="0" baseline="-23148" sz="900">
                <a:latin typeface="Bookman Old Style"/>
                <a:cs typeface="Bookman Old Style"/>
              </a:rPr>
              <a:t>	</a:t>
            </a:r>
            <a:r>
              <a:rPr dirty="0" sz="1000" spc="-25">
                <a:latin typeface="Symbol"/>
                <a:cs typeface="Symbol"/>
              </a:rPr>
              <a:t></a:t>
            </a:r>
            <a:r>
              <a:rPr dirty="0" sz="1000" spc="-25" i="1">
                <a:latin typeface="Bookman Old Style"/>
                <a:cs typeface="Bookman Old Style"/>
              </a:rPr>
              <a:t>t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3688079" y="7696707"/>
            <a:ext cx="296608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where</a:t>
            </a:r>
            <a:r>
              <a:rPr dirty="0" sz="100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v</a:t>
            </a:r>
            <a:r>
              <a:rPr dirty="0" baseline="-23148" sz="900">
                <a:solidFill>
                  <a:srgbClr val="231F20"/>
                </a:solidFill>
                <a:latin typeface="Bookman Old Style"/>
                <a:cs typeface="Bookman Old Style"/>
              </a:rPr>
              <a:t>2</a:t>
            </a:r>
            <a:r>
              <a:rPr dirty="0" baseline="-23148" sz="900" spc="127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and</a:t>
            </a:r>
            <a:r>
              <a:rPr dirty="0" sz="1000" spc="-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v</a:t>
            </a:r>
            <a:r>
              <a:rPr dirty="0" baseline="-23148" sz="900">
                <a:solidFill>
                  <a:srgbClr val="231F20"/>
                </a:solidFill>
                <a:latin typeface="Bookman Old Style"/>
                <a:cs typeface="Bookman Old Style"/>
              </a:rPr>
              <a:t>1</a:t>
            </a:r>
            <a:r>
              <a:rPr dirty="0" baseline="-23148" sz="900" spc="10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are</a:t>
            </a:r>
            <a:r>
              <a:rPr dirty="0" sz="1000" spc="-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-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instantaneous</a:t>
            </a:r>
            <a:r>
              <a:rPr dirty="0" sz="1000" spc="-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velocities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5545328" y="7931657"/>
            <a:ext cx="477520" cy="1155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17830" algn="l"/>
              </a:tabLst>
            </a:pPr>
            <a:r>
              <a:rPr dirty="0" sz="600" spc="-50">
                <a:solidFill>
                  <a:srgbClr val="231F20"/>
                </a:solidFill>
                <a:latin typeface="Bookman Old Style"/>
                <a:cs typeface="Bookman Old Style"/>
              </a:rPr>
              <a:t>2</a:t>
            </a:r>
            <a:r>
              <a:rPr dirty="0" sz="60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dirty="0" sz="600" spc="-50">
                <a:solidFill>
                  <a:srgbClr val="231F20"/>
                </a:solidFill>
                <a:latin typeface="Bookman Old Style"/>
                <a:cs typeface="Bookman Old Style"/>
              </a:rPr>
              <a:t>1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3713479" y="7849107"/>
            <a:ext cx="291592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or</a:t>
            </a:r>
            <a:r>
              <a:rPr dirty="0" sz="1000" spc="1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simply</a:t>
            </a:r>
            <a:r>
              <a:rPr dirty="0" sz="1000" spc="1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velocities</a:t>
            </a:r>
            <a:r>
              <a:rPr dirty="0" sz="1000" spc="1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at</a:t>
            </a:r>
            <a:r>
              <a:rPr dirty="0" sz="1000" spc="1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time</a:t>
            </a:r>
            <a:r>
              <a:rPr dirty="0" sz="1000" spc="4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t</a:t>
            </a:r>
            <a:r>
              <a:rPr dirty="0" sz="1000" spc="3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and</a:t>
            </a:r>
            <a:r>
              <a:rPr dirty="0" sz="1000" spc="1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t</a:t>
            </a:r>
            <a:r>
              <a:rPr dirty="0" sz="1000" spc="3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.</a:t>
            </a:r>
            <a:r>
              <a:rPr dirty="0" sz="1000" spc="1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It</a:t>
            </a:r>
            <a:r>
              <a:rPr dirty="0" sz="1000" spc="1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is</a:t>
            </a:r>
            <a:r>
              <a:rPr dirty="0" sz="1000" spc="1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3688079" y="8001507"/>
            <a:ext cx="2964815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38100" marR="31115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average</a:t>
            </a:r>
            <a:r>
              <a:rPr dirty="0" sz="10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change</a:t>
            </a:r>
            <a:r>
              <a:rPr dirty="0" sz="1000" spc="-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10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velocity</a:t>
            </a:r>
            <a:r>
              <a:rPr dirty="0" sz="1000" spc="-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per</a:t>
            </a:r>
            <a:r>
              <a:rPr dirty="0" sz="10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unit</a:t>
            </a:r>
            <a:r>
              <a:rPr dirty="0" sz="1000" spc="-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time.</a:t>
            </a:r>
            <a:r>
              <a:rPr dirty="0" sz="10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-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SI</a:t>
            </a:r>
            <a:r>
              <a:rPr dirty="0" sz="100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unit</a:t>
            </a:r>
            <a:r>
              <a:rPr dirty="0" sz="1000" spc="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100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acceleration</a:t>
            </a:r>
            <a:r>
              <a:rPr dirty="0" sz="100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is</a:t>
            </a:r>
            <a:r>
              <a:rPr dirty="0" sz="100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m</a:t>
            </a:r>
            <a:r>
              <a:rPr dirty="0" sz="100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s</a:t>
            </a:r>
            <a:r>
              <a:rPr dirty="0" baseline="35353" sz="825">
                <a:solidFill>
                  <a:srgbClr val="231F20"/>
                </a:solidFill>
                <a:latin typeface="Bookman Old Style"/>
                <a:cs typeface="Bookman Old Style"/>
              </a:rPr>
              <a:t>–2</a:t>
            </a:r>
            <a:r>
              <a:rPr dirty="0" baseline="35353" sz="825" spc="28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50">
                <a:solidFill>
                  <a:srgbClr val="231F20"/>
                </a:solidFill>
                <a:latin typeface="Bookman Old Style"/>
                <a:cs typeface="Bookman Old Style"/>
              </a:rPr>
              <a:t>.</a:t>
            </a:r>
            <a:endParaRPr sz="1000">
              <a:latin typeface="Bookman Old Style"/>
              <a:cs typeface="Bookman Old Style"/>
            </a:endParaRPr>
          </a:p>
          <a:p>
            <a:pPr algn="just" marL="38100" marR="30480" indent="152400">
              <a:lnSpc>
                <a:spcPct val="100000"/>
              </a:lnSpc>
            </a:pP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On</a:t>
            </a:r>
            <a:r>
              <a:rPr dirty="0" sz="1000" spc="-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</a:t>
            </a:r>
            <a:r>
              <a:rPr dirty="0" sz="1000" spc="-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plot</a:t>
            </a:r>
            <a:r>
              <a:rPr dirty="0" sz="1000" spc="-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1000" spc="-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velocity</a:t>
            </a:r>
            <a:r>
              <a:rPr dirty="0" sz="10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versus</a:t>
            </a:r>
            <a:r>
              <a:rPr dirty="0" sz="1000" spc="-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time,</a:t>
            </a:r>
            <a:r>
              <a:rPr dirty="0" sz="1000" spc="-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-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average</a:t>
            </a:r>
            <a:r>
              <a:rPr dirty="0" sz="10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acceleration</a:t>
            </a:r>
            <a:r>
              <a:rPr dirty="0" sz="1000" spc="2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is</a:t>
            </a:r>
            <a:r>
              <a:rPr dirty="0" sz="1000" spc="2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2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slope</a:t>
            </a:r>
            <a:r>
              <a:rPr dirty="0" sz="1000" spc="2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1000" spc="2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2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straight</a:t>
            </a:r>
            <a:r>
              <a:rPr dirty="0" sz="1000" spc="2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line</a:t>
            </a:r>
            <a:r>
              <a:rPr dirty="0" sz="10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connecting</a:t>
            </a:r>
            <a:r>
              <a:rPr dirty="0" sz="1000" spc="10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1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points</a:t>
            </a:r>
            <a:r>
              <a:rPr dirty="0" sz="1000" spc="1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corresponding</a:t>
            </a:r>
            <a:r>
              <a:rPr dirty="0" sz="1000" spc="1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to</a:t>
            </a:r>
            <a:r>
              <a:rPr dirty="0" sz="1000" spc="1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(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v</a:t>
            </a:r>
            <a:r>
              <a:rPr dirty="0" baseline="-23148" sz="900">
                <a:solidFill>
                  <a:srgbClr val="231F20"/>
                </a:solidFill>
                <a:latin typeface="Bookman Old Style"/>
                <a:cs typeface="Bookman Old Style"/>
              </a:rPr>
              <a:t>2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,</a:t>
            </a:r>
            <a:r>
              <a:rPr dirty="0" sz="1000" spc="1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5" i="1">
                <a:solidFill>
                  <a:srgbClr val="231F20"/>
                </a:solidFill>
                <a:latin typeface="Bookman Old Style"/>
                <a:cs typeface="Bookman Old Style"/>
              </a:rPr>
              <a:t>t</a:t>
            </a:r>
            <a:r>
              <a:rPr dirty="0" baseline="-23148" sz="900" spc="-37">
                <a:solidFill>
                  <a:srgbClr val="231F20"/>
                </a:solidFill>
                <a:latin typeface="Bookman Old Style"/>
                <a:cs typeface="Bookman Old Style"/>
              </a:rPr>
              <a:t>2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)</a:t>
            </a:r>
            <a:r>
              <a:rPr dirty="0" sz="100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and</a:t>
            </a:r>
            <a:r>
              <a:rPr dirty="0" sz="1000" spc="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(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v</a:t>
            </a:r>
            <a:r>
              <a:rPr dirty="0" baseline="-23148" sz="900">
                <a:solidFill>
                  <a:srgbClr val="231F20"/>
                </a:solidFill>
                <a:latin typeface="Bookman Old Style"/>
                <a:cs typeface="Bookman Old Style"/>
              </a:rPr>
              <a:t>1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,</a:t>
            </a:r>
            <a:r>
              <a:rPr dirty="0" sz="1000" spc="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0" i="1">
                <a:solidFill>
                  <a:srgbClr val="231F20"/>
                </a:solidFill>
                <a:latin typeface="Bookman Old Style"/>
                <a:cs typeface="Bookman Old Style"/>
              </a:rPr>
              <a:t>t</a:t>
            </a:r>
            <a:r>
              <a:rPr dirty="0" baseline="-23148" sz="900" spc="-30">
                <a:solidFill>
                  <a:srgbClr val="231F20"/>
                </a:solidFill>
                <a:latin typeface="Bookman Old Style"/>
                <a:cs typeface="Bookman Old Style"/>
              </a:rPr>
              <a:t>1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).</a:t>
            </a:r>
            <a:endParaRPr sz="1000">
              <a:latin typeface="Bookman Old Style"/>
              <a:cs typeface="Bookman Old Style"/>
            </a:endParaRPr>
          </a:p>
        </p:txBody>
      </p:sp>
      <p:pic>
        <p:nvPicPr>
          <p:cNvPr id="59" name="object 5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4273" y="2476958"/>
            <a:ext cx="5987215" cy="5987215"/>
          </a:xfrm>
          <a:prstGeom prst="rect">
            <a:avLst/>
          </a:prstGeom>
        </p:spPr>
      </p:pic>
      <p:sp>
        <p:nvSpPr>
          <p:cNvPr id="60" name="object 6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Reprint </a:t>
            </a:r>
            <a:r>
              <a:rPr dirty="0" spc="-10"/>
              <a:t>2026-</a:t>
            </a:r>
            <a:r>
              <a:rPr dirty="0" spc="-25"/>
              <a:t>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78600" y="711695"/>
            <a:ext cx="50482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>
                <a:solidFill>
                  <a:srgbClr val="00AEEF"/>
                </a:solidFill>
                <a:latin typeface="Bookman Old Style"/>
                <a:cs typeface="Bookman Old Style"/>
              </a:rPr>
              <a:t>PHYSICS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34288" y="711695"/>
            <a:ext cx="16192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5">
                <a:solidFill>
                  <a:srgbClr val="00AEEF"/>
                </a:solidFill>
                <a:latin typeface="Bookman Old Style"/>
                <a:cs typeface="Bookman Old Style"/>
              </a:rPr>
              <a:t>16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46987" y="880878"/>
            <a:ext cx="6019800" cy="50800"/>
          </a:xfrm>
          <a:custGeom>
            <a:avLst/>
            <a:gdLst/>
            <a:ahLst/>
            <a:cxnLst/>
            <a:rect l="l" t="t" r="r" b="b"/>
            <a:pathLst>
              <a:path w="6019800" h="50800">
                <a:moveTo>
                  <a:pt x="6019799" y="0"/>
                </a:moveTo>
                <a:lnTo>
                  <a:pt x="0" y="0"/>
                </a:lnTo>
                <a:lnTo>
                  <a:pt x="0" y="50804"/>
                </a:lnTo>
                <a:lnTo>
                  <a:pt x="6019799" y="50804"/>
                </a:lnTo>
                <a:lnTo>
                  <a:pt x="6019799" y="0"/>
                </a:lnTo>
                <a:close/>
              </a:path>
            </a:pathLst>
          </a:custGeom>
          <a:solidFill>
            <a:srgbClr val="00AEE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/>
          <p:cNvGrpSpPr/>
          <p:nvPr/>
        </p:nvGrpSpPr>
        <p:grpSpPr>
          <a:xfrm>
            <a:off x="1100160" y="5920681"/>
            <a:ext cx="801370" cy="909955"/>
            <a:chOff x="1100160" y="5920681"/>
            <a:chExt cx="801370" cy="909955"/>
          </a:xfrm>
        </p:grpSpPr>
        <p:sp>
          <p:nvSpPr>
            <p:cNvPr id="6" name="object 6"/>
            <p:cNvSpPr/>
            <p:nvPr/>
          </p:nvSpPr>
          <p:spPr>
            <a:xfrm>
              <a:off x="1191803" y="5920681"/>
              <a:ext cx="0" cy="785495"/>
            </a:xfrm>
            <a:custGeom>
              <a:avLst/>
              <a:gdLst/>
              <a:ahLst/>
              <a:cxnLst/>
              <a:rect l="l" t="t" r="r" b="b"/>
              <a:pathLst>
                <a:path w="0" h="785495">
                  <a:moveTo>
                    <a:pt x="0" y="0"/>
                  </a:moveTo>
                  <a:lnTo>
                    <a:pt x="0" y="784934"/>
                  </a:lnTo>
                </a:path>
              </a:pathLst>
            </a:custGeom>
            <a:ln w="982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191791" y="6705615"/>
              <a:ext cx="709930" cy="0"/>
            </a:xfrm>
            <a:custGeom>
              <a:avLst/>
              <a:gdLst/>
              <a:ahLst/>
              <a:cxnLst/>
              <a:rect l="l" t="t" r="r" b="b"/>
              <a:pathLst>
                <a:path w="709930" h="0">
                  <a:moveTo>
                    <a:pt x="0" y="0"/>
                  </a:moveTo>
                  <a:lnTo>
                    <a:pt x="709472" y="0"/>
                  </a:lnTo>
                </a:path>
              </a:pathLst>
            </a:custGeom>
            <a:ln w="9832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101818" y="6654606"/>
              <a:ext cx="57785" cy="93345"/>
            </a:xfrm>
            <a:custGeom>
              <a:avLst/>
              <a:gdLst/>
              <a:ahLst/>
              <a:cxnLst/>
              <a:rect l="l" t="t" r="r" b="b"/>
              <a:pathLst>
                <a:path w="57784" h="93345">
                  <a:moveTo>
                    <a:pt x="35930" y="0"/>
                  </a:moveTo>
                  <a:lnTo>
                    <a:pt x="24847" y="0"/>
                  </a:lnTo>
                  <a:lnTo>
                    <a:pt x="20775" y="1432"/>
                  </a:lnTo>
                  <a:lnTo>
                    <a:pt x="16723" y="4358"/>
                  </a:lnTo>
                  <a:lnTo>
                    <a:pt x="11689" y="7894"/>
                  </a:lnTo>
                  <a:lnTo>
                    <a:pt x="0" y="48768"/>
                  </a:lnTo>
                  <a:lnTo>
                    <a:pt x="361" y="55779"/>
                  </a:lnTo>
                  <a:lnTo>
                    <a:pt x="22284" y="92015"/>
                  </a:lnTo>
                  <a:lnTo>
                    <a:pt x="28407" y="92964"/>
                  </a:lnTo>
                  <a:lnTo>
                    <a:pt x="32729" y="92964"/>
                  </a:lnTo>
                  <a:lnTo>
                    <a:pt x="37216" y="91318"/>
                  </a:lnTo>
                  <a:lnTo>
                    <a:pt x="40776" y="88788"/>
                  </a:lnTo>
                  <a:lnTo>
                    <a:pt x="23655" y="88788"/>
                  </a:lnTo>
                  <a:lnTo>
                    <a:pt x="19894" y="85496"/>
                  </a:lnTo>
                  <a:lnTo>
                    <a:pt x="12948" y="39732"/>
                  </a:lnTo>
                  <a:lnTo>
                    <a:pt x="13256" y="35512"/>
                  </a:lnTo>
                  <a:lnTo>
                    <a:pt x="13278" y="35199"/>
                  </a:lnTo>
                  <a:lnTo>
                    <a:pt x="13405" y="33467"/>
                  </a:lnTo>
                  <a:lnTo>
                    <a:pt x="26012" y="4358"/>
                  </a:lnTo>
                  <a:lnTo>
                    <a:pt x="42766" y="4358"/>
                  </a:lnTo>
                  <a:lnTo>
                    <a:pt x="42099" y="3505"/>
                  </a:lnTo>
                  <a:lnTo>
                    <a:pt x="35930" y="0"/>
                  </a:lnTo>
                  <a:close/>
                </a:path>
                <a:path w="57784" h="93345">
                  <a:moveTo>
                    <a:pt x="42766" y="4358"/>
                  </a:moveTo>
                  <a:lnTo>
                    <a:pt x="31562" y="4358"/>
                  </a:lnTo>
                  <a:lnTo>
                    <a:pt x="33741" y="5090"/>
                  </a:lnTo>
                  <a:lnTo>
                    <a:pt x="35549" y="6522"/>
                  </a:lnTo>
                  <a:lnTo>
                    <a:pt x="44622" y="35199"/>
                  </a:lnTo>
                  <a:lnTo>
                    <a:pt x="44615" y="53249"/>
                  </a:lnTo>
                  <a:lnTo>
                    <a:pt x="40606" y="79491"/>
                  </a:lnTo>
                  <a:lnTo>
                    <a:pt x="40502" y="79888"/>
                  </a:lnTo>
                  <a:lnTo>
                    <a:pt x="38563" y="83454"/>
                  </a:lnTo>
                  <a:lnTo>
                    <a:pt x="33455" y="87721"/>
                  </a:lnTo>
                  <a:lnTo>
                    <a:pt x="31001" y="88788"/>
                  </a:lnTo>
                  <a:lnTo>
                    <a:pt x="40776" y="88788"/>
                  </a:lnTo>
                  <a:lnTo>
                    <a:pt x="57498" y="53249"/>
                  </a:lnTo>
                  <a:lnTo>
                    <a:pt x="57665" y="48768"/>
                  </a:lnTo>
                  <a:lnTo>
                    <a:pt x="57778" y="45750"/>
                  </a:lnTo>
                  <a:lnTo>
                    <a:pt x="57158" y="35512"/>
                  </a:lnTo>
                  <a:lnTo>
                    <a:pt x="57139" y="35199"/>
                  </a:lnTo>
                  <a:lnTo>
                    <a:pt x="55223" y="25808"/>
                  </a:lnTo>
                  <a:lnTo>
                    <a:pt x="52104" y="17769"/>
                  </a:lnTo>
                  <a:lnTo>
                    <a:pt x="52027" y="17572"/>
                  </a:lnTo>
                  <a:lnTo>
                    <a:pt x="47552" y="10485"/>
                  </a:lnTo>
                  <a:lnTo>
                    <a:pt x="42766" y="4358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295805" y="6241563"/>
              <a:ext cx="478155" cy="147320"/>
            </a:xfrm>
            <a:custGeom>
              <a:avLst/>
              <a:gdLst/>
              <a:ahLst/>
              <a:cxnLst/>
              <a:rect l="l" t="t" r="r" b="b"/>
              <a:pathLst>
                <a:path w="478155" h="147320">
                  <a:moveTo>
                    <a:pt x="0" y="90121"/>
                  </a:moveTo>
                  <a:lnTo>
                    <a:pt x="69026" y="123240"/>
                  </a:lnTo>
                  <a:lnTo>
                    <a:pt x="109999" y="135256"/>
                  </a:lnTo>
                  <a:lnTo>
                    <a:pt x="153833" y="143449"/>
                  </a:lnTo>
                  <a:lnTo>
                    <a:pt x="199449" y="147226"/>
                  </a:lnTo>
                  <a:lnTo>
                    <a:pt x="245763" y="145989"/>
                  </a:lnTo>
                  <a:lnTo>
                    <a:pt x="291693" y="139146"/>
                  </a:lnTo>
                  <a:lnTo>
                    <a:pt x="336158" y="126101"/>
                  </a:lnTo>
                  <a:lnTo>
                    <a:pt x="378074" y="106258"/>
                  </a:lnTo>
                  <a:lnTo>
                    <a:pt x="416360" y="79024"/>
                  </a:lnTo>
                  <a:lnTo>
                    <a:pt x="449934" y="43803"/>
                  </a:lnTo>
                  <a:lnTo>
                    <a:pt x="477713" y="0"/>
                  </a:lnTo>
                </a:path>
              </a:pathLst>
            </a:custGeom>
            <a:ln w="12292">
              <a:solidFill>
                <a:srgbClr val="00AEE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00160" y="6118311"/>
              <a:ext cx="83393" cy="67878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129331" y="6003027"/>
              <a:ext cx="0" cy="95885"/>
            </a:xfrm>
            <a:custGeom>
              <a:avLst/>
              <a:gdLst/>
              <a:ahLst/>
              <a:cxnLst/>
              <a:rect l="l" t="t" r="r" b="b"/>
              <a:pathLst>
                <a:path w="0" h="95885">
                  <a:moveTo>
                    <a:pt x="0" y="0"/>
                  </a:moveTo>
                  <a:lnTo>
                    <a:pt x="0" y="95487"/>
                  </a:lnTo>
                </a:path>
              </a:pathLst>
            </a:custGeom>
            <a:ln w="982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102294" y="5957254"/>
              <a:ext cx="54610" cy="49530"/>
            </a:xfrm>
            <a:custGeom>
              <a:avLst/>
              <a:gdLst/>
              <a:ahLst/>
              <a:cxnLst/>
              <a:rect l="l" t="t" r="r" b="b"/>
              <a:pathLst>
                <a:path w="54609" h="49529">
                  <a:moveTo>
                    <a:pt x="27038" y="0"/>
                  </a:moveTo>
                  <a:lnTo>
                    <a:pt x="0" y="49194"/>
                  </a:lnTo>
                  <a:lnTo>
                    <a:pt x="54077" y="49194"/>
                  </a:lnTo>
                  <a:lnTo>
                    <a:pt x="27038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08154" y="6739279"/>
              <a:ext cx="182273" cy="90891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12676" y="5970664"/>
              <a:ext cx="404704" cy="7626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763829" y="5991360"/>
              <a:ext cx="68580" cy="55880"/>
            </a:xfrm>
            <a:custGeom>
              <a:avLst/>
              <a:gdLst/>
              <a:ahLst/>
              <a:cxnLst/>
              <a:rect l="l" t="t" r="r" b="b"/>
              <a:pathLst>
                <a:path w="68580" h="55879">
                  <a:moveTo>
                    <a:pt x="37145" y="0"/>
                  </a:moveTo>
                  <a:lnTo>
                    <a:pt x="31287" y="0"/>
                  </a:lnTo>
                  <a:lnTo>
                    <a:pt x="18794" y="3033"/>
                  </a:lnTo>
                  <a:lnTo>
                    <a:pt x="8884" y="10984"/>
                  </a:lnTo>
                  <a:lnTo>
                    <a:pt x="2353" y="22129"/>
                  </a:lnTo>
                  <a:lnTo>
                    <a:pt x="0" y="34747"/>
                  </a:lnTo>
                  <a:lnTo>
                    <a:pt x="1024" y="41483"/>
                  </a:lnTo>
                  <a:lnTo>
                    <a:pt x="1145" y="42275"/>
                  </a:lnTo>
                  <a:lnTo>
                    <a:pt x="1246" y="42937"/>
                  </a:lnTo>
                  <a:lnTo>
                    <a:pt x="4907" y="49545"/>
                  </a:lnTo>
                  <a:lnTo>
                    <a:pt x="10868" y="53958"/>
                  </a:lnTo>
                  <a:lnTo>
                    <a:pt x="19013" y="55565"/>
                  </a:lnTo>
                  <a:lnTo>
                    <a:pt x="25938" y="54577"/>
                  </a:lnTo>
                  <a:lnTo>
                    <a:pt x="31676" y="51907"/>
                  </a:lnTo>
                  <a:lnTo>
                    <a:pt x="33614" y="50352"/>
                  </a:lnTo>
                  <a:lnTo>
                    <a:pt x="14048" y="50352"/>
                  </a:lnTo>
                  <a:lnTo>
                    <a:pt x="11061" y="44135"/>
                  </a:lnTo>
                  <a:lnTo>
                    <a:pt x="11061" y="37520"/>
                  </a:lnTo>
                  <a:lnTo>
                    <a:pt x="12461" y="27675"/>
                  </a:lnTo>
                  <a:lnTo>
                    <a:pt x="12536" y="27144"/>
                  </a:lnTo>
                  <a:lnTo>
                    <a:pt x="16903" y="16619"/>
                  </a:lnTo>
                  <a:lnTo>
                    <a:pt x="24069" y="8460"/>
                  </a:lnTo>
                  <a:lnTo>
                    <a:pt x="33942" y="5181"/>
                  </a:lnTo>
                  <a:lnTo>
                    <a:pt x="46452" y="5181"/>
                  </a:lnTo>
                  <a:lnTo>
                    <a:pt x="43683" y="2103"/>
                  </a:lnTo>
                  <a:lnTo>
                    <a:pt x="37145" y="0"/>
                  </a:lnTo>
                  <a:close/>
                </a:path>
                <a:path w="68580" h="55879">
                  <a:moveTo>
                    <a:pt x="51636" y="42275"/>
                  </a:moveTo>
                  <a:lnTo>
                    <a:pt x="41349" y="42275"/>
                  </a:lnTo>
                  <a:lnTo>
                    <a:pt x="41349" y="50352"/>
                  </a:lnTo>
                  <a:lnTo>
                    <a:pt x="45339" y="55565"/>
                  </a:lnTo>
                  <a:lnTo>
                    <a:pt x="57494" y="55565"/>
                  </a:lnTo>
                  <a:lnTo>
                    <a:pt x="65019" y="51907"/>
                  </a:lnTo>
                  <a:lnTo>
                    <a:pt x="66820" y="49225"/>
                  </a:lnTo>
                  <a:lnTo>
                    <a:pt x="54184" y="49225"/>
                  </a:lnTo>
                  <a:lnTo>
                    <a:pt x="51636" y="46451"/>
                  </a:lnTo>
                  <a:lnTo>
                    <a:pt x="51636" y="42275"/>
                  </a:lnTo>
                  <a:close/>
                </a:path>
                <a:path w="68580" h="55879">
                  <a:moveTo>
                    <a:pt x="46452" y="5181"/>
                  </a:moveTo>
                  <a:lnTo>
                    <a:pt x="38706" y="5181"/>
                  </a:lnTo>
                  <a:lnTo>
                    <a:pt x="43897" y="7193"/>
                  </a:lnTo>
                  <a:lnTo>
                    <a:pt x="46884" y="11186"/>
                  </a:lnTo>
                  <a:lnTo>
                    <a:pt x="45339" y="19263"/>
                  </a:lnTo>
                  <a:lnTo>
                    <a:pt x="43988" y="27144"/>
                  </a:lnTo>
                  <a:lnTo>
                    <a:pt x="43897" y="27675"/>
                  </a:lnTo>
                  <a:lnTo>
                    <a:pt x="40468" y="35173"/>
                  </a:lnTo>
                  <a:lnTo>
                    <a:pt x="37145" y="42275"/>
                  </a:lnTo>
                  <a:lnTo>
                    <a:pt x="30074" y="50352"/>
                  </a:lnTo>
                  <a:lnTo>
                    <a:pt x="33614" y="50352"/>
                  </a:lnTo>
                  <a:lnTo>
                    <a:pt x="36884" y="47618"/>
                  </a:lnTo>
                  <a:lnTo>
                    <a:pt x="41135" y="42275"/>
                  </a:lnTo>
                  <a:lnTo>
                    <a:pt x="51636" y="42275"/>
                  </a:lnTo>
                  <a:lnTo>
                    <a:pt x="51636" y="41483"/>
                  </a:lnTo>
                  <a:lnTo>
                    <a:pt x="51968" y="39928"/>
                  </a:lnTo>
                  <a:lnTo>
                    <a:pt x="52303" y="38496"/>
                  </a:lnTo>
                  <a:lnTo>
                    <a:pt x="57767" y="7193"/>
                  </a:lnTo>
                  <a:lnTo>
                    <a:pt x="57884" y="6522"/>
                  </a:lnTo>
                  <a:lnTo>
                    <a:pt x="47658" y="6522"/>
                  </a:lnTo>
                  <a:lnTo>
                    <a:pt x="46452" y="5181"/>
                  </a:lnTo>
                  <a:close/>
                </a:path>
                <a:path w="68580" h="55879">
                  <a:moveTo>
                    <a:pt x="65458" y="45140"/>
                  </a:moveTo>
                  <a:lnTo>
                    <a:pt x="64351" y="46451"/>
                  </a:lnTo>
                  <a:lnTo>
                    <a:pt x="63431" y="47457"/>
                  </a:lnTo>
                  <a:lnTo>
                    <a:pt x="60591" y="49225"/>
                  </a:lnTo>
                  <a:lnTo>
                    <a:pt x="66820" y="49225"/>
                  </a:lnTo>
                  <a:lnTo>
                    <a:pt x="67898" y="47618"/>
                  </a:lnTo>
                  <a:lnTo>
                    <a:pt x="68006" y="47457"/>
                  </a:lnTo>
                  <a:lnTo>
                    <a:pt x="65458" y="45140"/>
                  </a:lnTo>
                  <a:close/>
                </a:path>
                <a:path w="68580" h="55879">
                  <a:moveTo>
                    <a:pt x="58826" y="1127"/>
                  </a:moveTo>
                  <a:lnTo>
                    <a:pt x="48649" y="1127"/>
                  </a:lnTo>
                  <a:lnTo>
                    <a:pt x="47658" y="6522"/>
                  </a:lnTo>
                  <a:lnTo>
                    <a:pt x="57884" y="6522"/>
                  </a:lnTo>
                  <a:lnTo>
                    <a:pt x="58826" y="1127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" name="object 16"/>
          <p:cNvGrpSpPr/>
          <p:nvPr/>
        </p:nvGrpSpPr>
        <p:grpSpPr>
          <a:xfrm>
            <a:off x="3080248" y="5920681"/>
            <a:ext cx="775970" cy="883919"/>
            <a:chOff x="3080248" y="5920681"/>
            <a:chExt cx="775970" cy="883919"/>
          </a:xfrm>
        </p:grpSpPr>
        <p:sp>
          <p:nvSpPr>
            <p:cNvPr id="17" name="object 17"/>
            <p:cNvSpPr/>
            <p:nvPr/>
          </p:nvSpPr>
          <p:spPr>
            <a:xfrm>
              <a:off x="3172800" y="5920681"/>
              <a:ext cx="0" cy="785495"/>
            </a:xfrm>
            <a:custGeom>
              <a:avLst/>
              <a:gdLst/>
              <a:ahLst/>
              <a:cxnLst/>
              <a:rect l="l" t="t" r="r" b="b"/>
              <a:pathLst>
                <a:path w="0" h="785495">
                  <a:moveTo>
                    <a:pt x="0" y="0"/>
                  </a:moveTo>
                  <a:lnTo>
                    <a:pt x="0" y="784934"/>
                  </a:lnTo>
                </a:path>
              </a:pathLst>
            </a:custGeom>
            <a:ln w="982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3172800" y="6705615"/>
              <a:ext cx="683260" cy="0"/>
            </a:xfrm>
            <a:custGeom>
              <a:avLst/>
              <a:gdLst/>
              <a:ahLst/>
              <a:cxnLst/>
              <a:rect l="l" t="t" r="r" b="b"/>
              <a:pathLst>
                <a:path w="683260" h="0">
                  <a:moveTo>
                    <a:pt x="0" y="0"/>
                  </a:moveTo>
                  <a:lnTo>
                    <a:pt x="683192" y="0"/>
                  </a:lnTo>
                </a:path>
              </a:pathLst>
            </a:custGeom>
            <a:ln w="9832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3091641" y="6654606"/>
              <a:ext cx="58419" cy="93345"/>
            </a:xfrm>
            <a:custGeom>
              <a:avLst/>
              <a:gdLst/>
              <a:ahLst/>
              <a:cxnLst/>
              <a:rect l="l" t="t" r="r" b="b"/>
              <a:pathLst>
                <a:path w="58419" h="93345">
                  <a:moveTo>
                    <a:pt x="35941" y="0"/>
                  </a:moveTo>
                  <a:lnTo>
                    <a:pt x="24877" y="0"/>
                  </a:lnTo>
                  <a:lnTo>
                    <a:pt x="20793" y="1432"/>
                  </a:lnTo>
                  <a:lnTo>
                    <a:pt x="16743" y="4358"/>
                  </a:lnTo>
                  <a:lnTo>
                    <a:pt x="11710" y="7894"/>
                  </a:lnTo>
                  <a:lnTo>
                    <a:pt x="0" y="48768"/>
                  </a:lnTo>
                  <a:lnTo>
                    <a:pt x="365" y="55779"/>
                  </a:lnTo>
                  <a:lnTo>
                    <a:pt x="22298" y="92015"/>
                  </a:lnTo>
                  <a:lnTo>
                    <a:pt x="28413" y="92964"/>
                  </a:lnTo>
                  <a:lnTo>
                    <a:pt x="32741" y="92964"/>
                  </a:lnTo>
                  <a:lnTo>
                    <a:pt x="37252" y="91318"/>
                  </a:lnTo>
                  <a:lnTo>
                    <a:pt x="40789" y="88788"/>
                  </a:lnTo>
                  <a:lnTo>
                    <a:pt x="23658" y="88788"/>
                  </a:lnTo>
                  <a:lnTo>
                    <a:pt x="20013" y="85587"/>
                  </a:lnTo>
                  <a:lnTo>
                    <a:pt x="12969" y="39732"/>
                  </a:lnTo>
                  <a:lnTo>
                    <a:pt x="13270" y="35512"/>
                  </a:lnTo>
                  <a:lnTo>
                    <a:pt x="13293" y="35199"/>
                  </a:lnTo>
                  <a:lnTo>
                    <a:pt x="26035" y="4358"/>
                  </a:lnTo>
                  <a:lnTo>
                    <a:pt x="42796" y="4358"/>
                  </a:lnTo>
                  <a:lnTo>
                    <a:pt x="42129" y="3505"/>
                  </a:lnTo>
                  <a:lnTo>
                    <a:pt x="35941" y="0"/>
                  </a:lnTo>
                  <a:close/>
                </a:path>
                <a:path w="58419" h="93345">
                  <a:moveTo>
                    <a:pt x="42796" y="4358"/>
                  </a:moveTo>
                  <a:lnTo>
                    <a:pt x="31582" y="4358"/>
                  </a:lnTo>
                  <a:lnTo>
                    <a:pt x="33747" y="5090"/>
                  </a:lnTo>
                  <a:lnTo>
                    <a:pt x="35545" y="6522"/>
                  </a:lnTo>
                  <a:lnTo>
                    <a:pt x="44644" y="35199"/>
                  </a:lnTo>
                  <a:lnTo>
                    <a:pt x="44639" y="53249"/>
                  </a:lnTo>
                  <a:lnTo>
                    <a:pt x="44181" y="60156"/>
                  </a:lnTo>
                  <a:lnTo>
                    <a:pt x="44114" y="61180"/>
                  </a:lnTo>
                  <a:lnTo>
                    <a:pt x="43162" y="68615"/>
                  </a:lnTo>
                  <a:lnTo>
                    <a:pt x="41824" y="74889"/>
                  </a:lnTo>
                  <a:lnTo>
                    <a:pt x="40617" y="79491"/>
                  </a:lnTo>
                  <a:lnTo>
                    <a:pt x="40513" y="79888"/>
                  </a:lnTo>
                  <a:lnTo>
                    <a:pt x="38593" y="83454"/>
                  </a:lnTo>
                  <a:lnTo>
                    <a:pt x="36002" y="85587"/>
                  </a:lnTo>
                  <a:lnTo>
                    <a:pt x="33472" y="87721"/>
                  </a:lnTo>
                  <a:lnTo>
                    <a:pt x="31003" y="88788"/>
                  </a:lnTo>
                  <a:lnTo>
                    <a:pt x="40789" y="88788"/>
                  </a:lnTo>
                  <a:lnTo>
                    <a:pt x="57515" y="53249"/>
                  </a:lnTo>
                  <a:lnTo>
                    <a:pt x="57795" y="45750"/>
                  </a:lnTo>
                  <a:lnTo>
                    <a:pt x="57175" y="35512"/>
                  </a:lnTo>
                  <a:lnTo>
                    <a:pt x="57156" y="35199"/>
                  </a:lnTo>
                  <a:lnTo>
                    <a:pt x="55239" y="25808"/>
                  </a:lnTo>
                  <a:lnTo>
                    <a:pt x="52124" y="17769"/>
                  </a:lnTo>
                  <a:lnTo>
                    <a:pt x="52047" y="17572"/>
                  </a:lnTo>
                  <a:lnTo>
                    <a:pt x="47584" y="10485"/>
                  </a:lnTo>
                  <a:lnTo>
                    <a:pt x="42796" y="4358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3266472" y="6106716"/>
              <a:ext cx="336550" cy="342265"/>
            </a:xfrm>
            <a:custGeom>
              <a:avLst/>
              <a:gdLst/>
              <a:ahLst/>
              <a:cxnLst/>
              <a:rect l="l" t="t" r="r" b="b"/>
              <a:pathLst>
                <a:path w="336550" h="342264">
                  <a:moveTo>
                    <a:pt x="336080" y="0"/>
                  </a:moveTo>
                  <a:lnTo>
                    <a:pt x="0" y="341766"/>
                  </a:lnTo>
                </a:path>
              </a:pathLst>
            </a:custGeom>
            <a:ln w="12289">
              <a:solidFill>
                <a:srgbClr val="00AEE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3348863" y="5987681"/>
              <a:ext cx="229870" cy="76200"/>
            </a:xfrm>
            <a:custGeom>
              <a:avLst/>
              <a:gdLst/>
              <a:ahLst/>
              <a:cxnLst/>
              <a:rect l="l" t="t" r="r" b="b"/>
              <a:pathLst>
                <a:path w="229870" h="76200">
                  <a:moveTo>
                    <a:pt x="67995" y="67538"/>
                  </a:moveTo>
                  <a:lnTo>
                    <a:pt x="65468" y="65227"/>
                  </a:lnTo>
                  <a:lnTo>
                    <a:pt x="64325" y="66560"/>
                  </a:lnTo>
                  <a:lnTo>
                    <a:pt x="63436" y="67538"/>
                  </a:lnTo>
                  <a:lnTo>
                    <a:pt x="60591" y="69342"/>
                  </a:lnTo>
                  <a:lnTo>
                    <a:pt x="54190" y="69342"/>
                  </a:lnTo>
                  <a:lnTo>
                    <a:pt x="51663" y="66560"/>
                  </a:lnTo>
                  <a:lnTo>
                    <a:pt x="51663" y="62357"/>
                  </a:lnTo>
                  <a:lnTo>
                    <a:pt x="51663" y="61569"/>
                  </a:lnTo>
                  <a:lnTo>
                    <a:pt x="52298" y="58610"/>
                  </a:lnTo>
                  <a:lnTo>
                    <a:pt x="57772" y="27279"/>
                  </a:lnTo>
                  <a:lnTo>
                    <a:pt x="57873" y="26631"/>
                  </a:lnTo>
                  <a:lnTo>
                    <a:pt x="58826" y="21209"/>
                  </a:lnTo>
                  <a:lnTo>
                    <a:pt x="48679" y="21209"/>
                  </a:lnTo>
                  <a:lnTo>
                    <a:pt x="47675" y="26631"/>
                  </a:lnTo>
                  <a:lnTo>
                    <a:pt x="46875" y="25755"/>
                  </a:lnTo>
                  <a:lnTo>
                    <a:pt x="46875" y="31267"/>
                  </a:lnTo>
                  <a:lnTo>
                    <a:pt x="45351" y="39344"/>
                  </a:lnTo>
                  <a:lnTo>
                    <a:pt x="44005" y="47231"/>
                  </a:lnTo>
                  <a:lnTo>
                    <a:pt x="43916" y="47764"/>
                  </a:lnTo>
                  <a:lnTo>
                    <a:pt x="40474" y="55283"/>
                  </a:lnTo>
                  <a:lnTo>
                    <a:pt x="37160" y="62357"/>
                  </a:lnTo>
                  <a:lnTo>
                    <a:pt x="30086" y="70434"/>
                  </a:lnTo>
                  <a:lnTo>
                    <a:pt x="14046" y="70434"/>
                  </a:lnTo>
                  <a:lnTo>
                    <a:pt x="11061" y="64249"/>
                  </a:lnTo>
                  <a:lnTo>
                    <a:pt x="11061" y="57607"/>
                  </a:lnTo>
                  <a:lnTo>
                    <a:pt x="33959" y="25298"/>
                  </a:lnTo>
                  <a:lnTo>
                    <a:pt x="38709" y="25298"/>
                  </a:lnTo>
                  <a:lnTo>
                    <a:pt x="43916" y="27279"/>
                  </a:lnTo>
                  <a:lnTo>
                    <a:pt x="46875" y="31267"/>
                  </a:lnTo>
                  <a:lnTo>
                    <a:pt x="46875" y="25755"/>
                  </a:lnTo>
                  <a:lnTo>
                    <a:pt x="46469" y="25298"/>
                  </a:lnTo>
                  <a:lnTo>
                    <a:pt x="43675" y="22186"/>
                  </a:lnTo>
                  <a:lnTo>
                    <a:pt x="37160" y="20078"/>
                  </a:lnTo>
                  <a:lnTo>
                    <a:pt x="31305" y="20078"/>
                  </a:lnTo>
                  <a:lnTo>
                    <a:pt x="18808" y="23114"/>
                  </a:lnTo>
                  <a:lnTo>
                    <a:pt x="8890" y="31064"/>
                  </a:lnTo>
                  <a:lnTo>
                    <a:pt x="2362" y="42214"/>
                  </a:lnTo>
                  <a:lnTo>
                    <a:pt x="0" y="54825"/>
                  </a:lnTo>
                  <a:lnTo>
                    <a:pt x="1028" y="61569"/>
                  </a:lnTo>
                  <a:lnTo>
                    <a:pt x="1143" y="62357"/>
                  </a:lnTo>
                  <a:lnTo>
                    <a:pt x="1244" y="63030"/>
                  </a:lnTo>
                  <a:lnTo>
                    <a:pt x="4914" y="69646"/>
                  </a:lnTo>
                  <a:lnTo>
                    <a:pt x="10871" y="74041"/>
                  </a:lnTo>
                  <a:lnTo>
                    <a:pt x="19024" y="75653"/>
                  </a:lnTo>
                  <a:lnTo>
                    <a:pt x="25946" y="74663"/>
                  </a:lnTo>
                  <a:lnTo>
                    <a:pt x="31686" y="71996"/>
                  </a:lnTo>
                  <a:lnTo>
                    <a:pt x="33629" y="70434"/>
                  </a:lnTo>
                  <a:lnTo>
                    <a:pt x="36893" y="67703"/>
                  </a:lnTo>
                  <a:lnTo>
                    <a:pt x="41148" y="62357"/>
                  </a:lnTo>
                  <a:lnTo>
                    <a:pt x="41363" y="62357"/>
                  </a:lnTo>
                  <a:lnTo>
                    <a:pt x="41363" y="70434"/>
                  </a:lnTo>
                  <a:lnTo>
                    <a:pt x="45351" y="75653"/>
                  </a:lnTo>
                  <a:lnTo>
                    <a:pt x="57518" y="75653"/>
                  </a:lnTo>
                  <a:lnTo>
                    <a:pt x="65011" y="71996"/>
                  </a:lnTo>
                  <a:lnTo>
                    <a:pt x="66789" y="69342"/>
                  </a:lnTo>
                  <a:lnTo>
                    <a:pt x="67894" y="67703"/>
                  </a:lnTo>
                  <a:lnTo>
                    <a:pt x="67995" y="67538"/>
                  </a:lnTo>
                  <a:close/>
                </a:path>
                <a:path w="229870" h="76200">
                  <a:moveTo>
                    <a:pt x="148615" y="44678"/>
                  </a:moveTo>
                  <a:lnTo>
                    <a:pt x="90373" y="44678"/>
                  </a:lnTo>
                  <a:lnTo>
                    <a:pt x="90373" y="49098"/>
                  </a:lnTo>
                  <a:lnTo>
                    <a:pt x="148615" y="49098"/>
                  </a:lnTo>
                  <a:lnTo>
                    <a:pt x="148615" y="44678"/>
                  </a:lnTo>
                  <a:close/>
                </a:path>
                <a:path w="229870" h="76200">
                  <a:moveTo>
                    <a:pt x="148615" y="27063"/>
                  </a:moveTo>
                  <a:lnTo>
                    <a:pt x="90373" y="27063"/>
                  </a:lnTo>
                  <a:lnTo>
                    <a:pt x="90373" y="31483"/>
                  </a:lnTo>
                  <a:lnTo>
                    <a:pt x="148615" y="31483"/>
                  </a:lnTo>
                  <a:lnTo>
                    <a:pt x="148615" y="27063"/>
                  </a:lnTo>
                  <a:close/>
                </a:path>
                <a:path w="229870" h="76200">
                  <a:moveTo>
                    <a:pt x="229730" y="37452"/>
                  </a:moveTo>
                  <a:lnTo>
                    <a:pt x="219151" y="5791"/>
                  </a:lnTo>
                  <a:lnTo>
                    <a:pt x="219151" y="26733"/>
                  </a:lnTo>
                  <a:lnTo>
                    <a:pt x="219100" y="37452"/>
                  </a:lnTo>
                  <a:lnTo>
                    <a:pt x="215671" y="65036"/>
                  </a:lnTo>
                  <a:lnTo>
                    <a:pt x="215582" y="65379"/>
                  </a:lnTo>
                  <a:lnTo>
                    <a:pt x="213995" y="68300"/>
                  </a:lnTo>
                  <a:lnTo>
                    <a:pt x="209829" y="71780"/>
                  </a:lnTo>
                  <a:lnTo>
                    <a:pt x="207810" y="72656"/>
                  </a:lnTo>
                  <a:lnTo>
                    <a:pt x="201803" y="72656"/>
                  </a:lnTo>
                  <a:lnTo>
                    <a:pt x="198729" y="69977"/>
                  </a:lnTo>
                  <a:lnTo>
                    <a:pt x="194183" y="58242"/>
                  </a:lnTo>
                  <a:lnTo>
                    <a:pt x="192976" y="50063"/>
                  </a:lnTo>
                  <a:lnTo>
                    <a:pt x="192963" y="33680"/>
                  </a:lnTo>
                  <a:lnTo>
                    <a:pt x="193205" y="30200"/>
                  </a:lnTo>
                  <a:lnTo>
                    <a:pt x="193294" y="28816"/>
                  </a:lnTo>
                  <a:lnTo>
                    <a:pt x="193395" y="27393"/>
                  </a:lnTo>
                  <a:lnTo>
                    <a:pt x="195287" y="14541"/>
                  </a:lnTo>
                  <a:lnTo>
                    <a:pt x="196989" y="10020"/>
                  </a:lnTo>
                  <a:lnTo>
                    <a:pt x="197053" y="9842"/>
                  </a:lnTo>
                  <a:lnTo>
                    <a:pt x="201561" y="4660"/>
                  </a:lnTo>
                  <a:lnTo>
                    <a:pt x="203733" y="3568"/>
                  </a:lnTo>
                  <a:lnTo>
                    <a:pt x="208267" y="3568"/>
                  </a:lnTo>
                  <a:lnTo>
                    <a:pt x="210070" y="4178"/>
                  </a:lnTo>
                  <a:lnTo>
                    <a:pt x="211531" y="5334"/>
                  </a:lnTo>
                  <a:lnTo>
                    <a:pt x="213575" y="7099"/>
                  </a:lnTo>
                  <a:lnTo>
                    <a:pt x="215138" y="9842"/>
                  </a:lnTo>
                  <a:lnTo>
                    <a:pt x="215252" y="10020"/>
                  </a:lnTo>
                  <a:lnTo>
                    <a:pt x="218262" y="19748"/>
                  </a:lnTo>
                  <a:lnTo>
                    <a:pt x="219151" y="26733"/>
                  </a:lnTo>
                  <a:lnTo>
                    <a:pt x="219151" y="5791"/>
                  </a:lnTo>
                  <a:lnTo>
                    <a:pt x="217424" y="3568"/>
                  </a:lnTo>
                  <a:lnTo>
                    <a:pt x="216890" y="2895"/>
                  </a:lnTo>
                  <a:lnTo>
                    <a:pt x="211836" y="0"/>
                  </a:lnTo>
                  <a:lnTo>
                    <a:pt x="202755" y="0"/>
                  </a:lnTo>
                  <a:lnTo>
                    <a:pt x="199428" y="1181"/>
                  </a:lnTo>
                  <a:lnTo>
                    <a:pt x="196151" y="3568"/>
                  </a:lnTo>
                  <a:lnTo>
                    <a:pt x="192024" y="6489"/>
                  </a:lnTo>
                  <a:lnTo>
                    <a:pt x="188671" y="10972"/>
                  </a:lnTo>
                  <a:lnTo>
                    <a:pt x="183616" y="23037"/>
                  </a:lnTo>
                  <a:lnTo>
                    <a:pt x="182359" y="30200"/>
                  </a:lnTo>
                  <a:lnTo>
                    <a:pt x="182435" y="39928"/>
                  </a:lnTo>
                  <a:lnTo>
                    <a:pt x="198729" y="76047"/>
                  </a:lnTo>
                  <a:lnTo>
                    <a:pt x="209219" y="76047"/>
                  </a:lnTo>
                  <a:lnTo>
                    <a:pt x="212877" y="74739"/>
                  </a:lnTo>
                  <a:lnTo>
                    <a:pt x="215811" y="72656"/>
                  </a:lnTo>
                  <a:lnTo>
                    <a:pt x="220497" y="69367"/>
                  </a:lnTo>
                  <a:lnTo>
                    <a:pt x="223596" y="65036"/>
                  </a:lnTo>
                  <a:lnTo>
                    <a:pt x="226072" y="59093"/>
                  </a:lnTo>
                  <a:lnTo>
                    <a:pt x="228511" y="53149"/>
                  </a:lnTo>
                  <a:lnTo>
                    <a:pt x="229730" y="45961"/>
                  </a:lnTo>
                  <a:lnTo>
                    <a:pt x="229730" y="37452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80248" y="6114958"/>
              <a:ext cx="83393" cy="67909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3109418" y="5999674"/>
              <a:ext cx="0" cy="95885"/>
            </a:xfrm>
            <a:custGeom>
              <a:avLst/>
              <a:gdLst/>
              <a:ahLst/>
              <a:cxnLst/>
              <a:rect l="l" t="t" r="r" b="b"/>
              <a:pathLst>
                <a:path w="0" h="95885">
                  <a:moveTo>
                    <a:pt x="0" y="0"/>
                  </a:moveTo>
                  <a:lnTo>
                    <a:pt x="0" y="95517"/>
                  </a:lnTo>
                </a:path>
              </a:pathLst>
            </a:custGeom>
            <a:ln w="982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3082381" y="5953932"/>
              <a:ext cx="54610" cy="49530"/>
            </a:xfrm>
            <a:custGeom>
              <a:avLst/>
              <a:gdLst/>
              <a:ahLst/>
              <a:cxnLst/>
              <a:rect l="l" t="t" r="r" b="b"/>
              <a:pathLst>
                <a:path w="54610" h="49529">
                  <a:moveTo>
                    <a:pt x="27035" y="0"/>
                  </a:moveTo>
                  <a:lnTo>
                    <a:pt x="0" y="49164"/>
                  </a:lnTo>
                  <a:lnTo>
                    <a:pt x="54071" y="49164"/>
                  </a:lnTo>
                  <a:lnTo>
                    <a:pt x="27035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660069" y="6713706"/>
              <a:ext cx="182270" cy="90891"/>
            </a:xfrm>
            <a:prstGeom prst="rect">
              <a:avLst/>
            </a:prstGeom>
          </p:spPr>
        </p:pic>
      </p:grpSp>
      <p:pic>
        <p:nvPicPr>
          <p:cNvPr id="26" name="object 2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411925" y="6900762"/>
            <a:ext cx="138912" cy="122804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404884" y="6907925"/>
            <a:ext cx="146505" cy="122773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405591" y="6889241"/>
            <a:ext cx="138897" cy="122803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047969" y="5920681"/>
            <a:ext cx="786640" cy="888153"/>
          </a:xfrm>
          <a:prstGeom prst="rect">
            <a:avLst/>
          </a:prstGeom>
        </p:spPr>
      </p:pic>
      <p:grpSp>
        <p:nvGrpSpPr>
          <p:cNvPr id="30" name="object 30"/>
          <p:cNvGrpSpPr/>
          <p:nvPr/>
        </p:nvGrpSpPr>
        <p:grpSpPr>
          <a:xfrm>
            <a:off x="4215090" y="5163221"/>
            <a:ext cx="1353820" cy="1647825"/>
            <a:chOff x="4215090" y="5163221"/>
            <a:chExt cx="1353820" cy="1647825"/>
          </a:xfrm>
        </p:grpSpPr>
        <p:pic>
          <p:nvPicPr>
            <p:cNvPr id="31" name="object 3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217029" y="6447495"/>
              <a:ext cx="125333" cy="78242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4370718" y="5215994"/>
              <a:ext cx="0" cy="1419225"/>
            </a:xfrm>
            <a:custGeom>
              <a:avLst/>
              <a:gdLst/>
              <a:ahLst/>
              <a:cxnLst/>
              <a:rect l="l" t="t" r="r" b="b"/>
              <a:pathLst>
                <a:path w="0" h="1419225">
                  <a:moveTo>
                    <a:pt x="0" y="0"/>
                  </a:moveTo>
                  <a:lnTo>
                    <a:pt x="0" y="1418660"/>
                  </a:lnTo>
                </a:path>
              </a:pathLst>
            </a:custGeom>
            <a:ln w="1133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4339528" y="5163221"/>
              <a:ext cx="62865" cy="57150"/>
            </a:xfrm>
            <a:custGeom>
              <a:avLst/>
              <a:gdLst/>
              <a:ahLst/>
              <a:cxnLst/>
              <a:rect l="l" t="t" r="r" b="b"/>
              <a:pathLst>
                <a:path w="62864" h="57150">
                  <a:moveTo>
                    <a:pt x="31181" y="0"/>
                  </a:moveTo>
                  <a:lnTo>
                    <a:pt x="0" y="56692"/>
                  </a:lnTo>
                  <a:lnTo>
                    <a:pt x="62392" y="56692"/>
                  </a:lnTo>
                  <a:lnTo>
                    <a:pt x="31181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4376692" y="5983196"/>
              <a:ext cx="1003300" cy="495300"/>
            </a:xfrm>
            <a:custGeom>
              <a:avLst/>
              <a:gdLst/>
              <a:ahLst/>
              <a:cxnLst/>
              <a:rect l="l" t="t" r="r" b="b"/>
              <a:pathLst>
                <a:path w="1003300" h="495300">
                  <a:moveTo>
                    <a:pt x="0" y="0"/>
                  </a:moveTo>
                  <a:lnTo>
                    <a:pt x="1003053" y="495031"/>
                  </a:lnTo>
                </a:path>
              </a:pathLst>
            </a:custGeom>
            <a:ln w="14171">
              <a:solidFill>
                <a:srgbClr val="00AEE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4370687" y="5871262"/>
              <a:ext cx="1145540" cy="0"/>
            </a:xfrm>
            <a:custGeom>
              <a:avLst/>
              <a:gdLst/>
              <a:ahLst/>
              <a:cxnLst/>
              <a:rect l="l" t="t" r="r" b="b"/>
              <a:pathLst>
                <a:path w="1145539" h="0">
                  <a:moveTo>
                    <a:pt x="0" y="0"/>
                  </a:moveTo>
                  <a:lnTo>
                    <a:pt x="1145023" y="0"/>
                  </a:lnTo>
                </a:path>
              </a:pathLst>
            </a:custGeom>
            <a:ln w="11333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5511788" y="5840090"/>
              <a:ext cx="57150" cy="62865"/>
            </a:xfrm>
            <a:custGeom>
              <a:avLst/>
              <a:gdLst/>
              <a:ahLst/>
              <a:cxnLst/>
              <a:rect l="l" t="t" r="r" b="b"/>
              <a:pathLst>
                <a:path w="57150" h="62864">
                  <a:moveTo>
                    <a:pt x="0" y="0"/>
                  </a:moveTo>
                  <a:lnTo>
                    <a:pt x="0" y="62362"/>
                  </a:lnTo>
                  <a:lnTo>
                    <a:pt x="56692" y="311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277842" y="5797967"/>
              <a:ext cx="66653" cy="107137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5379840" y="5721127"/>
              <a:ext cx="50800" cy="104775"/>
            </a:xfrm>
            <a:custGeom>
              <a:avLst/>
              <a:gdLst/>
              <a:ahLst/>
              <a:cxnLst/>
              <a:rect l="l" t="t" r="r" b="b"/>
              <a:pathLst>
                <a:path w="50800" h="104775">
                  <a:moveTo>
                    <a:pt x="33223" y="0"/>
                  </a:moveTo>
                  <a:lnTo>
                    <a:pt x="27462" y="0"/>
                  </a:lnTo>
                  <a:lnTo>
                    <a:pt x="24495" y="11201"/>
                  </a:lnTo>
                  <a:lnTo>
                    <a:pt x="19796" y="19933"/>
                  </a:lnTo>
                  <a:lnTo>
                    <a:pt x="12263" y="25717"/>
                  </a:lnTo>
                  <a:lnTo>
                    <a:pt x="792" y="28072"/>
                  </a:lnTo>
                  <a:lnTo>
                    <a:pt x="0" y="32735"/>
                  </a:lnTo>
                  <a:lnTo>
                    <a:pt x="13258" y="32735"/>
                  </a:lnTo>
                  <a:lnTo>
                    <a:pt x="4541" y="82143"/>
                  </a:lnTo>
                  <a:lnTo>
                    <a:pt x="3444" y="87294"/>
                  </a:lnTo>
                  <a:lnTo>
                    <a:pt x="3444" y="101925"/>
                  </a:lnTo>
                  <a:lnTo>
                    <a:pt x="13715" y="104759"/>
                  </a:lnTo>
                  <a:lnTo>
                    <a:pt x="22128" y="104759"/>
                  </a:lnTo>
                  <a:lnTo>
                    <a:pt x="28673" y="104078"/>
                  </a:lnTo>
                  <a:lnTo>
                    <a:pt x="35010" y="102123"/>
                  </a:lnTo>
                  <a:lnTo>
                    <a:pt x="40872" y="99024"/>
                  </a:lnTo>
                  <a:lnTo>
                    <a:pt x="45994" y="94914"/>
                  </a:lnTo>
                  <a:lnTo>
                    <a:pt x="42580" y="91013"/>
                  </a:lnTo>
                  <a:lnTo>
                    <a:pt x="38374" y="94762"/>
                  </a:lnTo>
                  <a:lnTo>
                    <a:pt x="33223" y="98054"/>
                  </a:lnTo>
                  <a:lnTo>
                    <a:pt x="21061" y="98054"/>
                  </a:lnTo>
                  <a:lnTo>
                    <a:pt x="18409" y="93695"/>
                  </a:lnTo>
                  <a:lnTo>
                    <a:pt x="18409" y="83545"/>
                  </a:lnTo>
                  <a:lnTo>
                    <a:pt x="19964" y="75133"/>
                  </a:lnTo>
                  <a:lnTo>
                    <a:pt x="27462" y="32735"/>
                  </a:lnTo>
                  <a:lnTo>
                    <a:pt x="49590" y="32735"/>
                  </a:lnTo>
                  <a:lnTo>
                    <a:pt x="50383" y="28072"/>
                  </a:lnTo>
                  <a:lnTo>
                    <a:pt x="28376" y="28072"/>
                  </a:lnTo>
                  <a:lnTo>
                    <a:pt x="33223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861193" y="6668963"/>
              <a:ext cx="160233" cy="141579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5376271" y="5877905"/>
              <a:ext cx="0" cy="603885"/>
            </a:xfrm>
            <a:custGeom>
              <a:avLst/>
              <a:gdLst/>
              <a:ahLst/>
              <a:cxnLst/>
              <a:rect l="l" t="t" r="r" b="b"/>
              <a:pathLst>
                <a:path w="0" h="603885">
                  <a:moveTo>
                    <a:pt x="0" y="603400"/>
                  </a:moveTo>
                  <a:lnTo>
                    <a:pt x="0" y="0"/>
                  </a:lnTo>
                </a:path>
              </a:pathLst>
            </a:custGeom>
            <a:ln w="11337">
              <a:solidFill>
                <a:srgbClr val="231F2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4378003" y="6490235"/>
              <a:ext cx="1007110" cy="0"/>
            </a:xfrm>
            <a:custGeom>
              <a:avLst/>
              <a:gdLst/>
              <a:ahLst/>
              <a:cxnLst/>
              <a:rect l="l" t="t" r="r" b="b"/>
              <a:pathLst>
                <a:path w="1007110" h="0">
                  <a:moveTo>
                    <a:pt x="0" y="0"/>
                  </a:moveTo>
                  <a:lnTo>
                    <a:pt x="1006681" y="0"/>
                  </a:lnTo>
                </a:path>
              </a:pathLst>
            </a:custGeom>
            <a:ln w="11333">
              <a:solidFill>
                <a:srgbClr val="231F2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4263510" y="5938359"/>
              <a:ext cx="74295" cy="78740"/>
            </a:xfrm>
            <a:custGeom>
              <a:avLst/>
              <a:gdLst/>
              <a:ahLst/>
              <a:cxnLst/>
              <a:rect l="l" t="t" r="r" b="b"/>
              <a:pathLst>
                <a:path w="74295" h="78739">
                  <a:moveTo>
                    <a:pt x="65806" y="0"/>
                  </a:moveTo>
                  <a:lnTo>
                    <a:pt x="56296" y="0"/>
                  </a:lnTo>
                  <a:lnTo>
                    <a:pt x="52090" y="4663"/>
                  </a:lnTo>
                  <a:lnTo>
                    <a:pt x="52090" y="9814"/>
                  </a:lnTo>
                  <a:lnTo>
                    <a:pt x="54014" y="14881"/>
                  </a:lnTo>
                  <a:lnTo>
                    <a:pt x="58247" y="18714"/>
                  </a:lnTo>
                  <a:lnTo>
                    <a:pt x="62480" y="24216"/>
                  </a:lnTo>
                  <a:lnTo>
                    <a:pt x="43483" y="67182"/>
                  </a:lnTo>
                  <a:lnTo>
                    <a:pt x="30419" y="70286"/>
                  </a:lnTo>
                  <a:lnTo>
                    <a:pt x="23713" y="70286"/>
                  </a:lnTo>
                  <a:lnTo>
                    <a:pt x="18562" y="67939"/>
                  </a:lnTo>
                  <a:lnTo>
                    <a:pt x="18562" y="57972"/>
                  </a:lnTo>
                  <a:lnTo>
                    <a:pt x="28529" y="1554"/>
                  </a:lnTo>
                  <a:lnTo>
                    <a:pt x="23561" y="1554"/>
                  </a:lnTo>
                  <a:lnTo>
                    <a:pt x="16215" y="3718"/>
                  </a:lnTo>
                  <a:lnTo>
                    <a:pt x="8412" y="4663"/>
                  </a:lnTo>
                  <a:lnTo>
                    <a:pt x="792" y="5120"/>
                  </a:lnTo>
                  <a:lnTo>
                    <a:pt x="0" y="9814"/>
                  </a:lnTo>
                  <a:lnTo>
                    <a:pt x="3901" y="10424"/>
                  </a:lnTo>
                  <a:lnTo>
                    <a:pt x="8595" y="11521"/>
                  </a:lnTo>
                  <a:lnTo>
                    <a:pt x="10911" y="12923"/>
                  </a:lnTo>
                  <a:lnTo>
                    <a:pt x="10911" y="19933"/>
                  </a:lnTo>
                  <a:lnTo>
                    <a:pt x="4663" y="55168"/>
                  </a:lnTo>
                  <a:lnTo>
                    <a:pt x="4053" y="58917"/>
                  </a:lnTo>
                  <a:lnTo>
                    <a:pt x="4053" y="62514"/>
                  </a:lnTo>
                  <a:lnTo>
                    <a:pt x="5857" y="70300"/>
                  </a:lnTo>
                  <a:lnTo>
                    <a:pt x="10645" y="75125"/>
                  </a:lnTo>
                  <a:lnTo>
                    <a:pt x="17478" y="77584"/>
                  </a:lnTo>
                  <a:lnTo>
                    <a:pt x="25420" y="78272"/>
                  </a:lnTo>
                  <a:lnTo>
                    <a:pt x="46087" y="73391"/>
                  </a:lnTo>
                  <a:lnTo>
                    <a:pt x="61302" y="60525"/>
                  </a:lnTo>
                  <a:lnTo>
                    <a:pt x="70700" y="42345"/>
                  </a:lnTo>
                  <a:lnTo>
                    <a:pt x="73913" y="21518"/>
                  </a:lnTo>
                  <a:lnTo>
                    <a:pt x="73913" y="16672"/>
                  </a:lnTo>
                  <a:lnTo>
                    <a:pt x="73273" y="11216"/>
                  </a:lnTo>
                  <a:lnTo>
                    <a:pt x="69372" y="3261"/>
                  </a:lnTo>
                  <a:lnTo>
                    <a:pt x="65806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4315722" y="5988742"/>
              <a:ext cx="42545" cy="68580"/>
            </a:xfrm>
            <a:custGeom>
              <a:avLst/>
              <a:gdLst/>
              <a:ahLst/>
              <a:cxnLst/>
              <a:rect l="l" t="t" r="r" b="b"/>
              <a:pathLst>
                <a:path w="42545" h="68579">
                  <a:moveTo>
                    <a:pt x="26456" y="0"/>
                  </a:moveTo>
                  <a:lnTo>
                    <a:pt x="18318" y="0"/>
                  </a:lnTo>
                  <a:lnTo>
                    <a:pt x="15331" y="1066"/>
                  </a:lnTo>
                  <a:lnTo>
                    <a:pt x="8656" y="5791"/>
                  </a:lnTo>
                  <a:lnTo>
                    <a:pt x="5669" y="9845"/>
                  </a:lnTo>
                  <a:lnTo>
                    <a:pt x="3413" y="15239"/>
                  </a:lnTo>
                  <a:lnTo>
                    <a:pt x="1127" y="20634"/>
                  </a:lnTo>
                  <a:lnTo>
                    <a:pt x="0" y="27096"/>
                  </a:lnTo>
                  <a:lnTo>
                    <a:pt x="0" y="43373"/>
                  </a:lnTo>
                  <a:lnTo>
                    <a:pt x="1767" y="50871"/>
                  </a:lnTo>
                  <a:lnTo>
                    <a:pt x="9362" y="64343"/>
                  </a:lnTo>
                  <a:lnTo>
                    <a:pt x="9448" y="64495"/>
                  </a:lnTo>
                  <a:lnTo>
                    <a:pt x="14660" y="68183"/>
                  </a:lnTo>
                  <a:lnTo>
                    <a:pt x="24109" y="68183"/>
                  </a:lnTo>
                  <a:lnTo>
                    <a:pt x="27401" y="66995"/>
                  </a:lnTo>
                  <a:lnTo>
                    <a:pt x="30025" y="65135"/>
                  </a:lnTo>
                  <a:lnTo>
                    <a:pt x="17434" y="65135"/>
                  </a:lnTo>
                  <a:lnTo>
                    <a:pt x="14660" y="62727"/>
                  </a:lnTo>
                  <a:lnTo>
                    <a:pt x="12832" y="57911"/>
                  </a:lnTo>
                  <a:lnTo>
                    <a:pt x="10607" y="52212"/>
                  </a:lnTo>
                  <a:lnTo>
                    <a:pt x="9509" y="44836"/>
                  </a:lnTo>
                  <a:lnTo>
                    <a:pt x="9509" y="30205"/>
                  </a:lnTo>
                  <a:lnTo>
                    <a:pt x="9727" y="27096"/>
                  </a:lnTo>
                  <a:lnTo>
                    <a:pt x="9815" y="25825"/>
                  </a:lnTo>
                  <a:lnTo>
                    <a:pt x="19171" y="3200"/>
                  </a:lnTo>
                  <a:lnTo>
                    <a:pt x="31473" y="3200"/>
                  </a:lnTo>
                  <a:lnTo>
                    <a:pt x="30998" y="2590"/>
                  </a:lnTo>
                  <a:lnTo>
                    <a:pt x="26456" y="0"/>
                  </a:lnTo>
                  <a:close/>
                </a:path>
                <a:path w="42545" h="68579">
                  <a:moveTo>
                    <a:pt x="31473" y="3200"/>
                  </a:moveTo>
                  <a:lnTo>
                    <a:pt x="23256" y="3200"/>
                  </a:lnTo>
                  <a:lnTo>
                    <a:pt x="24841" y="3749"/>
                  </a:lnTo>
                  <a:lnTo>
                    <a:pt x="26151" y="4785"/>
                  </a:lnTo>
                  <a:lnTo>
                    <a:pt x="28011" y="6339"/>
                  </a:lnTo>
                  <a:lnTo>
                    <a:pt x="29504" y="8961"/>
                  </a:lnTo>
                  <a:lnTo>
                    <a:pt x="32217" y="17708"/>
                  </a:lnTo>
                  <a:lnTo>
                    <a:pt x="33009" y="23957"/>
                  </a:lnTo>
                  <a:lnTo>
                    <a:pt x="33009" y="41544"/>
                  </a:lnTo>
                  <a:lnTo>
                    <a:pt x="32247" y="49377"/>
                  </a:lnTo>
                  <a:lnTo>
                    <a:pt x="30754" y="54924"/>
                  </a:lnTo>
                  <a:lnTo>
                    <a:pt x="29989" y="57911"/>
                  </a:lnTo>
                  <a:lnTo>
                    <a:pt x="29887" y="58308"/>
                  </a:lnTo>
                  <a:lnTo>
                    <a:pt x="29809" y="58613"/>
                  </a:lnTo>
                  <a:lnTo>
                    <a:pt x="28376" y="61234"/>
                  </a:lnTo>
                  <a:lnTo>
                    <a:pt x="24627" y="64343"/>
                  </a:lnTo>
                  <a:lnTo>
                    <a:pt x="22829" y="65135"/>
                  </a:lnTo>
                  <a:lnTo>
                    <a:pt x="30025" y="65135"/>
                  </a:lnTo>
                  <a:lnTo>
                    <a:pt x="42489" y="33558"/>
                  </a:lnTo>
                  <a:lnTo>
                    <a:pt x="42097" y="27096"/>
                  </a:lnTo>
                  <a:lnTo>
                    <a:pt x="34991" y="7711"/>
                  </a:lnTo>
                  <a:lnTo>
                    <a:pt x="31473" y="32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4315721" y="5988743"/>
              <a:ext cx="42545" cy="68580"/>
            </a:xfrm>
            <a:custGeom>
              <a:avLst/>
              <a:gdLst/>
              <a:ahLst/>
              <a:cxnLst/>
              <a:rect l="l" t="t" r="r" b="b"/>
              <a:pathLst>
                <a:path w="42545" h="68579">
                  <a:moveTo>
                    <a:pt x="0" y="34588"/>
                  </a:moveTo>
                  <a:lnTo>
                    <a:pt x="0" y="27092"/>
                  </a:lnTo>
                  <a:lnTo>
                    <a:pt x="1127" y="20631"/>
                  </a:lnTo>
                  <a:lnTo>
                    <a:pt x="3383" y="15237"/>
                  </a:lnTo>
                  <a:lnTo>
                    <a:pt x="5639" y="9843"/>
                  </a:lnTo>
                  <a:lnTo>
                    <a:pt x="8657" y="5820"/>
                  </a:lnTo>
                  <a:lnTo>
                    <a:pt x="12407" y="3138"/>
                  </a:lnTo>
                  <a:lnTo>
                    <a:pt x="15303" y="1066"/>
                  </a:lnTo>
                  <a:lnTo>
                    <a:pt x="18321" y="0"/>
                  </a:lnTo>
                  <a:lnTo>
                    <a:pt x="21431" y="0"/>
                  </a:lnTo>
                  <a:lnTo>
                    <a:pt x="26430" y="0"/>
                  </a:lnTo>
                  <a:lnTo>
                    <a:pt x="42465" y="33583"/>
                  </a:lnTo>
                  <a:lnTo>
                    <a:pt x="42465" y="41201"/>
                  </a:lnTo>
                  <a:lnTo>
                    <a:pt x="30790" y="64575"/>
                  </a:lnTo>
                  <a:lnTo>
                    <a:pt x="27375" y="66983"/>
                  </a:lnTo>
                  <a:lnTo>
                    <a:pt x="24083" y="68172"/>
                  </a:lnTo>
                  <a:lnTo>
                    <a:pt x="20912" y="68172"/>
                  </a:lnTo>
                  <a:lnTo>
                    <a:pt x="14663" y="68172"/>
                  </a:lnTo>
                  <a:lnTo>
                    <a:pt x="9450" y="64515"/>
                  </a:lnTo>
                  <a:lnTo>
                    <a:pt x="5273" y="57109"/>
                  </a:lnTo>
                  <a:lnTo>
                    <a:pt x="1737" y="50862"/>
                  </a:lnTo>
                  <a:lnTo>
                    <a:pt x="0" y="43365"/>
                  </a:lnTo>
                  <a:lnTo>
                    <a:pt x="0" y="34588"/>
                  </a:lnTo>
                  <a:close/>
                </a:path>
                <a:path w="42545" h="68579">
                  <a:moveTo>
                    <a:pt x="9480" y="35777"/>
                  </a:moveTo>
                  <a:lnTo>
                    <a:pt x="9480" y="44828"/>
                  </a:lnTo>
                  <a:lnTo>
                    <a:pt x="10608" y="52203"/>
                  </a:lnTo>
                  <a:lnTo>
                    <a:pt x="12834" y="57932"/>
                  </a:lnTo>
                  <a:lnTo>
                    <a:pt x="14663" y="62717"/>
                  </a:lnTo>
                  <a:lnTo>
                    <a:pt x="17437" y="65155"/>
                  </a:lnTo>
                  <a:lnTo>
                    <a:pt x="21065" y="65155"/>
                  </a:lnTo>
                  <a:lnTo>
                    <a:pt x="22833" y="65155"/>
                  </a:lnTo>
                  <a:lnTo>
                    <a:pt x="30759" y="54945"/>
                  </a:lnTo>
                  <a:lnTo>
                    <a:pt x="32253" y="49369"/>
                  </a:lnTo>
                  <a:lnTo>
                    <a:pt x="32984" y="41537"/>
                  </a:lnTo>
                  <a:lnTo>
                    <a:pt x="32984" y="31449"/>
                  </a:lnTo>
                  <a:lnTo>
                    <a:pt x="32984" y="23953"/>
                  </a:lnTo>
                  <a:lnTo>
                    <a:pt x="23229" y="3199"/>
                  </a:lnTo>
                  <a:lnTo>
                    <a:pt x="21370" y="3199"/>
                  </a:lnTo>
                  <a:lnTo>
                    <a:pt x="19175" y="3199"/>
                  </a:lnTo>
                  <a:lnTo>
                    <a:pt x="10761" y="18802"/>
                  </a:lnTo>
                  <a:lnTo>
                    <a:pt x="9907" y="24532"/>
                  </a:lnTo>
                  <a:lnTo>
                    <a:pt x="9480" y="30200"/>
                  </a:lnTo>
                  <a:lnTo>
                    <a:pt x="9480" y="35777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4215090" y="5982923"/>
              <a:ext cx="36830" cy="0"/>
            </a:xfrm>
            <a:custGeom>
              <a:avLst/>
              <a:gdLst/>
              <a:ahLst/>
              <a:cxnLst/>
              <a:rect l="l" t="t" r="r" b="b"/>
              <a:pathLst>
                <a:path w="36829" h="0">
                  <a:moveTo>
                    <a:pt x="0" y="0"/>
                  </a:moveTo>
                  <a:lnTo>
                    <a:pt x="36246" y="0"/>
                  </a:lnTo>
                </a:path>
              </a:pathLst>
            </a:custGeom>
            <a:ln w="708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6" name="object 46"/>
          <p:cNvGrpSpPr/>
          <p:nvPr/>
        </p:nvGrpSpPr>
        <p:grpSpPr>
          <a:xfrm>
            <a:off x="4266893" y="3636965"/>
            <a:ext cx="1323975" cy="1121410"/>
            <a:chOff x="4266893" y="3636965"/>
            <a:chExt cx="1323975" cy="1121410"/>
          </a:xfrm>
        </p:grpSpPr>
        <p:sp>
          <p:nvSpPr>
            <p:cNvPr id="47" name="object 47"/>
            <p:cNvSpPr/>
            <p:nvPr/>
          </p:nvSpPr>
          <p:spPr>
            <a:xfrm>
              <a:off x="4392759" y="3689725"/>
              <a:ext cx="0" cy="932180"/>
            </a:xfrm>
            <a:custGeom>
              <a:avLst/>
              <a:gdLst/>
              <a:ahLst/>
              <a:cxnLst/>
              <a:rect l="l" t="t" r="r" b="b"/>
              <a:pathLst>
                <a:path w="0" h="932179">
                  <a:moveTo>
                    <a:pt x="0" y="0"/>
                  </a:moveTo>
                  <a:lnTo>
                    <a:pt x="0" y="931613"/>
                  </a:lnTo>
                </a:path>
              </a:pathLst>
            </a:custGeom>
            <a:ln w="1133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4361566" y="3636965"/>
              <a:ext cx="62865" cy="57150"/>
            </a:xfrm>
            <a:custGeom>
              <a:avLst/>
              <a:gdLst/>
              <a:ahLst/>
              <a:cxnLst/>
              <a:rect l="l" t="t" r="r" b="b"/>
              <a:pathLst>
                <a:path w="62864" h="57150">
                  <a:moveTo>
                    <a:pt x="31211" y="0"/>
                  </a:moveTo>
                  <a:lnTo>
                    <a:pt x="0" y="56723"/>
                  </a:lnTo>
                  <a:lnTo>
                    <a:pt x="62392" y="56723"/>
                  </a:lnTo>
                  <a:lnTo>
                    <a:pt x="31211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4389771" y="3857947"/>
              <a:ext cx="1003300" cy="495300"/>
            </a:xfrm>
            <a:custGeom>
              <a:avLst/>
              <a:gdLst/>
              <a:ahLst/>
              <a:cxnLst/>
              <a:rect l="l" t="t" r="r" b="b"/>
              <a:pathLst>
                <a:path w="1003300" h="495300">
                  <a:moveTo>
                    <a:pt x="1003053" y="0"/>
                  </a:moveTo>
                  <a:lnTo>
                    <a:pt x="0" y="495001"/>
                  </a:lnTo>
                </a:path>
              </a:pathLst>
            </a:custGeom>
            <a:ln w="14171">
              <a:solidFill>
                <a:srgbClr val="00AEE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4392759" y="4621339"/>
              <a:ext cx="1145540" cy="0"/>
            </a:xfrm>
            <a:custGeom>
              <a:avLst/>
              <a:gdLst/>
              <a:ahLst/>
              <a:cxnLst/>
              <a:rect l="l" t="t" r="r" b="b"/>
              <a:pathLst>
                <a:path w="1145539" h="0">
                  <a:moveTo>
                    <a:pt x="0" y="0"/>
                  </a:moveTo>
                  <a:lnTo>
                    <a:pt x="1145023" y="0"/>
                  </a:lnTo>
                </a:path>
              </a:pathLst>
            </a:custGeom>
            <a:ln w="11333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5533856" y="4590135"/>
              <a:ext cx="57150" cy="62865"/>
            </a:xfrm>
            <a:custGeom>
              <a:avLst/>
              <a:gdLst/>
              <a:ahLst/>
              <a:cxnLst/>
              <a:rect l="l" t="t" r="r" b="b"/>
              <a:pathLst>
                <a:path w="57150" h="62864">
                  <a:moveTo>
                    <a:pt x="0" y="0"/>
                  </a:moveTo>
                  <a:lnTo>
                    <a:pt x="0" y="62392"/>
                  </a:lnTo>
                  <a:lnTo>
                    <a:pt x="56692" y="312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2" name="object 5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280861" y="4606930"/>
              <a:ext cx="66683" cy="107167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5378896" y="4653320"/>
              <a:ext cx="50800" cy="104775"/>
            </a:xfrm>
            <a:custGeom>
              <a:avLst/>
              <a:gdLst/>
              <a:ahLst/>
              <a:cxnLst/>
              <a:rect l="l" t="t" r="r" b="b"/>
              <a:pathLst>
                <a:path w="50800" h="104775">
                  <a:moveTo>
                    <a:pt x="33223" y="0"/>
                  </a:moveTo>
                  <a:lnTo>
                    <a:pt x="27462" y="0"/>
                  </a:lnTo>
                  <a:lnTo>
                    <a:pt x="24495" y="11201"/>
                  </a:lnTo>
                  <a:lnTo>
                    <a:pt x="19796" y="19933"/>
                  </a:lnTo>
                  <a:lnTo>
                    <a:pt x="12263" y="25717"/>
                  </a:lnTo>
                  <a:lnTo>
                    <a:pt x="792" y="28072"/>
                  </a:lnTo>
                  <a:lnTo>
                    <a:pt x="0" y="32735"/>
                  </a:lnTo>
                  <a:lnTo>
                    <a:pt x="13258" y="32735"/>
                  </a:lnTo>
                  <a:lnTo>
                    <a:pt x="4541" y="82143"/>
                  </a:lnTo>
                  <a:lnTo>
                    <a:pt x="3444" y="87294"/>
                  </a:lnTo>
                  <a:lnTo>
                    <a:pt x="3444" y="101925"/>
                  </a:lnTo>
                  <a:lnTo>
                    <a:pt x="13746" y="104759"/>
                  </a:lnTo>
                  <a:lnTo>
                    <a:pt x="22158" y="104759"/>
                  </a:lnTo>
                  <a:lnTo>
                    <a:pt x="28686" y="104078"/>
                  </a:lnTo>
                  <a:lnTo>
                    <a:pt x="35013" y="102123"/>
                  </a:lnTo>
                  <a:lnTo>
                    <a:pt x="40872" y="99024"/>
                  </a:lnTo>
                  <a:lnTo>
                    <a:pt x="45994" y="94914"/>
                  </a:lnTo>
                  <a:lnTo>
                    <a:pt x="42580" y="91043"/>
                  </a:lnTo>
                  <a:lnTo>
                    <a:pt x="38374" y="94762"/>
                  </a:lnTo>
                  <a:lnTo>
                    <a:pt x="33223" y="98054"/>
                  </a:lnTo>
                  <a:lnTo>
                    <a:pt x="21061" y="98054"/>
                  </a:lnTo>
                  <a:lnTo>
                    <a:pt x="18409" y="93665"/>
                  </a:lnTo>
                  <a:lnTo>
                    <a:pt x="18409" y="83545"/>
                  </a:lnTo>
                  <a:lnTo>
                    <a:pt x="19994" y="75133"/>
                  </a:lnTo>
                  <a:lnTo>
                    <a:pt x="27462" y="32735"/>
                  </a:lnTo>
                  <a:lnTo>
                    <a:pt x="49590" y="32735"/>
                  </a:lnTo>
                  <a:lnTo>
                    <a:pt x="50383" y="28072"/>
                  </a:lnTo>
                  <a:lnTo>
                    <a:pt x="28407" y="28072"/>
                  </a:lnTo>
                  <a:lnTo>
                    <a:pt x="33223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5389380" y="3852248"/>
              <a:ext cx="0" cy="769620"/>
            </a:xfrm>
            <a:custGeom>
              <a:avLst/>
              <a:gdLst/>
              <a:ahLst/>
              <a:cxnLst/>
              <a:rect l="l" t="t" r="r" b="b"/>
              <a:pathLst>
                <a:path w="0" h="769620">
                  <a:moveTo>
                    <a:pt x="0" y="0"/>
                  </a:moveTo>
                  <a:lnTo>
                    <a:pt x="0" y="769091"/>
                  </a:lnTo>
                </a:path>
              </a:pathLst>
            </a:custGeom>
            <a:ln w="11337">
              <a:solidFill>
                <a:srgbClr val="231F2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4391112" y="3852278"/>
              <a:ext cx="1007110" cy="0"/>
            </a:xfrm>
            <a:custGeom>
              <a:avLst/>
              <a:gdLst/>
              <a:ahLst/>
              <a:cxnLst/>
              <a:rect l="l" t="t" r="r" b="b"/>
              <a:pathLst>
                <a:path w="1007110" h="0">
                  <a:moveTo>
                    <a:pt x="0" y="0"/>
                  </a:moveTo>
                  <a:lnTo>
                    <a:pt x="1006681" y="0"/>
                  </a:lnTo>
                </a:path>
              </a:pathLst>
            </a:custGeom>
            <a:ln w="11333">
              <a:solidFill>
                <a:srgbClr val="231F2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6" name="object 5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282866" y="3815029"/>
              <a:ext cx="73913" cy="78272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266893" y="4337122"/>
              <a:ext cx="96813" cy="138154"/>
            </a:xfrm>
            <a:prstGeom prst="rect">
              <a:avLst/>
            </a:prstGeom>
          </p:spPr>
        </p:pic>
      </p:grpSp>
      <p:pic>
        <p:nvPicPr>
          <p:cNvPr id="58" name="object 58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4880579" y="4824679"/>
            <a:ext cx="160263" cy="141549"/>
          </a:xfrm>
          <a:prstGeom prst="rect">
            <a:avLst/>
          </a:prstGeom>
        </p:spPr>
      </p:pic>
      <p:grpSp>
        <p:nvGrpSpPr>
          <p:cNvPr id="59" name="object 59"/>
          <p:cNvGrpSpPr/>
          <p:nvPr/>
        </p:nvGrpSpPr>
        <p:grpSpPr>
          <a:xfrm>
            <a:off x="5701618" y="3636965"/>
            <a:ext cx="1306195" cy="1121410"/>
            <a:chOff x="5701618" y="3636965"/>
            <a:chExt cx="1306195" cy="1121410"/>
          </a:xfrm>
        </p:grpSpPr>
        <p:sp>
          <p:nvSpPr>
            <p:cNvPr id="60" name="object 60"/>
            <p:cNvSpPr/>
            <p:nvPr/>
          </p:nvSpPr>
          <p:spPr>
            <a:xfrm>
              <a:off x="5809405" y="3689726"/>
              <a:ext cx="0" cy="932180"/>
            </a:xfrm>
            <a:custGeom>
              <a:avLst/>
              <a:gdLst/>
              <a:ahLst/>
              <a:cxnLst/>
              <a:rect l="l" t="t" r="r" b="b"/>
              <a:pathLst>
                <a:path w="0" h="932179">
                  <a:moveTo>
                    <a:pt x="0" y="0"/>
                  </a:moveTo>
                  <a:lnTo>
                    <a:pt x="0" y="931613"/>
                  </a:lnTo>
                </a:path>
              </a:pathLst>
            </a:custGeom>
            <a:ln w="1133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5778214" y="3636965"/>
              <a:ext cx="62865" cy="57150"/>
            </a:xfrm>
            <a:custGeom>
              <a:avLst/>
              <a:gdLst/>
              <a:ahLst/>
              <a:cxnLst/>
              <a:rect l="l" t="t" r="r" b="b"/>
              <a:pathLst>
                <a:path w="62864" h="57150">
                  <a:moveTo>
                    <a:pt x="31181" y="0"/>
                  </a:moveTo>
                  <a:lnTo>
                    <a:pt x="0" y="56723"/>
                  </a:lnTo>
                  <a:lnTo>
                    <a:pt x="62392" y="56723"/>
                  </a:lnTo>
                  <a:lnTo>
                    <a:pt x="31181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5806417" y="3857947"/>
              <a:ext cx="1003300" cy="495300"/>
            </a:xfrm>
            <a:custGeom>
              <a:avLst/>
              <a:gdLst/>
              <a:ahLst/>
              <a:cxnLst/>
              <a:rect l="l" t="t" r="r" b="b"/>
              <a:pathLst>
                <a:path w="1003300" h="495300">
                  <a:moveTo>
                    <a:pt x="0" y="0"/>
                  </a:moveTo>
                  <a:lnTo>
                    <a:pt x="1003053" y="495001"/>
                  </a:lnTo>
                </a:path>
              </a:pathLst>
            </a:custGeom>
            <a:ln w="14171">
              <a:solidFill>
                <a:srgbClr val="00AEE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5809374" y="4621340"/>
              <a:ext cx="1145540" cy="0"/>
            </a:xfrm>
            <a:custGeom>
              <a:avLst/>
              <a:gdLst/>
              <a:ahLst/>
              <a:cxnLst/>
              <a:rect l="l" t="t" r="r" b="b"/>
              <a:pathLst>
                <a:path w="1145540" h="0">
                  <a:moveTo>
                    <a:pt x="0" y="0"/>
                  </a:moveTo>
                  <a:lnTo>
                    <a:pt x="1145023" y="0"/>
                  </a:lnTo>
                </a:path>
              </a:pathLst>
            </a:custGeom>
            <a:ln w="11333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6950475" y="4590136"/>
              <a:ext cx="57150" cy="62865"/>
            </a:xfrm>
            <a:custGeom>
              <a:avLst/>
              <a:gdLst/>
              <a:ahLst/>
              <a:cxnLst/>
              <a:rect l="l" t="t" r="r" b="b"/>
              <a:pathLst>
                <a:path w="57150" h="62864">
                  <a:moveTo>
                    <a:pt x="0" y="0"/>
                  </a:moveTo>
                  <a:lnTo>
                    <a:pt x="0" y="62392"/>
                  </a:lnTo>
                  <a:lnTo>
                    <a:pt x="56723" y="312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5" name="object 6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712659" y="4648657"/>
              <a:ext cx="66683" cy="107137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6791735" y="4653321"/>
              <a:ext cx="50800" cy="104775"/>
            </a:xfrm>
            <a:custGeom>
              <a:avLst/>
              <a:gdLst/>
              <a:ahLst/>
              <a:cxnLst/>
              <a:rect l="l" t="t" r="r" b="b"/>
              <a:pathLst>
                <a:path w="50800" h="104775">
                  <a:moveTo>
                    <a:pt x="33223" y="0"/>
                  </a:moveTo>
                  <a:lnTo>
                    <a:pt x="27462" y="0"/>
                  </a:lnTo>
                  <a:lnTo>
                    <a:pt x="24491" y="11201"/>
                  </a:lnTo>
                  <a:lnTo>
                    <a:pt x="19785" y="19933"/>
                  </a:lnTo>
                  <a:lnTo>
                    <a:pt x="12250" y="25717"/>
                  </a:lnTo>
                  <a:lnTo>
                    <a:pt x="792" y="28072"/>
                  </a:lnTo>
                  <a:lnTo>
                    <a:pt x="0" y="32735"/>
                  </a:lnTo>
                  <a:lnTo>
                    <a:pt x="13258" y="32735"/>
                  </a:lnTo>
                  <a:lnTo>
                    <a:pt x="4541" y="82143"/>
                  </a:lnTo>
                  <a:lnTo>
                    <a:pt x="3444" y="87294"/>
                  </a:lnTo>
                  <a:lnTo>
                    <a:pt x="3444" y="101925"/>
                  </a:lnTo>
                  <a:lnTo>
                    <a:pt x="13746" y="104759"/>
                  </a:lnTo>
                  <a:lnTo>
                    <a:pt x="22158" y="104759"/>
                  </a:lnTo>
                  <a:lnTo>
                    <a:pt x="28686" y="104078"/>
                  </a:lnTo>
                  <a:lnTo>
                    <a:pt x="35013" y="102123"/>
                  </a:lnTo>
                  <a:lnTo>
                    <a:pt x="40872" y="99024"/>
                  </a:lnTo>
                  <a:lnTo>
                    <a:pt x="45994" y="94914"/>
                  </a:lnTo>
                  <a:lnTo>
                    <a:pt x="42580" y="91043"/>
                  </a:lnTo>
                  <a:lnTo>
                    <a:pt x="38374" y="94762"/>
                  </a:lnTo>
                  <a:lnTo>
                    <a:pt x="33223" y="98054"/>
                  </a:lnTo>
                  <a:lnTo>
                    <a:pt x="21061" y="98054"/>
                  </a:lnTo>
                  <a:lnTo>
                    <a:pt x="18409" y="93665"/>
                  </a:lnTo>
                  <a:lnTo>
                    <a:pt x="18409" y="83545"/>
                  </a:lnTo>
                  <a:lnTo>
                    <a:pt x="19171" y="79187"/>
                  </a:lnTo>
                  <a:lnTo>
                    <a:pt x="19964" y="75133"/>
                  </a:lnTo>
                  <a:lnTo>
                    <a:pt x="27462" y="32735"/>
                  </a:lnTo>
                  <a:lnTo>
                    <a:pt x="49590" y="32735"/>
                  </a:lnTo>
                  <a:lnTo>
                    <a:pt x="50383" y="28072"/>
                  </a:lnTo>
                  <a:lnTo>
                    <a:pt x="28376" y="28072"/>
                  </a:lnTo>
                  <a:lnTo>
                    <a:pt x="33223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5807728" y="4358800"/>
              <a:ext cx="1007110" cy="0"/>
            </a:xfrm>
            <a:custGeom>
              <a:avLst/>
              <a:gdLst/>
              <a:ahLst/>
              <a:cxnLst/>
              <a:rect l="l" t="t" r="r" b="b"/>
              <a:pathLst>
                <a:path w="1007109" h="0">
                  <a:moveTo>
                    <a:pt x="0" y="0"/>
                  </a:moveTo>
                  <a:lnTo>
                    <a:pt x="1006681" y="0"/>
                  </a:lnTo>
                </a:path>
              </a:pathLst>
            </a:custGeom>
            <a:ln w="11333">
              <a:solidFill>
                <a:srgbClr val="231F2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8" name="object 68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701618" y="4354007"/>
              <a:ext cx="73913" cy="78272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6808800" y="4359440"/>
              <a:ext cx="0" cy="260985"/>
            </a:xfrm>
            <a:custGeom>
              <a:avLst/>
              <a:gdLst/>
              <a:ahLst/>
              <a:cxnLst/>
              <a:rect l="l" t="t" r="r" b="b"/>
              <a:pathLst>
                <a:path w="0" h="260985">
                  <a:moveTo>
                    <a:pt x="0" y="0"/>
                  </a:moveTo>
                  <a:lnTo>
                    <a:pt x="0" y="260741"/>
                  </a:lnTo>
                </a:path>
              </a:pathLst>
            </a:custGeom>
            <a:ln w="11337">
              <a:solidFill>
                <a:srgbClr val="231F2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0" name="object 70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706493" y="3825333"/>
              <a:ext cx="94680" cy="138135"/>
            </a:xfrm>
            <a:prstGeom prst="rect">
              <a:avLst/>
            </a:prstGeom>
          </p:spPr>
        </p:pic>
      </p:grpSp>
      <p:pic>
        <p:nvPicPr>
          <p:cNvPr id="71" name="object 71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6297228" y="4824679"/>
            <a:ext cx="168980" cy="141549"/>
          </a:xfrm>
          <a:prstGeom prst="rect">
            <a:avLst/>
          </a:prstGeom>
        </p:spPr>
      </p:pic>
      <p:grpSp>
        <p:nvGrpSpPr>
          <p:cNvPr id="72" name="object 72"/>
          <p:cNvGrpSpPr/>
          <p:nvPr/>
        </p:nvGrpSpPr>
        <p:grpSpPr>
          <a:xfrm>
            <a:off x="5656293" y="5146213"/>
            <a:ext cx="1437640" cy="1023619"/>
            <a:chOff x="5656293" y="5146213"/>
            <a:chExt cx="1437640" cy="1023619"/>
          </a:xfrm>
        </p:grpSpPr>
        <p:sp>
          <p:nvSpPr>
            <p:cNvPr id="73" name="object 73"/>
            <p:cNvSpPr/>
            <p:nvPr/>
          </p:nvSpPr>
          <p:spPr>
            <a:xfrm>
              <a:off x="5809404" y="5198958"/>
              <a:ext cx="0" cy="932180"/>
            </a:xfrm>
            <a:custGeom>
              <a:avLst/>
              <a:gdLst/>
              <a:ahLst/>
              <a:cxnLst/>
              <a:rect l="l" t="t" r="r" b="b"/>
              <a:pathLst>
                <a:path w="0" h="932179">
                  <a:moveTo>
                    <a:pt x="0" y="0"/>
                  </a:moveTo>
                  <a:lnTo>
                    <a:pt x="0" y="931613"/>
                  </a:lnTo>
                </a:path>
              </a:pathLst>
            </a:custGeom>
            <a:ln w="1133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5778213" y="5146213"/>
              <a:ext cx="62865" cy="57150"/>
            </a:xfrm>
            <a:custGeom>
              <a:avLst/>
              <a:gdLst/>
              <a:ahLst/>
              <a:cxnLst/>
              <a:rect l="l" t="t" r="r" b="b"/>
              <a:pathLst>
                <a:path w="62864" h="57150">
                  <a:moveTo>
                    <a:pt x="31181" y="0"/>
                  </a:moveTo>
                  <a:lnTo>
                    <a:pt x="0" y="56662"/>
                  </a:lnTo>
                  <a:lnTo>
                    <a:pt x="62392" y="56662"/>
                  </a:lnTo>
                  <a:lnTo>
                    <a:pt x="31181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5806416" y="5367149"/>
              <a:ext cx="1183640" cy="762635"/>
            </a:xfrm>
            <a:custGeom>
              <a:avLst/>
              <a:gdLst/>
              <a:ahLst/>
              <a:cxnLst/>
              <a:rect l="l" t="t" r="r" b="b"/>
              <a:pathLst>
                <a:path w="1183640" h="762635">
                  <a:moveTo>
                    <a:pt x="0" y="0"/>
                  </a:moveTo>
                  <a:lnTo>
                    <a:pt x="1183190" y="762569"/>
                  </a:lnTo>
                </a:path>
              </a:pathLst>
            </a:custGeom>
            <a:ln w="14172">
              <a:solidFill>
                <a:srgbClr val="00AEE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5809373" y="5865320"/>
              <a:ext cx="1231900" cy="0"/>
            </a:xfrm>
            <a:custGeom>
              <a:avLst/>
              <a:gdLst/>
              <a:ahLst/>
              <a:cxnLst/>
              <a:rect l="l" t="t" r="r" b="b"/>
              <a:pathLst>
                <a:path w="1231900" h="0">
                  <a:moveTo>
                    <a:pt x="0" y="0"/>
                  </a:moveTo>
                  <a:lnTo>
                    <a:pt x="1231540" y="0"/>
                  </a:lnTo>
                </a:path>
              </a:pathLst>
            </a:custGeom>
            <a:ln w="11333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7037006" y="5834147"/>
              <a:ext cx="57150" cy="62865"/>
            </a:xfrm>
            <a:custGeom>
              <a:avLst/>
              <a:gdLst/>
              <a:ahLst/>
              <a:cxnLst/>
              <a:rect l="l" t="t" r="r" b="b"/>
              <a:pathLst>
                <a:path w="57150" h="62864">
                  <a:moveTo>
                    <a:pt x="0" y="0"/>
                  </a:moveTo>
                  <a:lnTo>
                    <a:pt x="0" y="62362"/>
                  </a:lnTo>
                  <a:lnTo>
                    <a:pt x="56723" y="311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8" name="object 78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679191" y="5823296"/>
              <a:ext cx="66652" cy="107137"/>
            </a:xfrm>
            <a:prstGeom prst="rect">
              <a:avLst/>
            </a:prstGeom>
          </p:spPr>
        </p:pic>
        <p:sp>
          <p:nvSpPr>
            <p:cNvPr id="79" name="object 79"/>
            <p:cNvSpPr/>
            <p:nvPr/>
          </p:nvSpPr>
          <p:spPr>
            <a:xfrm>
              <a:off x="5807727" y="6138587"/>
              <a:ext cx="1188085" cy="0"/>
            </a:xfrm>
            <a:custGeom>
              <a:avLst/>
              <a:gdLst/>
              <a:ahLst/>
              <a:cxnLst/>
              <a:rect l="l" t="t" r="r" b="b"/>
              <a:pathLst>
                <a:path w="1188084" h="0">
                  <a:moveTo>
                    <a:pt x="0" y="0"/>
                  </a:moveTo>
                  <a:lnTo>
                    <a:pt x="1187488" y="0"/>
                  </a:lnTo>
                </a:path>
              </a:pathLst>
            </a:custGeom>
            <a:ln w="11333">
              <a:solidFill>
                <a:srgbClr val="231F2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6982595" y="5862943"/>
              <a:ext cx="1905" cy="276225"/>
            </a:xfrm>
            <a:custGeom>
              <a:avLst/>
              <a:gdLst/>
              <a:ahLst/>
              <a:cxnLst/>
              <a:rect l="l" t="t" r="r" b="b"/>
              <a:pathLst>
                <a:path w="1904" h="276225">
                  <a:moveTo>
                    <a:pt x="0" y="0"/>
                  </a:moveTo>
                  <a:lnTo>
                    <a:pt x="1890" y="275918"/>
                  </a:lnTo>
                </a:path>
              </a:pathLst>
            </a:custGeom>
            <a:ln w="11337">
              <a:solidFill>
                <a:srgbClr val="231F2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6539509" y="5713602"/>
              <a:ext cx="447675" cy="272415"/>
            </a:xfrm>
            <a:custGeom>
              <a:avLst/>
              <a:gdLst/>
              <a:ahLst/>
              <a:cxnLst/>
              <a:rect l="l" t="t" r="r" b="b"/>
              <a:pathLst>
                <a:path w="447675" h="272414">
                  <a:moveTo>
                    <a:pt x="50355" y="195503"/>
                  </a:moveTo>
                  <a:lnTo>
                    <a:pt x="28371" y="195503"/>
                  </a:lnTo>
                  <a:lnTo>
                    <a:pt x="33185" y="167462"/>
                  </a:lnTo>
                  <a:lnTo>
                    <a:pt x="27432" y="167462"/>
                  </a:lnTo>
                  <a:lnTo>
                    <a:pt x="24472" y="178663"/>
                  </a:lnTo>
                  <a:lnTo>
                    <a:pt x="19773" y="187388"/>
                  </a:lnTo>
                  <a:lnTo>
                    <a:pt x="12242" y="193167"/>
                  </a:lnTo>
                  <a:lnTo>
                    <a:pt x="787" y="195503"/>
                  </a:lnTo>
                  <a:lnTo>
                    <a:pt x="0" y="200190"/>
                  </a:lnTo>
                  <a:lnTo>
                    <a:pt x="13258" y="200190"/>
                  </a:lnTo>
                  <a:lnTo>
                    <a:pt x="4508" y="249605"/>
                  </a:lnTo>
                  <a:lnTo>
                    <a:pt x="3416" y="254749"/>
                  </a:lnTo>
                  <a:lnTo>
                    <a:pt x="3416" y="269379"/>
                  </a:lnTo>
                  <a:lnTo>
                    <a:pt x="13716" y="272224"/>
                  </a:lnTo>
                  <a:lnTo>
                    <a:pt x="22123" y="272224"/>
                  </a:lnTo>
                  <a:lnTo>
                    <a:pt x="28663" y="271538"/>
                  </a:lnTo>
                  <a:lnTo>
                    <a:pt x="35001" y="269582"/>
                  </a:lnTo>
                  <a:lnTo>
                    <a:pt x="40855" y="266484"/>
                  </a:lnTo>
                  <a:lnTo>
                    <a:pt x="45986" y="262369"/>
                  </a:lnTo>
                  <a:lnTo>
                    <a:pt x="42545" y="258470"/>
                  </a:lnTo>
                  <a:lnTo>
                    <a:pt x="38341" y="262216"/>
                  </a:lnTo>
                  <a:lnTo>
                    <a:pt x="33185" y="265480"/>
                  </a:lnTo>
                  <a:lnTo>
                    <a:pt x="21031" y="265480"/>
                  </a:lnTo>
                  <a:lnTo>
                    <a:pt x="18402" y="261124"/>
                  </a:lnTo>
                  <a:lnTo>
                    <a:pt x="18402" y="251002"/>
                  </a:lnTo>
                  <a:lnTo>
                    <a:pt x="27432" y="200190"/>
                  </a:lnTo>
                  <a:lnTo>
                    <a:pt x="49593" y="200190"/>
                  </a:lnTo>
                  <a:lnTo>
                    <a:pt x="50355" y="195503"/>
                  </a:lnTo>
                  <a:close/>
                </a:path>
                <a:path w="447675" h="272414">
                  <a:moveTo>
                    <a:pt x="447509" y="28041"/>
                  </a:moveTo>
                  <a:lnTo>
                    <a:pt x="425526" y="28041"/>
                  </a:lnTo>
                  <a:lnTo>
                    <a:pt x="430339" y="0"/>
                  </a:lnTo>
                  <a:lnTo>
                    <a:pt x="424586" y="0"/>
                  </a:lnTo>
                  <a:lnTo>
                    <a:pt x="421627" y="11201"/>
                  </a:lnTo>
                  <a:lnTo>
                    <a:pt x="416928" y="19939"/>
                  </a:lnTo>
                  <a:lnTo>
                    <a:pt x="409397" y="25704"/>
                  </a:lnTo>
                  <a:lnTo>
                    <a:pt x="397941" y="28041"/>
                  </a:lnTo>
                  <a:lnTo>
                    <a:pt x="397154" y="32740"/>
                  </a:lnTo>
                  <a:lnTo>
                    <a:pt x="410413" y="32740"/>
                  </a:lnTo>
                  <a:lnTo>
                    <a:pt x="401662" y="82118"/>
                  </a:lnTo>
                  <a:lnTo>
                    <a:pt x="400570" y="87299"/>
                  </a:lnTo>
                  <a:lnTo>
                    <a:pt x="400570" y="101930"/>
                  </a:lnTo>
                  <a:lnTo>
                    <a:pt x="410870" y="104762"/>
                  </a:lnTo>
                  <a:lnTo>
                    <a:pt x="419277" y="104762"/>
                  </a:lnTo>
                  <a:lnTo>
                    <a:pt x="425818" y="104076"/>
                  </a:lnTo>
                  <a:lnTo>
                    <a:pt x="432155" y="102120"/>
                  </a:lnTo>
                  <a:lnTo>
                    <a:pt x="438023" y="99021"/>
                  </a:lnTo>
                  <a:lnTo>
                    <a:pt x="443141" y="94919"/>
                  </a:lnTo>
                  <a:lnTo>
                    <a:pt x="439699" y="91020"/>
                  </a:lnTo>
                  <a:lnTo>
                    <a:pt x="435495" y="94767"/>
                  </a:lnTo>
                  <a:lnTo>
                    <a:pt x="430339" y="98031"/>
                  </a:lnTo>
                  <a:lnTo>
                    <a:pt x="418185" y="98031"/>
                  </a:lnTo>
                  <a:lnTo>
                    <a:pt x="415556" y="93662"/>
                  </a:lnTo>
                  <a:lnTo>
                    <a:pt x="415556" y="83553"/>
                  </a:lnTo>
                  <a:lnTo>
                    <a:pt x="416318" y="79184"/>
                  </a:lnTo>
                  <a:lnTo>
                    <a:pt x="417118" y="75107"/>
                  </a:lnTo>
                  <a:lnTo>
                    <a:pt x="424586" y="32740"/>
                  </a:lnTo>
                  <a:lnTo>
                    <a:pt x="446747" y="32740"/>
                  </a:lnTo>
                  <a:lnTo>
                    <a:pt x="447509" y="28041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6583056" y="5836125"/>
              <a:ext cx="0" cy="68580"/>
            </a:xfrm>
            <a:custGeom>
              <a:avLst/>
              <a:gdLst/>
              <a:ahLst/>
              <a:cxnLst/>
              <a:rect l="l" t="t" r="r" b="b"/>
              <a:pathLst>
                <a:path w="0" h="68579">
                  <a:moveTo>
                    <a:pt x="0" y="0"/>
                  </a:moveTo>
                  <a:lnTo>
                    <a:pt x="0" y="68172"/>
                  </a:lnTo>
                </a:path>
              </a:pathLst>
            </a:custGeom>
            <a:ln w="1133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3" name="object 83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656293" y="6090941"/>
              <a:ext cx="125364" cy="78272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694057" y="5335952"/>
              <a:ext cx="92445" cy="138135"/>
            </a:xfrm>
            <a:prstGeom prst="rect">
              <a:avLst/>
            </a:prstGeom>
          </p:spPr>
        </p:pic>
        <p:sp>
          <p:nvSpPr>
            <p:cNvPr id="85" name="object 85"/>
            <p:cNvSpPr/>
            <p:nvPr/>
          </p:nvSpPr>
          <p:spPr>
            <a:xfrm>
              <a:off x="6574441" y="5952136"/>
              <a:ext cx="26034" cy="67310"/>
            </a:xfrm>
            <a:custGeom>
              <a:avLst/>
              <a:gdLst/>
              <a:ahLst/>
              <a:cxnLst/>
              <a:rect l="l" t="t" r="r" b="b"/>
              <a:pathLst>
                <a:path w="26034" h="67310">
                  <a:moveTo>
                    <a:pt x="17617" y="0"/>
                  </a:moveTo>
                  <a:lnTo>
                    <a:pt x="16001" y="0"/>
                  </a:lnTo>
                  <a:lnTo>
                    <a:pt x="0" y="7802"/>
                  </a:lnTo>
                  <a:lnTo>
                    <a:pt x="731" y="9326"/>
                  </a:lnTo>
                  <a:lnTo>
                    <a:pt x="2865" y="8290"/>
                  </a:lnTo>
                  <a:lnTo>
                    <a:pt x="4541" y="7802"/>
                  </a:lnTo>
                  <a:lnTo>
                    <a:pt x="6583" y="7802"/>
                  </a:lnTo>
                  <a:lnTo>
                    <a:pt x="7284" y="8046"/>
                  </a:lnTo>
                  <a:lnTo>
                    <a:pt x="8473" y="9022"/>
                  </a:lnTo>
                  <a:lnTo>
                    <a:pt x="8900" y="9784"/>
                  </a:lnTo>
                  <a:lnTo>
                    <a:pt x="9448" y="12161"/>
                  </a:lnTo>
                  <a:lnTo>
                    <a:pt x="9601" y="15239"/>
                  </a:lnTo>
                  <a:lnTo>
                    <a:pt x="9601" y="59405"/>
                  </a:lnTo>
                  <a:lnTo>
                    <a:pt x="1158" y="65257"/>
                  </a:lnTo>
                  <a:lnTo>
                    <a:pt x="1158" y="67025"/>
                  </a:lnTo>
                  <a:lnTo>
                    <a:pt x="25877" y="67025"/>
                  </a:lnTo>
                  <a:lnTo>
                    <a:pt x="25877" y="65257"/>
                  </a:lnTo>
                  <a:lnTo>
                    <a:pt x="22920" y="65196"/>
                  </a:lnTo>
                  <a:lnTo>
                    <a:pt x="20939" y="64891"/>
                  </a:lnTo>
                  <a:lnTo>
                    <a:pt x="17617" y="59131"/>
                  </a:lnTo>
                  <a:lnTo>
                    <a:pt x="1761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6574428" y="5952143"/>
              <a:ext cx="26034" cy="67310"/>
            </a:xfrm>
            <a:custGeom>
              <a:avLst/>
              <a:gdLst/>
              <a:ahLst/>
              <a:cxnLst/>
              <a:rect l="l" t="t" r="r" b="b"/>
              <a:pathLst>
                <a:path w="26034" h="67310">
                  <a:moveTo>
                    <a:pt x="0" y="7801"/>
                  </a:moveTo>
                  <a:lnTo>
                    <a:pt x="16004" y="0"/>
                  </a:lnTo>
                  <a:lnTo>
                    <a:pt x="17620" y="0"/>
                  </a:lnTo>
                  <a:lnTo>
                    <a:pt x="17620" y="55464"/>
                  </a:lnTo>
                  <a:lnTo>
                    <a:pt x="17620" y="59120"/>
                  </a:lnTo>
                  <a:lnTo>
                    <a:pt x="25881" y="65246"/>
                  </a:lnTo>
                  <a:lnTo>
                    <a:pt x="25881" y="67013"/>
                  </a:lnTo>
                  <a:lnTo>
                    <a:pt x="1158" y="67013"/>
                  </a:lnTo>
                  <a:lnTo>
                    <a:pt x="1158" y="65246"/>
                  </a:lnTo>
                  <a:lnTo>
                    <a:pt x="4298" y="65185"/>
                  </a:lnTo>
                  <a:lnTo>
                    <a:pt x="6279" y="64911"/>
                  </a:lnTo>
                  <a:lnTo>
                    <a:pt x="7194" y="64423"/>
                  </a:lnTo>
                  <a:lnTo>
                    <a:pt x="8078" y="63966"/>
                  </a:lnTo>
                  <a:lnTo>
                    <a:pt x="8718" y="63356"/>
                  </a:lnTo>
                  <a:lnTo>
                    <a:pt x="9084" y="62564"/>
                  </a:lnTo>
                  <a:lnTo>
                    <a:pt x="9419" y="61741"/>
                  </a:lnTo>
                  <a:lnTo>
                    <a:pt x="9602" y="59395"/>
                  </a:lnTo>
                  <a:lnTo>
                    <a:pt x="9602" y="55464"/>
                  </a:lnTo>
                  <a:lnTo>
                    <a:pt x="9602" y="19991"/>
                  </a:lnTo>
                  <a:lnTo>
                    <a:pt x="9602" y="15237"/>
                  </a:lnTo>
                  <a:lnTo>
                    <a:pt x="9450" y="12159"/>
                  </a:lnTo>
                  <a:lnTo>
                    <a:pt x="9115" y="10818"/>
                  </a:lnTo>
                  <a:lnTo>
                    <a:pt x="8901" y="9782"/>
                  </a:lnTo>
                  <a:lnTo>
                    <a:pt x="8474" y="9020"/>
                  </a:lnTo>
                  <a:lnTo>
                    <a:pt x="7865" y="8532"/>
                  </a:lnTo>
                  <a:lnTo>
                    <a:pt x="7285" y="8045"/>
                  </a:lnTo>
                  <a:lnTo>
                    <a:pt x="6584" y="7801"/>
                  </a:lnTo>
                  <a:lnTo>
                    <a:pt x="5731" y="7801"/>
                  </a:lnTo>
                  <a:lnTo>
                    <a:pt x="4542" y="7801"/>
                  </a:lnTo>
                  <a:lnTo>
                    <a:pt x="2865" y="8289"/>
                  </a:lnTo>
                  <a:lnTo>
                    <a:pt x="731" y="9294"/>
                  </a:lnTo>
                  <a:lnTo>
                    <a:pt x="0" y="7801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6972875" y="5776937"/>
              <a:ext cx="43815" cy="67310"/>
            </a:xfrm>
            <a:custGeom>
              <a:avLst/>
              <a:gdLst/>
              <a:ahLst/>
              <a:cxnLst/>
              <a:rect l="l" t="t" r="r" b="b"/>
              <a:pathLst>
                <a:path w="43815" h="67310">
                  <a:moveTo>
                    <a:pt x="25968" y="0"/>
                  </a:moveTo>
                  <a:lnTo>
                    <a:pt x="15636" y="0"/>
                  </a:lnTo>
                  <a:lnTo>
                    <a:pt x="11460" y="1615"/>
                  </a:lnTo>
                  <a:lnTo>
                    <a:pt x="4754" y="8016"/>
                  </a:lnTo>
                  <a:lnTo>
                    <a:pt x="2682" y="12588"/>
                  </a:lnTo>
                  <a:lnTo>
                    <a:pt x="1889" y="18562"/>
                  </a:lnTo>
                  <a:lnTo>
                    <a:pt x="3688" y="18562"/>
                  </a:lnTo>
                  <a:lnTo>
                    <a:pt x="4907" y="14904"/>
                  </a:lnTo>
                  <a:lnTo>
                    <a:pt x="6827" y="12131"/>
                  </a:lnTo>
                  <a:lnTo>
                    <a:pt x="11948" y="8381"/>
                  </a:lnTo>
                  <a:lnTo>
                    <a:pt x="14813" y="7437"/>
                  </a:lnTo>
                  <a:lnTo>
                    <a:pt x="21640" y="7437"/>
                  </a:lnTo>
                  <a:lnTo>
                    <a:pt x="24658" y="8778"/>
                  </a:lnTo>
                  <a:lnTo>
                    <a:pt x="29778" y="14142"/>
                  </a:lnTo>
                  <a:lnTo>
                    <a:pt x="31059" y="17556"/>
                  </a:lnTo>
                  <a:lnTo>
                    <a:pt x="31059" y="27157"/>
                  </a:lnTo>
                  <a:lnTo>
                    <a:pt x="7915" y="57817"/>
                  </a:lnTo>
                  <a:lnTo>
                    <a:pt x="0" y="65257"/>
                  </a:lnTo>
                  <a:lnTo>
                    <a:pt x="0" y="67055"/>
                  </a:lnTo>
                  <a:lnTo>
                    <a:pt x="38770" y="67055"/>
                  </a:lnTo>
                  <a:lnTo>
                    <a:pt x="43342" y="54406"/>
                  </a:lnTo>
                  <a:lnTo>
                    <a:pt x="41574" y="54406"/>
                  </a:lnTo>
                  <a:lnTo>
                    <a:pt x="40721" y="55839"/>
                  </a:lnTo>
                  <a:lnTo>
                    <a:pt x="39745" y="56997"/>
                  </a:lnTo>
                  <a:lnTo>
                    <a:pt x="37490" y="58582"/>
                  </a:lnTo>
                  <a:lnTo>
                    <a:pt x="36210" y="59100"/>
                  </a:lnTo>
                  <a:lnTo>
                    <a:pt x="33406" y="59588"/>
                  </a:lnTo>
                  <a:lnTo>
                    <a:pt x="30937" y="59740"/>
                  </a:lnTo>
                  <a:lnTo>
                    <a:pt x="10302" y="59740"/>
                  </a:lnTo>
                  <a:lnTo>
                    <a:pt x="12313" y="57911"/>
                  </a:lnTo>
                  <a:lnTo>
                    <a:pt x="17343" y="52638"/>
                  </a:lnTo>
                  <a:lnTo>
                    <a:pt x="30723" y="38008"/>
                  </a:lnTo>
                  <a:lnTo>
                    <a:pt x="34625" y="32461"/>
                  </a:lnTo>
                  <a:lnTo>
                    <a:pt x="38557" y="23926"/>
                  </a:lnTo>
                  <a:lnTo>
                    <a:pt x="39319" y="20573"/>
                  </a:lnTo>
                  <a:lnTo>
                    <a:pt x="39319" y="12618"/>
                  </a:lnTo>
                  <a:lnTo>
                    <a:pt x="37551" y="8564"/>
                  </a:lnTo>
                  <a:lnTo>
                    <a:pt x="30419" y="1737"/>
                  </a:lnTo>
                  <a:lnTo>
                    <a:pt x="259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6972869" y="5776944"/>
              <a:ext cx="43815" cy="67310"/>
            </a:xfrm>
            <a:custGeom>
              <a:avLst/>
              <a:gdLst/>
              <a:ahLst/>
              <a:cxnLst/>
              <a:rect l="l" t="t" r="r" b="b"/>
              <a:pathLst>
                <a:path w="43815" h="67310">
                  <a:moveTo>
                    <a:pt x="43349" y="54397"/>
                  </a:moveTo>
                  <a:lnTo>
                    <a:pt x="38746" y="67044"/>
                  </a:lnTo>
                  <a:lnTo>
                    <a:pt x="0" y="67044"/>
                  </a:lnTo>
                  <a:lnTo>
                    <a:pt x="0" y="65246"/>
                  </a:lnTo>
                  <a:lnTo>
                    <a:pt x="7903" y="57807"/>
                  </a:lnTo>
                  <a:lnTo>
                    <a:pt x="14552" y="51083"/>
                  </a:lnTo>
                  <a:lnTo>
                    <a:pt x="19938" y="45078"/>
                  </a:lnTo>
                  <a:lnTo>
                    <a:pt x="24052" y="39800"/>
                  </a:lnTo>
                  <a:lnTo>
                    <a:pt x="28717" y="33186"/>
                  </a:lnTo>
                  <a:lnTo>
                    <a:pt x="31064" y="27152"/>
                  </a:lnTo>
                  <a:lnTo>
                    <a:pt x="31064" y="21698"/>
                  </a:lnTo>
                  <a:lnTo>
                    <a:pt x="31064" y="17553"/>
                  </a:lnTo>
                  <a:lnTo>
                    <a:pt x="29784" y="14140"/>
                  </a:lnTo>
                  <a:lnTo>
                    <a:pt x="27192" y="11458"/>
                  </a:lnTo>
                  <a:lnTo>
                    <a:pt x="24662" y="8776"/>
                  </a:lnTo>
                  <a:lnTo>
                    <a:pt x="21613" y="7435"/>
                  </a:lnTo>
                  <a:lnTo>
                    <a:pt x="18047" y="7435"/>
                  </a:lnTo>
                  <a:lnTo>
                    <a:pt x="14815" y="7435"/>
                  </a:lnTo>
                  <a:lnTo>
                    <a:pt x="11919" y="8380"/>
                  </a:lnTo>
                  <a:lnTo>
                    <a:pt x="9358" y="10269"/>
                  </a:lnTo>
                  <a:lnTo>
                    <a:pt x="6798" y="12128"/>
                  </a:lnTo>
                  <a:lnTo>
                    <a:pt x="4908" y="14902"/>
                  </a:lnTo>
                  <a:lnTo>
                    <a:pt x="3688" y="18559"/>
                  </a:lnTo>
                  <a:lnTo>
                    <a:pt x="1890" y="18559"/>
                  </a:lnTo>
                  <a:lnTo>
                    <a:pt x="2682" y="12586"/>
                  </a:lnTo>
                  <a:lnTo>
                    <a:pt x="4755" y="8014"/>
                  </a:lnTo>
                  <a:lnTo>
                    <a:pt x="8109" y="4815"/>
                  </a:lnTo>
                  <a:lnTo>
                    <a:pt x="11462" y="1615"/>
                  </a:lnTo>
                  <a:lnTo>
                    <a:pt x="15608" y="0"/>
                  </a:lnTo>
                  <a:lnTo>
                    <a:pt x="20638" y="0"/>
                  </a:lnTo>
                  <a:lnTo>
                    <a:pt x="25942" y="0"/>
                  </a:lnTo>
                  <a:lnTo>
                    <a:pt x="30393" y="1737"/>
                  </a:lnTo>
                  <a:lnTo>
                    <a:pt x="33990" y="5150"/>
                  </a:lnTo>
                  <a:lnTo>
                    <a:pt x="37557" y="8563"/>
                  </a:lnTo>
                  <a:lnTo>
                    <a:pt x="39325" y="12616"/>
                  </a:lnTo>
                  <a:lnTo>
                    <a:pt x="39325" y="17248"/>
                  </a:lnTo>
                  <a:lnTo>
                    <a:pt x="39325" y="20570"/>
                  </a:lnTo>
                  <a:lnTo>
                    <a:pt x="38563" y="23922"/>
                  </a:lnTo>
                  <a:lnTo>
                    <a:pt x="37008" y="27244"/>
                  </a:lnTo>
                  <a:lnTo>
                    <a:pt x="34631" y="32455"/>
                  </a:lnTo>
                  <a:lnTo>
                    <a:pt x="30729" y="38002"/>
                  </a:lnTo>
                  <a:lnTo>
                    <a:pt x="25363" y="43853"/>
                  </a:lnTo>
                  <a:lnTo>
                    <a:pt x="17346" y="52629"/>
                  </a:lnTo>
                  <a:lnTo>
                    <a:pt x="12316" y="57932"/>
                  </a:lnTo>
                  <a:lnTo>
                    <a:pt x="10303" y="59730"/>
                  </a:lnTo>
                  <a:lnTo>
                    <a:pt x="27467" y="59730"/>
                  </a:lnTo>
                  <a:lnTo>
                    <a:pt x="30942" y="59730"/>
                  </a:lnTo>
                  <a:lnTo>
                    <a:pt x="33381" y="59608"/>
                  </a:lnTo>
                  <a:lnTo>
                    <a:pt x="34814" y="59334"/>
                  </a:lnTo>
                  <a:lnTo>
                    <a:pt x="36216" y="59090"/>
                  </a:lnTo>
                  <a:lnTo>
                    <a:pt x="37466" y="58572"/>
                  </a:lnTo>
                  <a:lnTo>
                    <a:pt x="38594" y="57749"/>
                  </a:lnTo>
                  <a:lnTo>
                    <a:pt x="39722" y="56987"/>
                  </a:lnTo>
                  <a:lnTo>
                    <a:pt x="40728" y="55860"/>
                  </a:lnTo>
                  <a:lnTo>
                    <a:pt x="41551" y="54397"/>
                  </a:lnTo>
                  <a:lnTo>
                    <a:pt x="43349" y="54397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89" name="object 89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6375042" y="6668964"/>
            <a:ext cx="169011" cy="141579"/>
          </a:xfrm>
          <a:prstGeom prst="rect">
            <a:avLst/>
          </a:prstGeom>
        </p:spPr>
      </p:pic>
      <p:sp>
        <p:nvSpPr>
          <p:cNvPr id="90" name="object 90"/>
          <p:cNvSpPr txBox="1"/>
          <p:nvPr/>
        </p:nvSpPr>
        <p:spPr>
          <a:xfrm>
            <a:off x="4170683" y="7143031"/>
            <a:ext cx="503555" cy="1657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900" b="1" i="1">
                <a:solidFill>
                  <a:srgbClr val="00AEEF"/>
                </a:solidFill>
                <a:latin typeface="Bookman Old Style"/>
                <a:cs typeface="Bookman Old Style"/>
              </a:rPr>
              <a:t>Fig.</a:t>
            </a:r>
            <a:r>
              <a:rPr dirty="0" sz="900" spc="19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 spc="-25" b="1" i="1">
                <a:solidFill>
                  <a:srgbClr val="00AEEF"/>
                </a:solidFill>
                <a:latin typeface="Bookman Old Style"/>
                <a:cs typeface="Bookman Old Style"/>
              </a:rPr>
              <a:t>2.3</a:t>
            </a:r>
            <a:endParaRPr sz="900">
              <a:latin typeface="Bookman Old Style"/>
              <a:cs typeface="Bookman Old Style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4794507" y="7145525"/>
            <a:ext cx="2303780" cy="1729739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algn="just" marL="38100" marR="36195">
              <a:lnSpc>
                <a:spcPct val="104400"/>
              </a:lnSpc>
              <a:spcBef>
                <a:spcPts val="50"/>
              </a:spcBef>
            </a:pP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Velocity–time</a:t>
            </a:r>
            <a:r>
              <a:rPr dirty="0" sz="900" spc="4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graph</a:t>
            </a:r>
            <a:r>
              <a:rPr dirty="0" sz="900" spc="4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for</a:t>
            </a:r>
            <a:r>
              <a:rPr dirty="0" sz="900" spc="4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motions</a:t>
            </a:r>
            <a:r>
              <a:rPr dirty="0" sz="900" spc="4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20" i="1">
                <a:solidFill>
                  <a:srgbClr val="231F20"/>
                </a:solidFill>
                <a:latin typeface="Bookman Old Style"/>
                <a:cs typeface="Bookman Old Style"/>
              </a:rPr>
              <a:t>with</a:t>
            </a:r>
            <a:r>
              <a:rPr dirty="0" sz="9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25" i="1">
                <a:solidFill>
                  <a:srgbClr val="231F20"/>
                </a:solidFill>
                <a:latin typeface="Bookman Old Style"/>
                <a:cs typeface="Bookman Old Style"/>
              </a:rPr>
              <a:t>constant</a:t>
            </a:r>
            <a:r>
              <a:rPr dirty="0" sz="900" spc="-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35" i="1">
                <a:solidFill>
                  <a:srgbClr val="231F20"/>
                </a:solidFill>
                <a:latin typeface="Bookman Old Style"/>
                <a:cs typeface="Bookman Old Style"/>
              </a:rPr>
              <a:t>acceleration.</a:t>
            </a:r>
            <a:r>
              <a:rPr dirty="0" sz="9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50" i="1">
                <a:solidFill>
                  <a:srgbClr val="231F20"/>
                </a:solidFill>
                <a:latin typeface="Bookman Old Style"/>
                <a:cs typeface="Bookman Old Style"/>
              </a:rPr>
              <a:t>(a)</a:t>
            </a:r>
            <a:r>
              <a:rPr dirty="0" sz="9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0" i="1">
                <a:solidFill>
                  <a:srgbClr val="231F20"/>
                </a:solidFill>
                <a:latin typeface="Bookman Old Style"/>
                <a:cs typeface="Bookman Old Style"/>
              </a:rPr>
              <a:t>Motion</a:t>
            </a:r>
            <a:r>
              <a:rPr dirty="0" sz="9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0" i="1">
                <a:solidFill>
                  <a:srgbClr val="231F20"/>
                </a:solidFill>
                <a:latin typeface="Bookman Old Style"/>
                <a:cs typeface="Bookman Old Style"/>
              </a:rPr>
              <a:t>in</a:t>
            </a:r>
            <a:r>
              <a:rPr dirty="0" sz="9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0" i="1">
                <a:solidFill>
                  <a:srgbClr val="231F20"/>
                </a:solidFill>
                <a:latin typeface="Bookman Old Style"/>
                <a:cs typeface="Bookman Old Style"/>
              </a:rPr>
              <a:t>positive</a:t>
            </a:r>
            <a:r>
              <a:rPr dirty="0" sz="9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50" i="1">
                <a:solidFill>
                  <a:srgbClr val="231F20"/>
                </a:solidFill>
                <a:latin typeface="Bookman Old Style"/>
                <a:cs typeface="Bookman Old Style"/>
              </a:rPr>
              <a:t>direction</a:t>
            </a:r>
            <a:r>
              <a:rPr dirty="0" sz="900" spc="43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with</a:t>
            </a:r>
            <a:r>
              <a:rPr dirty="0" sz="900" spc="43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positive</a:t>
            </a:r>
            <a:r>
              <a:rPr dirty="0" sz="900" spc="43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35" i="1">
                <a:solidFill>
                  <a:srgbClr val="231F20"/>
                </a:solidFill>
                <a:latin typeface="Bookman Old Style"/>
                <a:cs typeface="Bookman Old Style"/>
              </a:rPr>
              <a:t>acceleration,</a:t>
            </a:r>
            <a:endParaRPr sz="900">
              <a:latin typeface="Bookman Old Style"/>
              <a:cs typeface="Bookman Old Style"/>
            </a:endParaRPr>
          </a:p>
          <a:p>
            <a:pPr algn="just" marL="38100" marR="30480">
              <a:lnSpc>
                <a:spcPts val="1130"/>
              </a:lnSpc>
              <a:spcBef>
                <a:spcPts val="20"/>
              </a:spcBef>
            </a:pP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(b)</a:t>
            </a:r>
            <a:r>
              <a:rPr dirty="0" sz="900" spc="43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50" i="1">
                <a:solidFill>
                  <a:srgbClr val="231F20"/>
                </a:solidFill>
                <a:latin typeface="Bookman Old Style"/>
                <a:cs typeface="Bookman Old Style"/>
              </a:rPr>
              <a:t>Motion</a:t>
            </a:r>
            <a:r>
              <a:rPr dirty="0" sz="900" spc="4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in</a:t>
            </a:r>
            <a:r>
              <a:rPr dirty="0" sz="900" spc="4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positive</a:t>
            </a:r>
            <a:r>
              <a:rPr dirty="0" sz="900" spc="4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direction</a:t>
            </a:r>
            <a:r>
              <a:rPr dirty="0" sz="900" spc="43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20" i="1">
                <a:solidFill>
                  <a:srgbClr val="231F20"/>
                </a:solidFill>
                <a:latin typeface="Bookman Old Style"/>
                <a:cs typeface="Bookman Old Style"/>
              </a:rPr>
              <a:t>with</a:t>
            </a:r>
            <a:r>
              <a:rPr dirty="0" sz="9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negative</a:t>
            </a:r>
            <a:r>
              <a:rPr dirty="0" sz="900" spc="3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45" i="1">
                <a:solidFill>
                  <a:srgbClr val="231F20"/>
                </a:solidFill>
                <a:latin typeface="Bookman Old Style"/>
                <a:cs typeface="Bookman Old Style"/>
              </a:rPr>
              <a:t>acceleration,</a:t>
            </a:r>
            <a:r>
              <a:rPr dirty="0" sz="900" spc="3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50" i="1">
                <a:solidFill>
                  <a:srgbClr val="231F20"/>
                </a:solidFill>
                <a:latin typeface="Bookman Old Style"/>
                <a:cs typeface="Bookman Old Style"/>
              </a:rPr>
              <a:t>(c)</a:t>
            </a:r>
            <a:r>
              <a:rPr dirty="0" sz="900" spc="3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65" i="1">
                <a:solidFill>
                  <a:srgbClr val="231F20"/>
                </a:solidFill>
                <a:latin typeface="Bookman Old Style"/>
                <a:cs typeface="Bookman Old Style"/>
              </a:rPr>
              <a:t>Motion</a:t>
            </a:r>
            <a:r>
              <a:rPr dirty="0" sz="900" spc="3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40" i="1">
                <a:solidFill>
                  <a:srgbClr val="231F20"/>
                </a:solidFill>
                <a:latin typeface="Bookman Old Style"/>
                <a:cs typeface="Bookman Old Style"/>
              </a:rPr>
              <a:t>in</a:t>
            </a:r>
            <a:endParaRPr sz="900">
              <a:latin typeface="Bookman Old Style"/>
              <a:cs typeface="Bookman Old Style"/>
            </a:endParaRPr>
          </a:p>
          <a:p>
            <a:pPr algn="just" marL="38100" marR="30480">
              <a:lnSpc>
                <a:spcPts val="1100"/>
              </a:lnSpc>
              <a:spcBef>
                <a:spcPts val="20"/>
              </a:spcBef>
            </a:pPr>
            <a:r>
              <a:rPr dirty="0" sz="900" spc="65" i="1">
                <a:solidFill>
                  <a:srgbClr val="231F20"/>
                </a:solidFill>
                <a:latin typeface="Bookman Old Style"/>
                <a:cs typeface="Bookman Old Style"/>
              </a:rPr>
              <a:t>negative</a:t>
            </a:r>
            <a:r>
              <a:rPr dirty="0" sz="900" spc="150">
                <a:solidFill>
                  <a:srgbClr val="231F20"/>
                </a:solidFill>
                <a:latin typeface="Times New Roman"/>
                <a:cs typeface="Times New Roman"/>
              </a:rPr>
              <a:t>  </a:t>
            </a:r>
            <a:r>
              <a:rPr dirty="0" sz="900" spc="90" i="1">
                <a:solidFill>
                  <a:srgbClr val="231F20"/>
                </a:solidFill>
                <a:latin typeface="Bookman Old Style"/>
                <a:cs typeface="Bookman Old Style"/>
              </a:rPr>
              <a:t>direction</a:t>
            </a:r>
            <a:r>
              <a:rPr dirty="0" sz="900" spc="155">
                <a:solidFill>
                  <a:srgbClr val="231F20"/>
                </a:solidFill>
                <a:latin typeface="Times New Roman"/>
                <a:cs typeface="Times New Roman"/>
              </a:rPr>
              <a:t>  </a:t>
            </a:r>
            <a:r>
              <a:rPr dirty="0" sz="900" spc="60" i="1">
                <a:solidFill>
                  <a:srgbClr val="231F20"/>
                </a:solidFill>
                <a:latin typeface="Bookman Old Style"/>
                <a:cs typeface="Bookman Old Style"/>
              </a:rPr>
              <a:t>with</a:t>
            </a:r>
            <a:r>
              <a:rPr dirty="0" sz="900" spc="155">
                <a:solidFill>
                  <a:srgbClr val="231F20"/>
                </a:solidFill>
                <a:latin typeface="Times New Roman"/>
                <a:cs typeface="Times New Roman"/>
              </a:rPr>
              <a:t>  </a:t>
            </a:r>
            <a:r>
              <a:rPr dirty="0" sz="900" spc="55" i="1">
                <a:solidFill>
                  <a:srgbClr val="231F20"/>
                </a:solidFill>
                <a:latin typeface="Bookman Old Style"/>
                <a:cs typeface="Bookman Old Style"/>
              </a:rPr>
              <a:t>negative</a:t>
            </a:r>
            <a:r>
              <a:rPr dirty="0" sz="900" spc="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acceleration,</a:t>
            </a:r>
            <a:r>
              <a:rPr dirty="0" sz="900" spc="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(d)</a:t>
            </a:r>
            <a:r>
              <a:rPr dirty="0" sz="900" spc="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Motion</a:t>
            </a:r>
            <a:r>
              <a:rPr dirty="0" sz="900" spc="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900" spc="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an</a:t>
            </a:r>
            <a:r>
              <a:rPr dirty="0" sz="900" spc="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object</a:t>
            </a:r>
            <a:r>
              <a:rPr dirty="0" sz="900" spc="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20" i="1">
                <a:solidFill>
                  <a:srgbClr val="231F20"/>
                </a:solidFill>
                <a:latin typeface="Bookman Old Style"/>
                <a:cs typeface="Bookman Old Style"/>
              </a:rPr>
              <a:t>with</a:t>
            </a:r>
            <a:endParaRPr sz="900">
              <a:latin typeface="Bookman Old Style"/>
              <a:cs typeface="Bookman Old Style"/>
            </a:endParaRPr>
          </a:p>
          <a:p>
            <a:pPr algn="just" marL="38100">
              <a:lnSpc>
                <a:spcPct val="100000"/>
              </a:lnSpc>
              <a:spcBef>
                <a:spcPts val="15"/>
              </a:spcBef>
            </a:pP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negative</a:t>
            </a:r>
            <a:r>
              <a:rPr dirty="0" sz="900" spc="4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55" i="1">
                <a:solidFill>
                  <a:srgbClr val="231F20"/>
                </a:solidFill>
                <a:latin typeface="Bookman Old Style"/>
                <a:cs typeface="Bookman Old Style"/>
              </a:rPr>
              <a:t>acceleration</a:t>
            </a:r>
            <a:r>
              <a:rPr dirty="0" sz="900" spc="4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55" i="1">
                <a:solidFill>
                  <a:srgbClr val="231F20"/>
                </a:solidFill>
                <a:latin typeface="Bookman Old Style"/>
                <a:cs typeface="Bookman Old Style"/>
              </a:rPr>
              <a:t>that</a:t>
            </a:r>
            <a:r>
              <a:rPr dirty="0" sz="900" spc="4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45" i="1">
                <a:solidFill>
                  <a:srgbClr val="231F20"/>
                </a:solidFill>
                <a:latin typeface="Bookman Old Style"/>
                <a:cs typeface="Bookman Old Style"/>
              </a:rPr>
              <a:t>changes</a:t>
            </a:r>
            <a:endParaRPr sz="900">
              <a:latin typeface="Bookman Old Style"/>
              <a:cs typeface="Bookman Old Style"/>
            </a:endParaRPr>
          </a:p>
          <a:p>
            <a:pPr algn="just" marL="38100" marR="36195">
              <a:lnSpc>
                <a:spcPct val="103699"/>
              </a:lnSpc>
              <a:spcBef>
                <a:spcPts val="5"/>
              </a:spcBef>
            </a:pPr>
            <a:r>
              <a:rPr dirty="0" sz="900" spc="10" i="1">
                <a:solidFill>
                  <a:srgbClr val="231F20"/>
                </a:solidFill>
                <a:latin typeface="Bookman Old Style"/>
                <a:cs typeface="Bookman Old Style"/>
              </a:rPr>
              <a:t>direction</a:t>
            </a:r>
            <a:r>
              <a:rPr dirty="0" sz="90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10" i="1">
                <a:solidFill>
                  <a:srgbClr val="231F20"/>
                </a:solidFill>
                <a:latin typeface="Bookman Old Style"/>
                <a:cs typeface="Bookman Old Style"/>
              </a:rPr>
              <a:t>at</a:t>
            </a:r>
            <a:r>
              <a:rPr dirty="0" sz="900" spc="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10" i="1">
                <a:solidFill>
                  <a:srgbClr val="231F20"/>
                </a:solidFill>
                <a:latin typeface="Bookman Old Style"/>
                <a:cs typeface="Bookman Old Style"/>
              </a:rPr>
              <a:t>time</a:t>
            </a:r>
            <a:r>
              <a:rPr dirty="0" sz="90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10" i="1">
                <a:solidFill>
                  <a:srgbClr val="231F20"/>
                </a:solidFill>
                <a:latin typeface="Bookman Old Style"/>
                <a:cs typeface="Bookman Old Style"/>
              </a:rPr>
              <a:t>t</a:t>
            </a:r>
            <a:r>
              <a:rPr dirty="0" baseline="-33333" sz="750" spc="15" i="1">
                <a:solidFill>
                  <a:srgbClr val="231F20"/>
                </a:solidFill>
                <a:latin typeface="Bookman Old Style"/>
                <a:cs typeface="Bookman Old Style"/>
              </a:rPr>
              <a:t>1</a:t>
            </a:r>
            <a:r>
              <a:rPr dirty="0" sz="900" spc="10" i="1">
                <a:solidFill>
                  <a:srgbClr val="231F20"/>
                </a:solidFill>
                <a:latin typeface="Bookman Old Style"/>
                <a:cs typeface="Bookman Old Style"/>
              </a:rPr>
              <a:t>.</a:t>
            </a:r>
            <a:r>
              <a:rPr dirty="0" sz="900" spc="3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10" i="1">
                <a:solidFill>
                  <a:srgbClr val="231F20"/>
                </a:solidFill>
                <a:latin typeface="Bookman Old Style"/>
                <a:cs typeface="Bookman Old Style"/>
              </a:rPr>
              <a:t>Between</a:t>
            </a:r>
            <a:r>
              <a:rPr dirty="0" sz="90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10" i="1">
                <a:solidFill>
                  <a:srgbClr val="231F20"/>
                </a:solidFill>
                <a:latin typeface="Bookman Old Style"/>
                <a:cs typeface="Bookman Old Style"/>
              </a:rPr>
              <a:t>times</a:t>
            </a:r>
            <a:r>
              <a:rPr dirty="0" sz="900" spc="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10" i="1">
                <a:solidFill>
                  <a:srgbClr val="231F20"/>
                </a:solidFill>
                <a:latin typeface="Bookman Old Style"/>
                <a:cs typeface="Bookman Old Style"/>
              </a:rPr>
              <a:t>0</a:t>
            </a:r>
            <a:r>
              <a:rPr dirty="0" sz="900" spc="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25" i="1">
                <a:solidFill>
                  <a:srgbClr val="231F20"/>
                </a:solidFill>
                <a:latin typeface="Bookman Old Style"/>
                <a:cs typeface="Bookman Old Style"/>
              </a:rPr>
              <a:t>to</a:t>
            </a:r>
            <a:r>
              <a:rPr dirty="0" sz="9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t</a:t>
            </a:r>
            <a:r>
              <a:rPr dirty="0" baseline="-33333" sz="750" i="1">
                <a:solidFill>
                  <a:srgbClr val="231F20"/>
                </a:solidFill>
                <a:latin typeface="Bookman Old Style"/>
                <a:cs typeface="Bookman Old Style"/>
              </a:rPr>
              <a:t>1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,</a:t>
            </a:r>
            <a:r>
              <a:rPr dirty="0" sz="900" spc="2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it</a:t>
            </a:r>
            <a:r>
              <a:rPr dirty="0" sz="900" spc="2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moves</a:t>
            </a:r>
            <a:r>
              <a:rPr dirty="0" sz="900" spc="3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in</a:t>
            </a:r>
            <a:r>
              <a:rPr dirty="0" sz="900" spc="285">
                <a:solidFill>
                  <a:srgbClr val="231F20"/>
                </a:solidFill>
                <a:latin typeface="Times New Roman"/>
                <a:cs typeface="Times New Roman"/>
              </a:rPr>
              <a:t> 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positive</a:t>
            </a:r>
            <a:r>
              <a:rPr dirty="0" sz="900" spc="30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x</a:t>
            </a:r>
            <a:r>
              <a:rPr dirty="0" sz="900" spc="2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70" i="1">
                <a:solidFill>
                  <a:srgbClr val="231F20"/>
                </a:solidFill>
                <a:latin typeface="Bookman Old Style"/>
                <a:cs typeface="Bookman Old Style"/>
              </a:rPr>
              <a:t>-</a:t>
            </a:r>
            <a:r>
              <a:rPr dirty="0" sz="900" spc="3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0" i="1">
                <a:solidFill>
                  <a:srgbClr val="231F20"/>
                </a:solidFill>
                <a:latin typeface="Bookman Old Style"/>
                <a:cs typeface="Bookman Old Style"/>
              </a:rPr>
              <a:t>direction</a:t>
            </a:r>
            <a:r>
              <a:rPr dirty="0" sz="9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and</a:t>
            </a:r>
            <a:r>
              <a:rPr dirty="0" sz="900" spc="2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between</a:t>
            </a:r>
            <a:r>
              <a:rPr dirty="0" sz="900" spc="2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t</a:t>
            </a:r>
            <a:r>
              <a:rPr dirty="0" baseline="-33333" sz="750" i="1">
                <a:solidFill>
                  <a:srgbClr val="231F20"/>
                </a:solidFill>
                <a:latin typeface="Bookman Old Style"/>
                <a:cs typeface="Bookman Old Style"/>
              </a:rPr>
              <a:t>1</a:t>
            </a:r>
            <a:r>
              <a:rPr dirty="0" baseline="-33333" sz="750" spc="43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and</a:t>
            </a:r>
            <a:r>
              <a:rPr dirty="0" sz="900" spc="2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t</a:t>
            </a:r>
            <a:r>
              <a:rPr dirty="0" baseline="-33333" sz="750" i="1">
                <a:solidFill>
                  <a:srgbClr val="231F20"/>
                </a:solidFill>
                <a:latin typeface="Bookman Old Style"/>
                <a:cs typeface="Bookman Old Style"/>
              </a:rPr>
              <a:t>2</a:t>
            </a:r>
            <a:r>
              <a:rPr dirty="0" baseline="-33333" sz="750" spc="4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it</a:t>
            </a:r>
            <a:r>
              <a:rPr dirty="0" sz="900" spc="2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moves</a:t>
            </a:r>
            <a:r>
              <a:rPr dirty="0" sz="900" spc="2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in</a:t>
            </a:r>
            <a:r>
              <a:rPr dirty="0" sz="900" spc="2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25" i="1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0" i="1">
                <a:solidFill>
                  <a:srgbClr val="231F20"/>
                </a:solidFill>
                <a:latin typeface="Bookman Old Style"/>
                <a:cs typeface="Bookman Old Style"/>
              </a:rPr>
              <a:t>opposite</a:t>
            </a:r>
            <a:r>
              <a:rPr dirty="0" sz="900" spc="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0" i="1">
                <a:solidFill>
                  <a:srgbClr val="231F20"/>
                </a:solidFill>
                <a:latin typeface="Bookman Old Style"/>
                <a:cs typeface="Bookman Old Style"/>
              </a:rPr>
              <a:t>direction</a:t>
            </a:r>
            <a:r>
              <a:rPr dirty="0" sz="900" spc="-10">
                <a:solidFill>
                  <a:srgbClr val="231F20"/>
                </a:solidFill>
                <a:latin typeface="Bookman Old Style"/>
                <a:cs typeface="Bookman Old Style"/>
              </a:rPr>
              <a:t>.</a:t>
            </a:r>
            <a:endParaRPr sz="900">
              <a:latin typeface="Bookman Old Style"/>
              <a:cs typeface="Bookman Old Style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1034291" y="1009393"/>
            <a:ext cx="291719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Instantaneous</a:t>
            </a:r>
            <a:r>
              <a:rPr dirty="0" sz="1000" spc="3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acceleration</a:t>
            </a:r>
            <a:r>
              <a:rPr dirty="0" sz="1000" spc="3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is</a:t>
            </a:r>
            <a:r>
              <a:rPr dirty="0" sz="1000" spc="3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defined</a:t>
            </a:r>
            <a:r>
              <a:rPr dirty="0" sz="1000" spc="3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in</a:t>
            </a:r>
            <a:r>
              <a:rPr dirty="0" sz="1000" spc="3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same</a:t>
            </a:r>
            <a:r>
              <a:rPr dirty="0" sz="1000" spc="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way</a:t>
            </a:r>
            <a:r>
              <a:rPr dirty="0" sz="1000" spc="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as</a:t>
            </a:r>
            <a:r>
              <a:rPr dirty="0" sz="1000" spc="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instantaneous</a:t>
            </a:r>
            <a:r>
              <a:rPr dirty="0" sz="1000" spc="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velocity</a:t>
            </a:r>
            <a:r>
              <a:rPr dirty="0" sz="1000" spc="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50">
                <a:solidFill>
                  <a:srgbClr val="231F20"/>
                </a:solidFill>
                <a:latin typeface="Bookman Old Style"/>
                <a:cs typeface="Bookman Old Style"/>
              </a:rPr>
              <a:t>: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93" name="object 93"/>
          <p:cNvSpPr/>
          <p:nvPr/>
        </p:nvSpPr>
        <p:spPr>
          <a:xfrm>
            <a:off x="1866900" y="1560575"/>
            <a:ext cx="167640" cy="0"/>
          </a:xfrm>
          <a:custGeom>
            <a:avLst/>
            <a:gdLst/>
            <a:ahLst/>
            <a:cxnLst/>
            <a:rect l="l" t="t" r="r" b="b"/>
            <a:pathLst>
              <a:path w="167639" h="0">
                <a:moveTo>
                  <a:pt x="0" y="0"/>
                </a:moveTo>
                <a:lnTo>
                  <a:pt x="167639" y="0"/>
                </a:lnTo>
              </a:path>
            </a:pathLst>
          </a:custGeom>
          <a:ln w="62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2189988" y="1560575"/>
            <a:ext cx="165100" cy="0"/>
          </a:xfrm>
          <a:custGeom>
            <a:avLst/>
            <a:gdLst/>
            <a:ahLst/>
            <a:cxnLst/>
            <a:rect l="l" t="t" r="r" b="b"/>
            <a:pathLst>
              <a:path w="165100" h="0">
                <a:moveTo>
                  <a:pt x="0" y="0"/>
                </a:moveTo>
                <a:lnTo>
                  <a:pt x="164591" y="0"/>
                </a:lnTo>
              </a:path>
            </a:pathLst>
          </a:custGeom>
          <a:ln w="62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 txBox="1"/>
          <p:nvPr/>
        </p:nvSpPr>
        <p:spPr>
          <a:xfrm>
            <a:off x="2189482" y="1552503"/>
            <a:ext cx="151130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Bookman Old Style"/>
                <a:cs typeface="Bookman Old Style"/>
              </a:rPr>
              <a:t>d</a:t>
            </a:r>
            <a:r>
              <a:rPr dirty="0" sz="1000" spc="-25" i="1">
                <a:latin typeface="Bookman Old Style"/>
                <a:cs typeface="Bookman Old Style"/>
              </a:rPr>
              <a:t>t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1581913" y="1534215"/>
            <a:ext cx="464184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600">
                <a:latin typeface="Symbol"/>
                <a:cs typeface="Symbol"/>
              </a:rPr>
              <a:t></a:t>
            </a:r>
            <a:r>
              <a:rPr dirty="0" sz="600" i="1">
                <a:latin typeface="Bookman Old Style"/>
                <a:cs typeface="Bookman Old Style"/>
              </a:rPr>
              <a:t>t</a:t>
            </a:r>
            <a:r>
              <a:rPr dirty="0" sz="600" spc="-75" i="1">
                <a:latin typeface="Bookman Old Style"/>
                <a:cs typeface="Bookman Old Style"/>
              </a:rPr>
              <a:t> </a:t>
            </a:r>
            <a:r>
              <a:rPr dirty="0" sz="600">
                <a:latin typeface="Symbol"/>
                <a:cs typeface="Symbol"/>
              </a:rPr>
              <a:t></a:t>
            </a:r>
            <a:r>
              <a:rPr dirty="0" sz="600" i="1">
                <a:latin typeface="Bookman Old Style"/>
                <a:cs typeface="Bookman Old Style"/>
              </a:rPr>
              <a:t>0</a:t>
            </a:r>
            <a:r>
              <a:rPr dirty="0" sz="600" spc="254" i="1">
                <a:latin typeface="Bookman Old Style"/>
                <a:cs typeface="Bookman Old Style"/>
              </a:rPr>
              <a:t> </a:t>
            </a:r>
            <a:r>
              <a:rPr dirty="0" baseline="-8333" sz="1500" spc="-37">
                <a:latin typeface="Symbol"/>
                <a:cs typeface="Symbol"/>
              </a:rPr>
              <a:t></a:t>
            </a:r>
            <a:r>
              <a:rPr dirty="0" baseline="-8333" sz="1500" spc="-37" i="1">
                <a:latin typeface="Bookman Old Style"/>
                <a:cs typeface="Bookman Old Style"/>
              </a:rPr>
              <a:t>t</a:t>
            </a:r>
            <a:endParaRPr baseline="-8333" sz="1500">
              <a:latin typeface="Bookman Old Style"/>
              <a:cs typeface="Bookman Old Style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1331469" y="1454967"/>
            <a:ext cx="2635250" cy="1898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800">
              <a:lnSpc>
                <a:spcPts val="650"/>
              </a:lnSpc>
              <a:spcBef>
                <a:spcPts val="95"/>
              </a:spcBef>
            </a:pPr>
            <a:r>
              <a:rPr dirty="0" sz="1000" i="1">
                <a:latin typeface="Bookman Old Style"/>
                <a:cs typeface="Bookman Old Style"/>
              </a:rPr>
              <a:t>a</a:t>
            </a:r>
            <a:r>
              <a:rPr dirty="0" sz="1000" spc="60" i="1">
                <a:latin typeface="Bookman Old Style"/>
                <a:cs typeface="Bookman Old Style"/>
              </a:rPr>
              <a:t> </a:t>
            </a:r>
            <a:r>
              <a:rPr dirty="0" sz="1000">
                <a:latin typeface="Symbol"/>
                <a:cs typeface="Symbol"/>
              </a:rPr>
              <a:t></a:t>
            </a:r>
            <a:r>
              <a:rPr dirty="0" sz="1000" spc="135">
                <a:latin typeface="Times New Roman"/>
                <a:cs typeface="Times New Roman"/>
              </a:rPr>
              <a:t> </a:t>
            </a:r>
            <a:r>
              <a:rPr dirty="0" sz="1000" i="1">
                <a:latin typeface="Bookman Old Style"/>
                <a:cs typeface="Bookman Old Style"/>
              </a:rPr>
              <a:t>lim</a:t>
            </a:r>
            <a:r>
              <a:rPr dirty="0" sz="1000" spc="210" i="1">
                <a:latin typeface="Bookman Old Style"/>
                <a:cs typeface="Bookman Old Style"/>
              </a:rPr>
              <a:t> </a:t>
            </a:r>
            <a:r>
              <a:rPr dirty="0" baseline="36111" sz="1500">
                <a:latin typeface="Symbol"/>
                <a:cs typeface="Symbol"/>
              </a:rPr>
              <a:t></a:t>
            </a:r>
            <a:r>
              <a:rPr dirty="0" baseline="36111" sz="1500" i="1">
                <a:latin typeface="Bookman Old Style"/>
                <a:cs typeface="Bookman Old Style"/>
              </a:rPr>
              <a:t>v</a:t>
            </a:r>
            <a:r>
              <a:rPr dirty="0" baseline="36111" sz="1500" spc="209" i="1">
                <a:latin typeface="Bookman Old Style"/>
                <a:cs typeface="Bookman Old Style"/>
              </a:rPr>
              <a:t> </a:t>
            </a:r>
            <a:r>
              <a:rPr dirty="0" sz="1000">
                <a:latin typeface="Symbol"/>
                <a:cs typeface="Symbol"/>
              </a:rPr>
              <a:t></a:t>
            </a:r>
            <a:r>
              <a:rPr dirty="0" sz="1000" spc="110">
                <a:latin typeface="Times New Roman"/>
                <a:cs typeface="Times New Roman"/>
              </a:rPr>
              <a:t> </a:t>
            </a:r>
            <a:r>
              <a:rPr dirty="0" baseline="36111" sz="1500" spc="-37">
                <a:latin typeface="Bookman Old Style"/>
                <a:cs typeface="Bookman Old Style"/>
              </a:rPr>
              <a:t>d</a:t>
            </a:r>
            <a:r>
              <a:rPr dirty="0" baseline="36111" sz="1500" spc="-37" i="1">
                <a:latin typeface="Bookman Old Style"/>
                <a:cs typeface="Bookman Old Style"/>
              </a:rPr>
              <a:t>v</a:t>
            </a:r>
            <a:endParaRPr baseline="36111" sz="1500">
              <a:latin typeface="Bookman Old Style"/>
              <a:cs typeface="Bookman Old Style"/>
            </a:endParaRPr>
          </a:p>
          <a:p>
            <a:pPr algn="r" marR="30480">
              <a:lnSpc>
                <a:spcPts val="650"/>
              </a:lnSpc>
            </a:pP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(2.3)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1034288" y="1695183"/>
            <a:ext cx="2926080" cy="3378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3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acceleration</a:t>
            </a:r>
            <a:r>
              <a:rPr dirty="0" sz="1000" spc="3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at</a:t>
            </a:r>
            <a:r>
              <a:rPr dirty="0" sz="1000" spc="3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an</a:t>
            </a:r>
            <a:r>
              <a:rPr dirty="0" sz="1000" spc="3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instant</a:t>
            </a:r>
            <a:r>
              <a:rPr dirty="0" sz="1000" spc="3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is</a:t>
            </a:r>
            <a:r>
              <a:rPr dirty="0" sz="1000" spc="3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3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slope</a:t>
            </a:r>
            <a:r>
              <a:rPr dirty="0" sz="10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1000" spc="4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4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65">
                <a:solidFill>
                  <a:srgbClr val="231F20"/>
                </a:solidFill>
                <a:latin typeface="Bookman Old Style"/>
                <a:cs typeface="Bookman Old Style"/>
              </a:rPr>
              <a:t>tangent</a:t>
            </a:r>
            <a:r>
              <a:rPr dirty="0" sz="1000" spc="4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to</a:t>
            </a:r>
            <a:r>
              <a:rPr dirty="0" sz="1000" spc="4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4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85" i="1">
                <a:solidFill>
                  <a:srgbClr val="231F20"/>
                </a:solidFill>
                <a:latin typeface="Bookman Old Style"/>
                <a:cs typeface="Bookman Old Style"/>
              </a:rPr>
              <a:t>v–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t</a:t>
            </a:r>
            <a:r>
              <a:rPr dirty="0" sz="1000" spc="48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60">
                <a:solidFill>
                  <a:srgbClr val="231F20"/>
                </a:solidFill>
                <a:latin typeface="Bookman Old Style"/>
                <a:cs typeface="Bookman Old Style"/>
              </a:rPr>
              <a:t>curve</a:t>
            </a:r>
            <a:r>
              <a:rPr dirty="0" sz="1000" spc="4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at</a:t>
            </a:r>
            <a:r>
              <a:rPr dirty="0" sz="1000" spc="4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65">
                <a:solidFill>
                  <a:srgbClr val="231F20"/>
                </a:solidFill>
                <a:latin typeface="Bookman Old Style"/>
                <a:cs typeface="Bookman Old Style"/>
              </a:rPr>
              <a:t>that</a:t>
            </a:r>
            <a:r>
              <a:rPr dirty="0" sz="1000" spc="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instant.</a:t>
            </a:r>
            <a:endParaRPr sz="1000">
              <a:latin typeface="Bookman Old Style"/>
              <a:cs typeface="Bookman Old Style"/>
            </a:endParaRPr>
          </a:p>
          <a:p>
            <a:pPr algn="just" marL="12700" marR="5080" indent="152400">
              <a:lnSpc>
                <a:spcPct val="100000"/>
              </a:lnSpc>
            </a:pP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Since</a:t>
            </a:r>
            <a:r>
              <a:rPr dirty="0" sz="1000" spc="3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velocity</a:t>
            </a:r>
            <a:r>
              <a:rPr dirty="0" sz="1000" spc="4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is</a:t>
            </a:r>
            <a:r>
              <a:rPr dirty="0" sz="1000" spc="3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</a:t>
            </a:r>
            <a:r>
              <a:rPr dirty="0" sz="1000" spc="4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quantity</a:t>
            </a:r>
            <a:r>
              <a:rPr dirty="0" sz="1000" spc="3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having</a:t>
            </a:r>
            <a:r>
              <a:rPr dirty="0" sz="1000" spc="4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both</a:t>
            </a:r>
            <a:r>
              <a:rPr dirty="0" sz="10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85">
                <a:solidFill>
                  <a:srgbClr val="231F20"/>
                </a:solidFill>
                <a:latin typeface="Bookman Old Style"/>
                <a:cs typeface="Bookman Old Style"/>
              </a:rPr>
              <a:t>magnitude</a:t>
            </a:r>
            <a:r>
              <a:rPr dirty="0" sz="1000" spc="4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60">
                <a:solidFill>
                  <a:srgbClr val="231F20"/>
                </a:solidFill>
                <a:latin typeface="Bookman Old Style"/>
                <a:cs typeface="Bookman Old Style"/>
              </a:rPr>
              <a:t>and</a:t>
            </a:r>
            <a:r>
              <a:rPr dirty="0" sz="1000" spc="4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85">
                <a:solidFill>
                  <a:srgbClr val="231F20"/>
                </a:solidFill>
                <a:latin typeface="Bookman Old Style"/>
                <a:cs typeface="Bookman Old Style"/>
              </a:rPr>
              <a:t>direction,</a:t>
            </a:r>
            <a:r>
              <a:rPr dirty="0" sz="1000" spc="4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</a:t>
            </a:r>
            <a:r>
              <a:rPr dirty="0" sz="1000" spc="4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75">
                <a:solidFill>
                  <a:srgbClr val="231F20"/>
                </a:solidFill>
                <a:latin typeface="Bookman Old Style"/>
                <a:cs typeface="Bookman Old Style"/>
              </a:rPr>
              <a:t>change</a:t>
            </a:r>
            <a:r>
              <a:rPr dirty="0" sz="1000" spc="4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in</a:t>
            </a:r>
            <a:r>
              <a:rPr dirty="0" sz="100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velocity</a:t>
            </a:r>
            <a:r>
              <a:rPr dirty="0" sz="1000" spc="2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may</a:t>
            </a:r>
            <a:r>
              <a:rPr dirty="0" sz="1000" spc="2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involve</a:t>
            </a:r>
            <a:r>
              <a:rPr dirty="0" sz="1000" spc="2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either</a:t>
            </a:r>
            <a:r>
              <a:rPr dirty="0" sz="1000" spc="2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or</a:t>
            </a:r>
            <a:r>
              <a:rPr dirty="0" sz="1000" spc="2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both</a:t>
            </a:r>
            <a:r>
              <a:rPr dirty="0" sz="1000" spc="2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1000" spc="2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these</a:t>
            </a:r>
            <a:r>
              <a:rPr dirty="0" sz="10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31F20"/>
                </a:solidFill>
                <a:latin typeface="Bookman Old Style"/>
                <a:cs typeface="Bookman Old Style"/>
              </a:rPr>
              <a:t>factors.</a:t>
            </a:r>
            <a:r>
              <a:rPr dirty="0" sz="1000" spc="200">
                <a:solidFill>
                  <a:srgbClr val="231F20"/>
                </a:solidFill>
                <a:latin typeface="Times New Roman"/>
                <a:cs typeface="Times New Roman"/>
              </a:rPr>
              <a:t>  </a:t>
            </a:r>
            <a:r>
              <a:rPr dirty="0" sz="1000" spc="10">
                <a:solidFill>
                  <a:srgbClr val="231F20"/>
                </a:solidFill>
                <a:latin typeface="Bookman Old Style"/>
                <a:cs typeface="Bookman Old Style"/>
              </a:rPr>
              <a:t>Acceleration,</a:t>
            </a:r>
            <a:r>
              <a:rPr dirty="0" sz="1000" spc="2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31F20"/>
                </a:solidFill>
                <a:latin typeface="Bookman Old Style"/>
                <a:cs typeface="Bookman Old Style"/>
              </a:rPr>
              <a:t>therefore,</a:t>
            </a:r>
            <a:r>
              <a:rPr dirty="0" sz="1000" spc="229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31F20"/>
                </a:solidFill>
                <a:latin typeface="Bookman Old Style"/>
                <a:cs typeface="Bookman Old Style"/>
              </a:rPr>
              <a:t>may</a:t>
            </a:r>
            <a:r>
              <a:rPr dirty="0" sz="1000" spc="229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result</a:t>
            </a:r>
            <a:r>
              <a:rPr dirty="0" sz="10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50">
                <a:solidFill>
                  <a:srgbClr val="231F20"/>
                </a:solidFill>
                <a:latin typeface="Bookman Old Style"/>
                <a:cs typeface="Bookman Old Style"/>
              </a:rPr>
              <a:t>from</a:t>
            </a:r>
            <a:r>
              <a:rPr dirty="0" sz="1000" spc="4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</a:t>
            </a:r>
            <a:r>
              <a:rPr dirty="0" sz="1000" spc="4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60">
                <a:solidFill>
                  <a:srgbClr val="231F20"/>
                </a:solidFill>
                <a:latin typeface="Bookman Old Style"/>
                <a:cs typeface="Bookman Old Style"/>
              </a:rPr>
              <a:t>change</a:t>
            </a:r>
            <a:r>
              <a:rPr dirty="0" sz="1000" spc="4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in</a:t>
            </a:r>
            <a:r>
              <a:rPr dirty="0" sz="1000" spc="4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55">
                <a:solidFill>
                  <a:srgbClr val="231F20"/>
                </a:solidFill>
                <a:latin typeface="Bookman Old Style"/>
                <a:cs typeface="Bookman Old Style"/>
              </a:rPr>
              <a:t>speed</a:t>
            </a:r>
            <a:r>
              <a:rPr dirty="0" sz="1000" spc="4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70">
                <a:solidFill>
                  <a:srgbClr val="231F20"/>
                </a:solidFill>
                <a:latin typeface="Bookman Old Style"/>
                <a:cs typeface="Bookman Old Style"/>
              </a:rPr>
              <a:t>(magnitude),</a:t>
            </a:r>
            <a:r>
              <a:rPr dirty="0" sz="1000" spc="4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50">
                <a:solidFill>
                  <a:srgbClr val="231F20"/>
                </a:solidFill>
                <a:latin typeface="Bookman Old Style"/>
                <a:cs typeface="Bookman Old Style"/>
              </a:rPr>
              <a:t>a</a:t>
            </a:r>
            <a:r>
              <a:rPr dirty="0" sz="10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change</a:t>
            </a:r>
            <a:r>
              <a:rPr dirty="0" sz="1000" spc="1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in</a:t>
            </a:r>
            <a:r>
              <a:rPr dirty="0" sz="1000" spc="1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direction</a:t>
            </a:r>
            <a:r>
              <a:rPr dirty="0" sz="1000" spc="1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or</a:t>
            </a:r>
            <a:r>
              <a:rPr dirty="0" sz="1000" spc="1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changes</a:t>
            </a:r>
            <a:r>
              <a:rPr dirty="0" sz="1000" spc="1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in</a:t>
            </a:r>
            <a:r>
              <a:rPr dirty="0" sz="1000" spc="1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both.</a:t>
            </a:r>
            <a:r>
              <a:rPr dirty="0" sz="1000" spc="4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Like</a:t>
            </a:r>
            <a:r>
              <a:rPr dirty="0" sz="10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velocity,</a:t>
            </a:r>
            <a:r>
              <a:rPr dirty="0" sz="1000" spc="4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acceleration</a:t>
            </a:r>
            <a:r>
              <a:rPr dirty="0" sz="1000" spc="4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can</a:t>
            </a:r>
            <a:r>
              <a:rPr dirty="0" sz="1000" spc="4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also</a:t>
            </a:r>
            <a:r>
              <a:rPr dirty="0" sz="1000" spc="4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be</a:t>
            </a:r>
            <a:r>
              <a:rPr dirty="0" sz="1000" spc="4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positive,</a:t>
            </a:r>
            <a:r>
              <a:rPr dirty="0" sz="10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negative</a:t>
            </a:r>
            <a:r>
              <a:rPr dirty="0" sz="1000" spc="4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or</a:t>
            </a:r>
            <a:r>
              <a:rPr dirty="0" sz="1000" spc="40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zero.</a:t>
            </a:r>
            <a:r>
              <a:rPr dirty="0" sz="1000" spc="375">
                <a:solidFill>
                  <a:srgbClr val="231F20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Position-time</a:t>
            </a:r>
            <a:r>
              <a:rPr dirty="0" sz="1000" spc="40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graphs</a:t>
            </a:r>
            <a:r>
              <a:rPr dirty="0" sz="1000" spc="40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for</a:t>
            </a:r>
            <a:r>
              <a:rPr dirty="0" sz="100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60">
                <a:solidFill>
                  <a:srgbClr val="231F20"/>
                </a:solidFill>
                <a:latin typeface="Bookman Old Style"/>
                <a:cs typeface="Bookman Old Style"/>
              </a:rPr>
              <a:t>motion</a:t>
            </a:r>
            <a:r>
              <a:rPr dirty="0" sz="1000" spc="4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55">
                <a:solidFill>
                  <a:srgbClr val="231F20"/>
                </a:solidFill>
                <a:latin typeface="Bookman Old Style"/>
                <a:cs typeface="Bookman Old Style"/>
              </a:rPr>
              <a:t>with</a:t>
            </a:r>
            <a:r>
              <a:rPr dirty="0" sz="1000" spc="4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60">
                <a:solidFill>
                  <a:srgbClr val="231F20"/>
                </a:solidFill>
                <a:latin typeface="Bookman Old Style"/>
                <a:cs typeface="Bookman Old Style"/>
              </a:rPr>
              <a:t>positive,</a:t>
            </a:r>
            <a:r>
              <a:rPr dirty="0" sz="1000" spc="4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60">
                <a:solidFill>
                  <a:srgbClr val="231F20"/>
                </a:solidFill>
                <a:latin typeface="Bookman Old Style"/>
                <a:cs typeface="Bookman Old Style"/>
              </a:rPr>
              <a:t>negative</a:t>
            </a:r>
            <a:r>
              <a:rPr dirty="0" sz="1000" spc="4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and</a:t>
            </a:r>
            <a:r>
              <a:rPr dirty="0" sz="1000" spc="4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55">
                <a:solidFill>
                  <a:srgbClr val="231F20"/>
                </a:solidFill>
                <a:latin typeface="Bookman Old Style"/>
                <a:cs typeface="Bookman Old Style"/>
              </a:rPr>
              <a:t>zero</a:t>
            </a:r>
            <a:r>
              <a:rPr dirty="0" sz="1000" spc="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acceleration</a:t>
            </a:r>
            <a:r>
              <a:rPr dirty="0" sz="1000" spc="3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are</a:t>
            </a:r>
            <a:r>
              <a:rPr dirty="0" sz="1000" spc="3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shown</a:t>
            </a:r>
            <a:r>
              <a:rPr dirty="0" sz="1000" spc="3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in</a:t>
            </a:r>
            <a:r>
              <a:rPr dirty="0" sz="1000" spc="3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Figs.</a:t>
            </a:r>
            <a:r>
              <a:rPr dirty="0" sz="1000" spc="3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2.4</a:t>
            </a:r>
            <a:r>
              <a:rPr dirty="0" sz="1000" spc="30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(a),</a:t>
            </a:r>
            <a:r>
              <a:rPr dirty="0" sz="1000" spc="3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(b)</a:t>
            </a:r>
            <a:r>
              <a:rPr dirty="0" sz="100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and</a:t>
            </a:r>
            <a:r>
              <a:rPr dirty="0" sz="1000" spc="3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(c),</a:t>
            </a:r>
            <a:r>
              <a:rPr dirty="0" sz="1000" spc="3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respectively.</a:t>
            </a:r>
            <a:r>
              <a:rPr dirty="0" sz="1000" spc="355">
                <a:solidFill>
                  <a:srgbClr val="231F20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Note</a:t>
            </a:r>
            <a:r>
              <a:rPr dirty="0" sz="1000" spc="3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that</a:t>
            </a:r>
            <a:r>
              <a:rPr dirty="0" sz="1000" spc="3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3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graph</a:t>
            </a:r>
            <a:r>
              <a:rPr dirty="0" sz="10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curves</a:t>
            </a:r>
            <a:r>
              <a:rPr dirty="0" sz="1000" spc="4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50">
                <a:solidFill>
                  <a:srgbClr val="231F20"/>
                </a:solidFill>
                <a:latin typeface="Bookman Old Style"/>
                <a:cs typeface="Bookman Old Style"/>
              </a:rPr>
              <a:t>upward</a:t>
            </a:r>
            <a:r>
              <a:rPr dirty="0" sz="1000" spc="4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for</a:t>
            </a:r>
            <a:r>
              <a:rPr dirty="0" sz="1000" spc="4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50">
                <a:solidFill>
                  <a:srgbClr val="231F20"/>
                </a:solidFill>
                <a:latin typeface="Bookman Old Style"/>
                <a:cs typeface="Bookman Old Style"/>
              </a:rPr>
              <a:t>positive</a:t>
            </a:r>
            <a:r>
              <a:rPr dirty="0" sz="1000" spc="4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50">
                <a:solidFill>
                  <a:srgbClr val="231F20"/>
                </a:solidFill>
                <a:latin typeface="Bookman Old Style"/>
                <a:cs typeface="Bookman Old Style"/>
              </a:rPr>
              <a:t>acceleration;</a:t>
            </a:r>
            <a:r>
              <a:rPr dirty="0" sz="1000" spc="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31F20"/>
                </a:solidFill>
                <a:latin typeface="Bookman Old Style"/>
                <a:cs typeface="Bookman Old Style"/>
              </a:rPr>
              <a:t>downward</a:t>
            </a:r>
            <a:r>
              <a:rPr dirty="0" sz="1000" spc="1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31F20"/>
                </a:solidFill>
                <a:latin typeface="Bookman Old Style"/>
                <a:cs typeface="Bookman Old Style"/>
              </a:rPr>
              <a:t>for</a:t>
            </a:r>
            <a:r>
              <a:rPr dirty="0" sz="1000" spc="1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31F20"/>
                </a:solidFill>
                <a:latin typeface="Bookman Old Style"/>
                <a:cs typeface="Bookman Old Style"/>
              </a:rPr>
              <a:t>negative</a:t>
            </a:r>
            <a:r>
              <a:rPr dirty="0" sz="1000" spc="1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31F20"/>
                </a:solidFill>
                <a:latin typeface="Bookman Old Style"/>
                <a:cs typeface="Bookman Old Style"/>
              </a:rPr>
              <a:t>acceleration</a:t>
            </a:r>
            <a:r>
              <a:rPr dirty="0" sz="1000" spc="1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31F20"/>
                </a:solidFill>
                <a:latin typeface="Bookman Old Style"/>
                <a:cs typeface="Bookman Old Style"/>
              </a:rPr>
              <a:t>and</a:t>
            </a:r>
            <a:r>
              <a:rPr dirty="0" sz="1000" spc="1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31F20"/>
                </a:solidFill>
                <a:latin typeface="Bookman Old Style"/>
                <a:cs typeface="Bookman Old Style"/>
              </a:rPr>
              <a:t>it</a:t>
            </a:r>
            <a:r>
              <a:rPr dirty="0" sz="1000" spc="1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is</a:t>
            </a:r>
            <a:r>
              <a:rPr dirty="0" sz="100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</a:t>
            </a:r>
            <a:r>
              <a:rPr dirty="0" sz="1000" spc="2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straight</a:t>
            </a:r>
            <a:r>
              <a:rPr dirty="0" sz="1000" spc="2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line</a:t>
            </a:r>
            <a:r>
              <a:rPr dirty="0" sz="1000" spc="2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for</a:t>
            </a:r>
            <a:r>
              <a:rPr dirty="0" sz="1000" spc="2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zero</a:t>
            </a:r>
            <a:r>
              <a:rPr dirty="0" sz="1000" spc="2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acceleration.</a:t>
            </a:r>
            <a:endParaRPr sz="1000">
              <a:latin typeface="Bookman Old Style"/>
              <a:cs typeface="Bookman Old Style"/>
            </a:endParaRPr>
          </a:p>
          <a:p>
            <a:pPr algn="just" marL="12700" marR="12065" indent="152400">
              <a:lnSpc>
                <a:spcPct val="100000"/>
              </a:lnSpc>
            </a:pPr>
            <a:r>
              <a:rPr dirty="0" sz="1000" spc="10">
                <a:solidFill>
                  <a:srgbClr val="231F20"/>
                </a:solidFill>
                <a:latin typeface="Bookman Old Style"/>
                <a:cs typeface="Bookman Old Style"/>
              </a:rPr>
              <a:t>Although</a:t>
            </a:r>
            <a:r>
              <a:rPr dirty="0" sz="1000" spc="1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31F20"/>
                </a:solidFill>
                <a:latin typeface="Bookman Old Style"/>
                <a:cs typeface="Bookman Old Style"/>
              </a:rPr>
              <a:t>acceleration</a:t>
            </a:r>
            <a:r>
              <a:rPr dirty="0" sz="1000" spc="1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31F20"/>
                </a:solidFill>
                <a:latin typeface="Bookman Old Style"/>
                <a:cs typeface="Bookman Old Style"/>
              </a:rPr>
              <a:t>can</a:t>
            </a:r>
            <a:r>
              <a:rPr dirty="0" sz="1000" spc="1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31F20"/>
                </a:solidFill>
                <a:latin typeface="Bookman Old Style"/>
                <a:cs typeface="Bookman Old Style"/>
              </a:rPr>
              <a:t>vary</a:t>
            </a:r>
            <a:r>
              <a:rPr dirty="0" sz="1000" spc="1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31F20"/>
                </a:solidFill>
                <a:latin typeface="Bookman Old Style"/>
                <a:cs typeface="Bookman Old Style"/>
              </a:rPr>
              <a:t>with</a:t>
            </a:r>
            <a:r>
              <a:rPr dirty="0" sz="1000" spc="1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time,</a:t>
            </a:r>
            <a:r>
              <a:rPr dirty="0" sz="10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our</a:t>
            </a:r>
            <a:r>
              <a:rPr dirty="0" sz="1000" spc="2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study</a:t>
            </a:r>
            <a:r>
              <a:rPr dirty="0" sz="1000" spc="2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in</a:t>
            </a:r>
            <a:r>
              <a:rPr dirty="0" sz="1000" spc="2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this</a:t>
            </a:r>
            <a:r>
              <a:rPr dirty="0" sz="1000" spc="2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chapter</a:t>
            </a:r>
            <a:r>
              <a:rPr dirty="0" sz="1000" spc="2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will</a:t>
            </a:r>
            <a:r>
              <a:rPr dirty="0" sz="1000" spc="2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be</a:t>
            </a:r>
            <a:r>
              <a:rPr dirty="0" sz="1000" spc="2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restricted</a:t>
            </a:r>
            <a:r>
              <a:rPr dirty="0" sz="10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to</a:t>
            </a:r>
            <a:r>
              <a:rPr dirty="0" sz="1000" spc="1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motion</a:t>
            </a:r>
            <a:r>
              <a:rPr dirty="0" sz="1000" spc="1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with</a:t>
            </a:r>
            <a:r>
              <a:rPr dirty="0" sz="1000" spc="1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constant</a:t>
            </a:r>
            <a:r>
              <a:rPr dirty="0" sz="1000" spc="1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acceleration.</a:t>
            </a:r>
            <a:r>
              <a:rPr dirty="0" sz="1000" spc="1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In</a:t>
            </a:r>
            <a:r>
              <a:rPr dirty="0" sz="1000" spc="1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this</a:t>
            </a:r>
            <a:r>
              <a:rPr dirty="0" sz="10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case,</a:t>
            </a:r>
            <a:r>
              <a:rPr dirty="0" sz="1000" spc="150">
                <a:solidFill>
                  <a:srgbClr val="231F20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155">
                <a:solidFill>
                  <a:srgbClr val="231F20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average</a:t>
            </a:r>
            <a:r>
              <a:rPr dirty="0" sz="1000" spc="155">
                <a:solidFill>
                  <a:srgbClr val="231F20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acceleration</a:t>
            </a:r>
            <a:r>
              <a:rPr dirty="0" sz="1000" spc="150">
                <a:solidFill>
                  <a:srgbClr val="231F20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equals</a:t>
            </a:r>
            <a:r>
              <a:rPr dirty="0" sz="1000" spc="155">
                <a:solidFill>
                  <a:srgbClr val="231F20"/>
                </a:solidFill>
                <a:latin typeface="Times New Roman"/>
                <a:cs typeface="Times New Roman"/>
              </a:rPr>
              <a:t> 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constant</a:t>
            </a:r>
            <a:r>
              <a:rPr dirty="0" sz="1000" spc="150">
                <a:solidFill>
                  <a:srgbClr val="231F20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value</a:t>
            </a:r>
            <a:r>
              <a:rPr dirty="0" sz="1000" spc="150">
                <a:solidFill>
                  <a:srgbClr val="231F20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1000" spc="155">
                <a:solidFill>
                  <a:srgbClr val="231F20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acceleration</a:t>
            </a:r>
            <a:r>
              <a:rPr dirty="0" sz="1000" spc="150">
                <a:solidFill>
                  <a:srgbClr val="231F20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during</a:t>
            </a:r>
            <a:r>
              <a:rPr dirty="0" sz="1000" spc="155">
                <a:solidFill>
                  <a:srgbClr val="231F20"/>
                </a:solidFill>
                <a:latin typeface="Times New Roman"/>
                <a:cs typeface="Times New Roman"/>
              </a:rPr>
              <a:t> 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3615944" y="5159235"/>
            <a:ext cx="66675" cy="1143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50" spc="-50" i="1">
                <a:solidFill>
                  <a:srgbClr val="231F20"/>
                </a:solidFill>
                <a:latin typeface="Bookman Old Style"/>
                <a:cs typeface="Bookman Old Style"/>
              </a:rPr>
              <a:t>o</a:t>
            </a:r>
            <a:endParaRPr sz="550">
              <a:latin typeface="Bookman Old Style"/>
              <a:cs typeface="Bookman Old Style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1034288" y="5047982"/>
            <a:ext cx="291465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interval.</a:t>
            </a:r>
            <a:r>
              <a:rPr dirty="0" sz="1000" spc="20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If</a:t>
            </a:r>
            <a:r>
              <a:rPr dirty="0" sz="1000" spc="20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20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velocity</a:t>
            </a:r>
            <a:r>
              <a:rPr dirty="0" sz="1000" spc="2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1000" spc="20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an</a:t>
            </a:r>
            <a:r>
              <a:rPr dirty="0" sz="1000" spc="20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object</a:t>
            </a:r>
            <a:r>
              <a:rPr dirty="0" sz="1000" spc="2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is</a:t>
            </a:r>
            <a:r>
              <a:rPr dirty="0" sz="1000" spc="20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v</a:t>
            </a:r>
            <a:r>
              <a:rPr dirty="0" sz="1000" spc="195">
                <a:solidFill>
                  <a:srgbClr val="231F20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at</a:t>
            </a:r>
            <a:r>
              <a:rPr dirty="0" sz="1000" spc="2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50" i="1">
                <a:solidFill>
                  <a:srgbClr val="231F20"/>
                </a:solidFill>
                <a:latin typeface="Bookman Old Style"/>
                <a:cs typeface="Bookman Old Style"/>
              </a:rPr>
              <a:t>t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1034288" y="5200382"/>
            <a:ext cx="187833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=</a:t>
            </a:r>
            <a:r>
              <a:rPr dirty="0" sz="1000" spc="1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0</a:t>
            </a:r>
            <a:r>
              <a:rPr dirty="0" sz="1000" spc="1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and</a:t>
            </a:r>
            <a:r>
              <a:rPr dirty="0" sz="1000" spc="1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v</a:t>
            </a:r>
            <a:r>
              <a:rPr dirty="0" sz="1000" spc="1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at</a:t>
            </a:r>
            <a:r>
              <a:rPr dirty="0" sz="1000" spc="1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time</a:t>
            </a:r>
            <a:r>
              <a:rPr dirty="0" sz="1000" spc="1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t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,</a:t>
            </a:r>
            <a:r>
              <a:rPr dirty="0" sz="1000" spc="1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we</a:t>
            </a:r>
            <a:r>
              <a:rPr dirty="0" sz="1000" spc="1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have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102" name="object 102"/>
          <p:cNvSpPr/>
          <p:nvPr/>
        </p:nvSpPr>
        <p:spPr>
          <a:xfrm>
            <a:off x="1083563" y="5556503"/>
            <a:ext cx="64135" cy="0"/>
          </a:xfrm>
          <a:custGeom>
            <a:avLst/>
            <a:gdLst/>
            <a:ahLst/>
            <a:cxnLst/>
            <a:rect l="l" t="t" r="r" b="b"/>
            <a:pathLst>
              <a:path w="64134" h="0">
                <a:moveTo>
                  <a:pt x="0" y="0"/>
                </a:moveTo>
                <a:lnTo>
                  <a:pt x="64007" y="0"/>
                </a:lnTo>
              </a:path>
            </a:pathLst>
          </a:custGeom>
          <a:ln w="62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/>
          <p:nvPr/>
        </p:nvSpPr>
        <p:spPr>
          <a:xfrm>
            <a:off x="1303019" y="5608319"/>
            <a:ext cx="350520" cy="0"/>
          </a:xfrm>
          <a:custGeom>
            <a:avLst/>
            <a:gdLst/>
            <a:ahLst/>
            <a:cxnLst/>
            <a:rect l="l" t="t" r="r" b="b"/>
            <a:pathLst>
              <a:path w="350519" h="0">
                <a:moveTo>
                  <a:pt x="0" y="0"/>
                </a:moveTo>
                <a:lnTo>
                  <a:pt x="350519" y="0"/>
                </a:lnTo>
              </a:path>
            </a:pathLst>
          </a:custGeom>
          <a:ln w="62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4" name="object 104"/>
          <p:cNvSpPr txBox="1"/>
          <p:nvPr/>
        </p:nvSpPr>
        <p:spPr>
          <a:xfrm>
            <a:off x="2216913" y="5581404"/>
            <a:ext cx="74295" cy="1193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600" spc="-50" i="1">
                <a:latin typeface="Bookman Old Style"/>
                <a:cs typeface="Bookman Old Style"/>
              </a:rPr>
              <a:t>0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1014477" y="5417371"/>
            <a:ext cx="1601470" cy="2628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88290">
              <a:lnSpc>
                <a:spcPts val="935"/>
              </a:lnSpc>
              <a:spcBef>
                <a:spcPts val="95"/>
              </a:spcBef>
            </a:pPr>
            <a:r>
              <a:rPr dirty="0" sz="1000" i="1">
                <a:latin typeface="Bookman Old Style"/>
                <a:cs typeface="Bookman Old Style"/>
              </a:rPr>
              <a:t>v</a:t>
            </a:r>
            <a:r>
              <a:rPr dirty="0" sz="1000" spc="20" i="1">
                <a:latin typeface="Bookman Old Style"/>
                <a:cs typeface="Bookman Old Style"/>
              </a:rPr>
              <a:t> </a:t>
            </a:r>
            <a:r>
              <a:rPr dirty="0" sz="1000">
                <a:latin typeface="Symbol"/>
                <a:cs typeface="Symbol"/>
              </a:rPr>
              <a:t></a:t>
            </a:r>
            <a:r>
              <a:rPr dirty="0" sz="1000" spc="-60">
                <a:latin typeface="Times New Roman"/>
                <a:cs typeface="Times New Roman"/>
              </a:rPr>
              <a:t> </a:t>
            </a:r>
            <a:r>
              <a:rPr dirty="0" sz="1000" spc="-25" i="1">
                <a:latin typeface="Bookman Old Style"/>
                <a:cs typeface="Bookman Old Style"/>
              </a:rPr>
              <a:t>v</a:t>
            </a:r>
            <a:r>
              <a:rPr dirty="0" baseline="-23148" sz="900" spc="-37" i="1">
                <a:latin typeface="Bookman Old Style"/>
                <a:cs typeface="Bookman Old Style"/>
              </a:rPr>
              <a:t>0</a:t>
            </a:r>
            <a:endParaRPr baseline="-23148" sz="900">
              <a:latin typeface="Bookman Old Style"/>
              <a:cs typeface="Bookman Old Style"/>
            </a:endParaRPr>
          </a:p>
          <a:p>
            <a:pPr marL="50800">
              <a:lnSpc>
                <a:spcPts val="935"/>
              </a:lnSpc>
              <a:tabLst>
                <a:tab pos="708660" algn="l"/>
              </a:tabLst>
            </a:pPr>
            <a:r>
              <a:rPr dirty="0" sz="1000" i="1">
                <a:latin typeface="Bookman Old Style"/>
                <a:cs typeface="Bookman Old Style"/>
              </a:rPr>
              <a:t>a</a:t>
            </a:r>
            <a:r>
              <a:rPr dirty="0" sz="1000" spc="50" i="1">
                <a:latin typeface="Bookman Old Style"/>
                <a:cs typeface="Bookman Old Style"/>
              </a:rPr>
              <a:t> </a:t>
            </a:r>
            <a:r>
              <a:rPr dirty="0" sz="1000" spc="-50">
                <a:latin typeface="Symbol"/>
                <a:cs typeface="Symbol"/>
              </a:rPr>
              <a:t>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000">
                <a:latin typeface="Bookman Old Style"/>
                <a:cs typeface="Bookman Old Style"/>
              </a:rPr>
              <a:t>or</a:t>
            </a:r>
            <a:r>
              <a:rPr dirty="0" sz="1000" i="1">
                <a:latin typeface="Bookman Old Style"/>
                <a:cs typeface="Bookman Old Style"/>
              </a:rPr>
              <a:t>,</a:t>
            </a:r>
            <a:r>
              <a:rPr dirty="0" sz="1000" spc="140" i="1">
                <a:latin typeface="Bookman Old Style"/>
                <a:cs typeface="Bookman Old Style"/>
              </a:rPr>
              <a:t> </a:t>
            </a:r>
            <a:r>
              <a:rPr dirty="0" sz="1000" i="1">
                <a:latin typeface="Bookman Old Style"/>
                <a:cs typeface="Bookman Old Style"/>
              </a:rPr>
              <a:t>v</a:t>
            </a:r>
            <a:r>
              <a:rPr dirty="0" sz="1000" spc="50" i="1">
                <a:latin typeface="Bookman Old Style"/>
                <a:cs typeface="Bookman Old Style"/>
              </a:rPr>
              <a:t> </a:t>
            </a:r>
            <a:r>
              <a:rPr dirty="0" sz="1000">
                <a:latin typeface="Symbol"/>
                <a:cs typeface="Symbol"/>
              </a:rPr>
              <a:t>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 i="1">
                <a:latin typeface="Bookman Old Style"/>
                <a:cs typeface="Bookman Old Style"/>
              </a:rPr>
              <a:t>v</a:t>
            </a:r>
            <a:r>
              <a:rPr dirty="0" sz="1000" spc="110" i="1">
                <a:latin typeface="Bookman Old Style"/>
                <a:cs typeface="Bookman Old Style"/>
              </a:rPr>
              <a:t>  </a:t>
            </a:r>
            <a:r>
              <a:rPr dirty="0" sz="1000">
                <a:latin typeface="Symbol"/>
                <a:cs typeface="Symbol"/>
              </a:rPr>
              <a:t></a:t>
            </a:r>
            <a:r>
              <a:rPr dirty="0" sz="1000">
                <a:latin typeface="Times New Roman"/>
                <a:cs typeface="Times New Roman"/>
              </a:rPr>
              <a:t> </a:t>
            </a:r>
            <a:r>
              <a:rPr dirty="0" sz="1000" spc="-20" i="1">
                <a:latin typeface="Bookman Old Style"/>
                <a:cs typeface="Bookman Old Style"/>
              </a:rPr>
              <a:t>a</a:t>
            </a:r>
            <a:r>
              <a:rPr dirty="0" sz="1000" spc="-125" i="1">
                <a:latin typeface="Bookman Old Style"/>
                <a:cs typeface="Bookman Old Style"/>
              </a:rPr>
              <a:t> </a:t>
            </a:r>
            <a:r>
              <a:rPr dirty="0" sz="1000" spc="-50" i="1">
                <a:latin typeface="Bookman Old Style"/>
                <a:cs typeface="Bookman Old Style"/>
              </a:rPr>
              <a:t>t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1329945" y="5600251"/>
            <a:ext cx="293370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i="1">
                <a:latin typeface="Bookman Old Style"/>
                <a:cs typeface="Bookman Old Style"/>
              </a:rPr>
              <a:t>t</a:t>
            </a:r>
            <a:r>
              <a:rPr dirty="0" sz="1000" spc="50" i="1">
                <a:latin typeface="Bookman Old Style"/>
                <a:cs typeface="Bookman Old Style"/>
              </a:rPr>
              <a:t> </a:t>
            </a:r>
            <a:r>
              <a:rPr dirty="0" sz="1000">
                <a:latin typeface="Symbol"/>
                <a:cs typeface="Symbol"/>
              </a:rPr>
              <a:t></a:t>
            </a:r>
            <a:r>
              <a:rPr dirty="0" sz="1000" spc="-10">
                <a:latin typeface="Times New Roman"/>
                <a:cs typeface="Times New Roman"/>
              </a:rPr>
              <a:t> </a:t>
            </a:r>
            <a:r>
              <a:rPr dirty="0" sz="1000" spc="-50">
                <a:latin typeface="Bookman Old Style"/>
                <a:cs typeface="Bookman Old Style"/>
              </a:rPr>
              <a:t>0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3625260" y="5514339"/>
            <a:ext cx="30353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(2.4)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1034289" y="7228375"/>
            <a:ext cx="2922905" cy="1771014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900" b="1" i="1">
                <a:solidFill>
                  <a:srgbClr val="00AEEF"/>
                </a:solidFill>
                <a:latin typeface="Bookman Old Style"/>
                <a:cs typeface="Bookman Old Style"/>
              </a:rPr>
              <a:t>Fig.</a:t>
            </a:r>
            <a:r>
              <a:rPr dirty="0" sz="900" spc="11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 b="1" i="1">
                <a:solidFill>
                  <a:srgbClr val="00AEEF"/>
                </a:solidFill>
                <a:latin typeface="Bookman Old Style"/>
                <a:cs typeface="Bookman Old Style"/>
              </a:rPr>
              <a:t>2.2</a:t>
            </a:r>
            <a:r>
              <a:rPr dirty="0" sz="900" spc="280">
                <a:solidFill>
                  <a:srgbClr val="00AEEF"/>
                </a:solidFill>
                <a:latin typeface="Times New Roman"/>
                <a:cs typeface="Times New Roman"/>
              </a:rPr>
              <a:t>  </a:t>
            </a:r>
            <a:r>
              <a:rPr dirty="0" sz="900" spc="75" i="1">
                <a:solidFill>
                  <a:srgbClr val="231F20"/>
                </a:solidFill>
                <a:latin typeface="Bookman Old Style"/>
                <a:cs typeface="Bookman Old Style"/>
              </a:rPr>
              <a:t>Position-</a:t>
            </a:r>
            <a:r>
              <a:rPr dirty="0" sz="900" spc="60" i="1">
                <a:solidFill>
                  <a:srgbClr val="231F20"/>
                </a:solidFill>
                <a:latin typeface="Bookman Old Style"/>
                <a:cs typeface="Bookman Old Style"/>
              </a:rPr>
              <a:t>time</a:t>
            </a:r>
            <a:r>
              <a:rPr dirty="0" sz="900" spc="3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graph</a:t>
            </a:r>
            <a:r>
              <a:rPr dirty="0" sz="900" spc="3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for</a:t>
            </a:r>
            <a:r>
              <a:rPr dirty="0" sz="900" spc="3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70" i="1">
                <a:solidFill>
                  <a:srgbClr val="231F20"/>
                </a:solidFill>
                <a:latin typeface="Bookman Old Style"/>
                <a:cs typeface="Bookman Old Style"/>
              </a:rPr>
              <a:t>motion</a:t>
            </a:r>
            <a:r>
              <a:rPr dirty="0" sz="900" spc="3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35" i="1">
                <a:solidFill>
                  <a:srgbClr val="231F20"/>
                </a:solidFill>
                <a:latin typeface="Bookman Old Style"/>
                <a:cs typeface="Bookman Old Style"/>
              </a:rPr>
              <a:t>with</a:t>
            </a:r>
            <a:endParaRPr sz="900">
              <a:latin typeface="Bookman Old Style"/>
              <a:cs typeface="Bookman Old Style"/>
            </a:endParaRPr>
          </a:p>
          <a:p>
            <a:pPr marL="585470">
              <a:lnSpc>
                <a:spcPct val="100000"/>
              </a:lnSpc>
            </a:pP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(a)</a:t>
            </a:r>
            <a:r>
              <a:rPr dirty="0" sz="900" spc="4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positive</a:t>
            </a:r>
            <a:r>
              <a:rPr dirty="0" sz="900" spc="459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45" i="1">
                <a:solidFill>
                  <a:srgbClr val="231F20"/>
                </a:solidFill>
                <a:latin typeface="Bookman Old Style"/>
                <a:cs typeface="Bookman Old Style"/>
              </a:rPr>
              <a:t>acceleration;</a:t>
            </a:r>
            <a:r>
              <a:rPr dirty="0" sz="900" spc="459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(b)</a:t>
            </a:r>
            <a:r>
              <a:rPr dirty="0" sz="900" spc="4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0" i="1">
                <a:solidFill>
                  <a:srgbClr val="231F20"/>
                </a:solidFill>
                <a:latin typeface="Bookman Old Style"/>
                <a:cs typeface="Bookman Old Style"/>
              </a:rPr>
              <a:t>negative</a:t>
            </a:r>
            <a:endParaRPr sz="900">
              <a:latin typeface="Bookman Old Style"/>
              <a:cs typeface="Bookman Old Style"/>
            </a:endParaRPr>
          </a:p>
          <a:p>
            <a:pPr marL="585470">
              <a:lnSpc>
                <a:spcPct val="100000"/>
              </a:lnSpc>
              <a:spcBef>
                <a:spcPts val="70"/>
              </a:spcBef>
            </a:pP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acceleration,</a:t>
            </a:r>
            <a:r>
              <a:rPr dirty="0" sz="900" spc="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and</a:t>
            </a:r>
            <a:r>
              <a:rPr dirty="0" sz="900" spc="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(c)</a:t>
            </a:r>
            <a:r>
              <a:rPr dirty="0" sz="900" spc="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zero</a:t>
            </a:r>
            <a:r>
              <a:rPr dirty="0" sz="900" spc="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0" i="1">
                <a:solidFill>
                  <a:srgbClr val="231F20"/>
                </a:solidFill>
                <a:latin typeface="Bookman Old Style"/>
                <a:cs typeface="Bookman Old Style"/>
              </a:rPr>
              <a:t>acceleration</a:t>
            </a:r>
            <a:r>
              <a:rPr dirty="0" sz="900" spc="-10">
                <a:solidFill>
                  <a:srgbClr val="231F20"/>
                </a:solidFill>
                <a:latin typeface="Bookman Old Style"/>
                <a:cs typeface="Bookman Old Style"/>
              </a:rPr>
              <a:t>.</a:t>
            </a:r>
            <a:endParaRPr sz="900">
              <a:latin typeface="Bookman Old Style"/>
              <a:cs typeface="Bookman Old Style"/>
            </a:endParaRPr>
          </a:p>
          <a:p>
            <a:pPr algn="just" marL="12700" marR="14604" indent="152400">
              <a:lnSpc>
                <a:spcPct val="100000"/>
              </a:lnSpc>
              <a:spcBef>
                <a:spcPts val="620"/>
              </a:spcBef>
            </a:pP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Let</a:t>
            </a:r>
            <a:r>
              <a:rPr dirty="0" sz="10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us</a:t>
            </a:r>
            <a:r>
              <a:rPr dirty="0" sz="1000" spc="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see</a:t>
            </a:r>
            <a:r>
              <a:rPr dirty="0" sz="10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how</a:t>
            </a:r>
            <a:r>
              <a:rPr dirty="0" sz="1000" spc="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velocity-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time</a:t>
            </a:r>
            <a:r>
              <a:rPr dirty="0" sz="1000" spc="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graph</a:t>
            </a:r>
            <a:r>
              <a:rPr dirty="0" sz="10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looks</a:t>
            </a:r>
            <a:r>
              <a:rPr dirty="0" sz="1000" spc="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like</a:t>
            </a:r>
            <a:r>
              <a:rPr dirty="0" sz="10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for</a:t>
            </a:r>
            <a:r>
              <a:rPr dirty="0" sz="1000" spc="-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some</a:t>
            </a:r>
            <a:r>
              <a:rPr dirty="0" sz="1000" spc="-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simple</a:t>
            </a:r>
            <a:r>
              <a:rPr dirty="0" sz="1000" spc="-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cases.</a:t>
            </a:r>
            <a:r>
              <a:rPr dirty="0" sz="1000" spc="-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Fig.</a:t>
            </a:r>
            <a:r>
              <a:rPr dirty="0" sz="1000" spc="-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2.3</a:t>
            </a:r>
            <a:r>
              <a:rPr dirty="0" sz="1000" spc="-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shows</a:t>
            </a:r>
            <a:r>
              <a:rPr dirty="0" sz="1000" spc="5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velocity-time</a:t>
            </a:r>
            <a:r>
              <a:rPr dirty="0" sz="100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graph</a:t>
            </a:r>
            <a:r>
              <a:rPr dirty="0" sz="100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for</a:t>
            </a:r>
            <a:r>
              <a:rPr dirty="0" sz="100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motion</a:t>
            </a:r>
            <a:r>
              <a:rPr dirty="0" sz="100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with</a:t>
            </a:r>
            <a:r>
              <a:rPr dirty="0" sz="100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constant</a:t>
            </a:r>
            <a:r>
              <a:rPr dirty="0" sz="100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acceleration</a:t>
            </a:r>
            <a:r>
              <a:rPr dirty="0" sz="10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for</a:t>
            </a:r>
            <a:r>
              <a:rPr dirty="0" sz="1000" spc="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following</a:t>
            </a:r>
            <a:r>
              <a:rPr dirty="0" sz="1000" spc="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cases</a:t>
            </a:r>
            <a:r>
              <a:rPr dirty="0" sz="1000" spc="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50">
                <a:solidFill>
                  <a:srgbClr val="231F20"/>
                </a:solidFill>
                <a:latin typeface="Bookman Old Style"/>
                <a:cs typeface="Bookman Old Style"/>
              </a:rPr>
              <a:t>:</a:t>
            </a:r>
            <a:endParaRPr sz="1000">
              <a:latin typeface="Bookman Old Style"/>
              <a:cs typeface="Bookman Old Style"/>
            </a:endParaRPr>
          </a:p>
          <a:p>
            <a:pPr algn="just" marL="433070" marR="13335" indent="-268605">
              <a:lnSpc>
                <a:spcPct val="100000"/>
              </a:lnSpc>
              <a:spcBef>
                <a:spcPts val="190"/>
              </a:spcBef>
              <a:buAutoNum type="alphaLcParenBoth"/>
              <a:tabLst>
                <a:tab pos="433070" algn="l"/>
              </a:tabLst>
            </a:pP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An</a:t>
            </a:r>
            <a:r>
              <a:rPr dirty="0" sz="1000" spc="-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object</a:t>
            </a:r>
            <a:r>
              <a:rPr dirty="0" sz="100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is</a:t>
            </a:r>
            <a:r>
              <a:rPr dirty="0" sz="1000" spc="-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moving</a:t>
            </a:r>
            <a:r>
              <a:rPr dirty="0" sz="100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in</a:t>
            </a:r>
            <a:r>
              <a:rPr dirty="0" sz="1000" spc="-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</a:t>
            </a:r>
            <a:r>
              <a:rPr dirty="0" sz="100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positive</a:t>
            </a:r>
            <a:r>
              <a:rPr dirty="0" sz="100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direction</a:t>
            </a:r>
            <a:r>
              <a:rPr dirty="0" sz="10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with</a:t>
            </a:r>
            <a:r>
              <a:rPr dirty="0" sz="1000" spc="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</a:t>
            </a:r>
            <a:r>
              <a:rPr dirty="0" sz="100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positive</a:t>
            </a:r>
            <a:r>
              <a:rPr dirty="0" sz="100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acceleration.</a:t>
            </a:r>
            <a:endParaRPr sz="1000">
              <a:latin typeface="Bookman Old Style"/>
              <a:cs typeface="Bookman Old Style"/>
            </a:endParaRPr>
          </a:p>
          <a:p>
            <a:pPr algn="just" marL="433070" marR="11430" indent="-268605">
              <a:lnSpc>
                <a:spcPct val="100000"/>
              </a:lnSpc>
              <a:buAutoNum type="alphaLcParenBoth"/>
              <a:tabLst>
                <a:tab pos="433070" algn="l"/>
              </a:tabLst>
            </a:pP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An</a:t>
            </a:r>
            <a:r>
              <a:rPr dirty="0" sz="1000" spc="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object</a:t>
            </a:r>
            <a:r>
              <a:rPr dirty="0" sz="1000" spc="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is</a:t>
            </a:r>
            <a:r>
              <a:rPr dirty="0" sz="1000" spc="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moving</a:t>
            </a:r>
            <a:r>
              <a:rPr dirty="0" sz="1000" spc="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in</a:t>
            </a:r>
            <a:r>
              <a:rPr dirty="0" sz="1000" spc="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positive</a:t>
            </a:r>
            <a:r>
              <a:rPr dirty="0" sz="1000" spc="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direction</a:t>
            </a:r>
            <a:r>
              <a:rPr dirty="0" sz="10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with</a:t>
            </a:r>
            <a:r>
              <a:rPr dirty="0" sz="1000" spc="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</a:t>
            </a:r>
            <a:r>
              <a:rPr dirty="0" sz="1000" spc="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negative</a:t>
            </a:r>
            <a:r>
              <a:rPr dirty="0" sz="1000" spc="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acceleration.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4281933" y="1009393"/>
            <a:ext cx="2849880" cy="787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313690" marR="55880" indent="-263525">
              <a:lnSpc>
                <a:spcPct val="100000"/>
              </a:lnSpc>
              <a:spcBef>
                <a:spcPts val="100"/>
              </a:spcBef>
              <a:buAutoNum type="alphaLcParenBoth" startAt="3"/>
              <a:tabLst>
                <a:tab pos="315595" algn="l"/>
              </a:tabLst>
            </a:pP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An</a:t>
            </a:r>
            <a:r>
              <a:rPr dirty="0" sz="1000" spc="-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object</a:t>
            </a:r>
            <a:r>
              <a:rPr dirty="0" sz="100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is</a:t>
            </a:r>
            <a:r>
              <a:rPr dirty="0" sz="100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moving</a:t>
            </a:r>
            <a:r>
              <a:rPr dirty="0" sz="100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in</a:t>
            </a:r>
            <a:r>
              <a:rPr dirty="0" sz="100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negative</a:t>
            </a:r>
            <a:r>
              <a:rPr dirty="0" sz="100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direction</a:t>
            </a:r>
            <a:r>
              <a:rPr dirty="0" sz="10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with</a:t>
            </a:r>
            <a:r>
              <a:rPr dirty="0" sz="1000" spc="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</a:t>
            </a:r>
            <a:r>
              <a:rPr dirty="0" sz="1000" spc="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negative</a:t>
            </a:r>
            <a:r>
              <a:rPr dirty="0" sz="1000" spc="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acceleration.</a:t>
            </a:r>
            <a:endParaRPr sz="1000">
              <a:latin typeface="Bookman Old Style"/>
              <a:cs typeface="Bookman Old Style"/>
            </a:endParaRPr>
          </a:p>
          <a:p>
            <a:pPr algn="just" marL="315595" marR="55880" indent="-265430">
              <a:lnSpc>
                <a:spcPct val="100000"/>
              </a:lnSpc>
              <a:buAutoNum type="alphaLcParenBoth" startAt="3"/>
              <a:tabLst>
                <a:tab pos="315595" algn="l"/>
              </a:tabLst>
            </a:pP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An</a:t>
            </a:r>
            <a:r>
              <a:rPr dirty="0" sz="1000" spc="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object</a:t>
            </a:r>
            <a:r>
              <a:rPr dirty="0" sz="1000" spc="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is</a:t>
            </a:r>
            <a:r>
              <a:rPr dirty="0" sz="1000" spc="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moving</a:t>
            </a:r>
            <a:r>
              <a:rPr dirty="0" sz="1000" spc="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in</a:t>
            </a:r>
            <a:r>
              <a:rPr dirty="0" sz="1000" spc="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positive</a:t>
            </a:r>
            <a:r>
              <a:rPr dirty="0" sz="1000" spc="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direction</a:t>
            </a:r>
            <a:r>
              <a:rPr dirty="0" sz="10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till</a:t>
            </a:r>
            <a:r>
              <a:rPr dirty="0" sz="1000" spc="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time</a:t>
            </a:r>
            <a:r>
              <a:rPr dirty="0" sz="10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t</a:t>
            </a:r>
            <a:r>
              <a:rPr dirty="0" baseline="-23148" sz="900" i="1">
                <a:solidFill>
                  <a:srgbClr val="231F20"/>
                </a:solidFill>
                <a:latin typeface="Bookman Old Style"/>
                <a:cs typeface="Bookman Old Style"/>
              </a:rPr>
              <a:t>1</a:t>
            </a:r>
            <a:r>
              <a:rPr dirty="0" baseline="5555" sz="1500" i="1">
                <a:solidFill>
                  <a:srgbClr val="231F20"/>
                </a:solidFill>
                <a:latin typeface="Bookman Old Style"/>
                <a:cs typeface="Bookman Old Style"/>
              </a:rPr>
              <a:t>,</a:t>
            </a:r>
            <a:r>
              <a:rPr dirty="0" baseline="5555" sz="15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and</a:t>
            </a:r>
            <a:r>
              <a:rPr dirty="0" sz="1000" spc="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then</a:t>
            </a:r>
            <a:r>
              <a:rPr dirty="0" sz="1000" spc="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turns</a:t>
            </a:r>
            <a:r>
              <a:rPr dirty="0" sz="1000" spc="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back</a:t>
            </a:r>
            <a:r>
              <a:rPr dirty="0" sz="1000" spc="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with</a:t>
            </a:r>
            <a:r>
              <a:rPr dirty="0" sz="1000" spc="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same</a:t>
            </a:r>
            <a:r>
              <a:rPr dirty="0" sz="1000" spc="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negative</a:t>
            </a:r>
            <a:r>
              <a:rPr dirty="0" sz="1000" spc="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acceleration.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4167633" y="1823209"/>
            <a:ext cx="291719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524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An</a:t>
            </a:r>
            <a:r>
              <a:rPr dirty="0" sz="1000" spc="4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interesting</a:t>
            </a:r>
            <a:r>
              <a:rPr dirty="0" sz="1000" spc="4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feature</a:t>
            </a:r>
            <a:r>
              <a:rPr dirty="0" sz="1000" spc="4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1000" spc="4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</a:t>
            </a:r>
            <a:r>
              <a:rPr dirty="0" sz="1000" spc="4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velocity-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time</a:t>
            </a:r>
            <a:r>
              <a:rPr dirty="0" sz="10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graph</a:t>
            </a:r>
            <a:r>
              <a:rPr dirty="0" sz="1000" spc="1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for</a:t>
            </a:r>
            <a:r>
              <a:rPr dirty="0" sz="1000" spc="1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any</a:t>
            </a:r>
            <a:r>
              <a:rPr dirty="0" sz="1000" spc="1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moving</a:t>
            </a:r>
            <a:r>
              <a:rPr dirty="0" sz="1000" spc="1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object</a:t>
            </a:r>
            <a:r>
              <a:rPr dirty="0" sz="1000" spc="1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is</a:t>
            </a:r>
            <a:r>
              <a:rPr dirty="0" sz="1000" spc="1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that</a:t>
            </a:r>
            <a:r>
              <a:rPr dirty="0" sz="1000" spc="1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b="1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1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0" b="1">
                <a:solidFill>
                  <a:srgbClr val="231F20"/>
                </a:solidFill>
                <a:latin typeface="Bookman Old Style"/>
                <a:cs typeface="Bookman Old Style"/>
              </a:rPr>
              <a:t>area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4167633" y="2128009"/>
            <a:ext cx="292481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31190" algn="l"/>
                <a:tab pos="1059815" algn="l"/>
                <a:tab pos="1660525" algn="l"/>
                <a:tab pos="2655570" algn="l"/>
              </a:tabLst>
            </a:pPr>
            <a:r>
              <a:rPr dirty="0" sz="1000" spc="65" b="1">
                <a:solidFill>
                  <a:srgbClr val="231F20"/>
                </a:solidFill>
                <a:latin typeface="Bookman Old Style"/>
                <a:cs typeface="Bookman Old Style"/>
              </a:rPr>
              <a:t>under</a:t>
            </a:r>
            <a:r>
              <a:rPr dirty="0" sz="100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dirty="0" sz="1000" spc="35" b="1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dirty="0" sz="1000" spc="55" b="1">
                <a:solidFill>
                  <a:srgbClr val="231F20"/>
                </a:solidFill>
                <a:latin typeface="Bookman Old Style"/>
                <a:cs typeface="Bookman Old Style"/>
              </a:rPr>
              <a:t>curve</a:t>
            </a:r>
            <a:r>
              <a:rPr dirty="0" sz="100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dirty="0" sz="1000" spc="75" b="1">
                <a:solidFill>
                  <a:srgbClr val="231F20"/>
                </a:solidFill>
                <a:latin typeface="Bookman Old Style"/>
                <a:cs typeface="Bookman Old Style"/>
              </a:rPr>
              <a:t>represents</a:t>
            </a:r>
            <a:r>
              <a:rPr dirty="0" sz="100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dirty="0" sz="1000" spc="35" b="1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4167633" y="2280409"/>
            <a:ext cx="291338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solidFill>
                  <a:srgbClr val="231F20"/>
                </a:solidFill>
                <a:latin typeface="Bookman Old Style"/>
                <a:cs typeface="Bookman Old Style"/>
              </a:rPr>
              <a:t>displacement</a:t>
            </a:r>
            <a:r>
              <a:rPr dirty="0" sz="1000" spc="1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b="1">
                <a:solidFill>
                  <a:srgbClr val="231F20"/>
                </a:solidFill>
                <a:latin typeface="Bookman Old Style"/>
                <a:cs typeface="Bookman Old Style"/>
              </a:rPr>
              <a:t>over</a:t>
            </a:r>
            <a:r>
              <a:rPr dirty="0" sz="1000" spc="1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b="1">
                <a:solidFill>
                  <a:srgbClr val="231F20"/>
                </a:solidFill>
                <a:latin typeface="Bookman Old Style"/>
                <a:cs typeface="Bookman Old Style"/>
              </a:rPr>
              <a:t>a</a:t>
            </a:r>
            <a:r>
              <a:rPr dirty="0" sz="1000" spc="1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b="1">
                <a:solidFill>
                  <a:srgbClr val="231F20"/>
                </a:solidFill>
                <a:latin typeface="Bookman Old Style"/>
                <a:cs typeface="Bookman Old Style"/>
              </a:rPr>
              <a:t>given</a:t>
            </a:r>
            <a:r>
              <a:rPr dirty="0" sz="1000" spc="1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b="1">
                <a:solidFill>
                  <a:srgbClr val="231F20"/>
                </a:solidFill>
                <a:latin typeface="Bookman Old Style"/>
                <a:cs typeface="Bookman Old Style"/>
              </a:rPr>
              <a:t>time</a:t>
            </a:r>
            <a:r>
              <a:rPr dirty="0" sz="1000" spc="1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b="1">
                <a:solidFill>
                  <a:srgbClr val="231F20"/>
                </a:solidFill>
                <a:latin typeface="Bookman Old Style"/>
                <a:cs typeface="Bookman Old Style"/>
              </a:rPr>
              <a:t>interval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.</a:t>
            </a:r>
            <a:r>
              <a:rPr dirty="0" sz="1000" spc="1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50">
                <a:solidFill>
                  <a:srgbClr val="231F20"/>
                </a:solidFill>
                <a:latin typeface="Bookman Old Style"/>
                <a:cs typeface="Bookman Old Style"/>
              </a:rPr>
              <a:t>A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4167633" y="2432809"/>
            <a:ext cx="2914650" cy="787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general</a:t>
            </a:r>
            <a:r>
              <a:rPr dirty="0" sz="1000" spc="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proof</a:t>
            </a:r>
            <a:r>
              <a:rPr dirty="0" sz="100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100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this</a:t>
            </a:r>
            <a:r>
              <a:rPr dirty="0" sz="100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statement</a:t>
            </a:r>
            <a:r>
              <a:rPr dirty="0" sz="100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requires</a:t>
            </a:r>
            <a:r>
              <a:rPr dirty="0" sz="100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use</a:t>
            </a:r>
            <a:r>
              <a:rPr dirty="0" sz="1000" spc="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100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calculus.</a:t>
            </a:r>
            <a:r>
              <a:rPr dirty="0" sz="1000" spc="1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We</a:t>
            </a:r>
            <a:r>
              <a:rPr dirty="0" sz="1000" spc="1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can,</a:t>
            </a:r>
            <a:r>
              <a:rPr dirty="0" sz="1000" spc="1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however,</a:t>
            </a:r>
            <a:r>
              <a:rPr dirty="0" sz="1000" spc="1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see</a:t>
            </a:r>
            <a:r>
              <a:rPr dirty="0" sz="1000" spc="1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that</a:t>
            </a:r>
            <a:r>
              <a:rPr dirty="0" sz="1000" spc="1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it</a:t>
            </a:r>
            <a:r>
              <a:rPr dirty="0" sz="1000" spc="1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is</a:t>
            </a:r>
            <a:r>
              <a:rPr dirty="0" sz="1000" spc="1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true</a:t>
            </a:r>
            <a:r>
              <a:rPr dirty="0" sz="10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for</a:t>
            </a:r>
            <a:r>
              <a:rPr dirty="0" sz="1000" spc="1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1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simple</a:t>
            </a:r>
            <a:r>
              <a:rPr dirty="0" sz="1000" spc="1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case</a:t>
            </a:r>
            <a:r>
              <a:rPr dirty="0" sz="1000" spc="1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1000" spc="1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an</a:t>
            </a:r>
            <a:r>
              <a:rPr dirty="0" sz="1000" spc="1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object</a:t>
            </a:r>
            <a:r>
              <a:rPr dirty="0" sz="1000" spc="1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moving</a:t>
            </a:r>
            <a:r>
              <a:rPr dirty="0" sz="1000" spc="1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with</a:t>
            </a:r>
            <a:r>
              <a:rPr dirty="0" sz="10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constant</a:t>
            </a:r>
            <a:r>
              <a:rPr dirty="0" sz="1000" spc="1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velocity</a:t>
            </a:r>
            <a:r>
              <a:rPr dirty="0" sz="1000" spc="1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u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.</a:t>
            </a:r>
            <a:r>
              <a:rPr dirty="0" sz="1000" spc="1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Its</a:t>
            </a:r>
            <a:r>
              <a:rPr dirty="0" sz="1000" spc="1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velocity-time</a:t>
            </a:r>
            <a:r>
              <a:rPr dirty="0" sz="1000" spc="1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graph</a:t>
            </a:r>
            <a:r>
              <a:rPr dirty="0" sz="1000" spc="1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is</a:t>
            </a:r>
            <a:r>
              <a:rPr dirty="0" sz="100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as</a:t>
            </a:r>
            <a:r>
              <a:rPr dirty="0" sz="1000" spc="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shown</a:t>
            </a:r>
            <a:r>
              <a:rPr dirty="0" sz="1000" spc="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in</a:t>
            </a:r>
            <a:r>
              <a:rPr dirty="0" sz="100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Fig.</a:t>
            </a:r>
            <a:r>
              <a:rPr dirty="0" sz="1000" spc="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2.4.</a:t>
            </a:r>
            <a:endParaRPr sz="1000">
              <a:latin typeface="Bookman Old Style"/>
              <a:cs typeface="Bookman Old Style"/>
            </a:endParaRPr>
          </a:p>
        </p:txBody>
      </p:sp>
      <p:pic>
        <p:nvPicPr>
          <p:cNvPr id="114" name="object 114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734273" y="2476958"/>
            <a:ext cx="5987215" cy="5987215"/>
          </a:xfrm>
          <a:prstGeom prst="rect">
            <a:avLst/>
          </a:prstGeom>
        </p:spPr>
      </p:pic>
      <p:sp>
        <p:nvSpPr>
          <p:cNvPr id="115" name="object 11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Reprint </a:t>
            </a:r>
            <a:r>
              <a:rPr dirty="0" spc="-10"/>
              <a:t>2026-</a:t>
            </a:r>
            <a:r>
              <a:rPr dirty="0" spc="-25"/>
              <a:t>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7087" y="711695"/>
            <a:ext cx="164592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00AEEF"/>
                </a:solidFill>
                <a:latin typeface="Bookman Old Style"/>
                <a:cs typeface="Bookman Old Style"/>
              </a:rPr>
              <a:t>MOTION</a:t>
            </a:r>
            <a:r>
              <a:rPr dirty="0" sz="800" spc="160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800">
                <a:solidFill>
                  <a:srgbClr val="00AEEF"/>
                </a:solidFill>
                <a:latin typeface="Bookman Old Style"/>
                <a:cs typeface="Bookman Old Style"/>
              </a:rPr>
              <a:t>IN</a:t>
            </a:r>
            <a:r>
              <a:rPr dirty="0" sz="800" spc="165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800">
                <a:solidFill>
                  <a:srgbClr val="00AEEF"/>
                </a:solidFill>
                <a:latin typeface="Bookman Old Style"/>
                <a:cs typeface="Bookman Old Style"/>
              </a:rPr>
              <a:t>A</a:t>
            </a:r>
            <a:r>
              <a:rPr dirty="0" sz="800" spc="165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800">
                <a:solidFill>
                  <a:srgbClr val="00AEEF"/>
                </a:solidFill>
                <a:latin typeface="Bookman Old Style"/>
                <a:cs typeface="Bookman Old Style"/>
              </a:rPr>
              <a:t>STRAIGHT</a:t>
            </a:r>
            <a:r>
              <a:rPr dirty="0" sz="800" spc="165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800" spc="-20">
                <a:solidFill>
                  <a:srgbClr val="00AEEF"/>
                </a:solidFill>
                <a:latin typeface="Bookman Old Style"/>
                <a:cs typeface="Bookman Old Style"/>
              </a:rPr>
              <a:t>LINE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465823" y="711695"/>
            <a:ext cx="16192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5">
                <a:solidFill>
                  <a:srgbClr val="00AEEF"/>
                </a:solidFill>
                <a:latin typeface="Bookman Old Style"/>
                <a:cs typeface="Bookman Old Style"/>
              </a:rPr>
              <a:t>17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89787" y="880878"/>
            <a:ext cx="6019800" cy="50800"/>
          </a:xfrm>
          <a:custGeom>
            <a:avLst/>
            <a:gdLst/>
            <a:ahLst/>
            <a:cxnLst/>
            <a:rect l="l" t="t" r="r" b="b"/>
            <a:pathLst>
              <a:path w="6019800" h="50800">
                <a:moveTo>
                  <a:pt x="6019799" y="0"/>
                </a:moveTo>
                <a:lnTo>
                  <a:pt x="0" y="0"/>
                </a:lnTo>
                <a:lnTo>
                  <a:pt x="0" y="50804"/>
                </a:lnTo>
                <a:lnTo>
                  <a:pt x="6019799" y="50804"/>
                </a:lnTo>
                <a:lnTo>
                  <a:pt x="6019799" y="0"/>
                </a:lnTo>
                <a:close/>
              </a:path>
            </a:pathLst>
          </a:custGeom>
          <a:solidFill>
            <a:srgbClr val="00AE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577087" y="2223008"/>
            <a:ext cx="2912745" cy="3181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82295" marR="5080" indent="-570230">
              <a:lnSpc>
                <a:spcPct val="106700"/>
              </a:lnSpc>
              <a:spcBef>
                <a:spcPts val="100"/>
              </a:spcBef>
            </a:pPr>
            <a:r>
              <a:rPr dirty="0" sz="900" b="1" i="1">
                <a:solidFill>
                  <a:srgbClr val="00AEEF"/>
                </a:solidFill>
                <a:latin typeface="Bookman Old Style"/>
                <a:cs typeface="Bookman Old Style"/>
              </a:rPr>
              <a:t>Fig.</a:t>
            </a:r>
            <a:r>
              <a:rPr dirty="0" sz="900" spc="5" b="1" i="1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900" b="1" i="1">
                <a:solidFill>
                  <a:srgbClr val="00AEEF"/>
                </a:solidFill>
                <a:latin typeface="Bookman Old Style"/>
                <a:cs typeface="Bookman Old Style"/>
              </a:rPr>
              <a:t>2.4</a:t>
            </a:r>
            <a:r>
              <a:rPr dirty="0" sz="900" spc="100" b="1" i="1">
                <a:solidFill>
                  <a:srgbClr val="00AEEF"/>
                </a:solidFill>
                <a:latin typeface="Bookman Old Style"/>
                <a:cs typeface="Bookman Old Style"/>
              </a:rPr>
              <a:t> 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Area</a:t>
            </a:r>
            <a:r>
              <a:rPr dirty="0" sz="900" spc="-5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under v–t</a:t>
            </a:r>
            <a:r>
              <a:rPr dirty="0" sz="900" spc="-5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curve equals</a:t>
            </a:r>
            <a:r>
              <a:rPr dirty="0" sz="900" spc="-5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900" spc="-10" i="1">
                <a:solidFill>
                  <a:srgbClr val="231F20"/>
                </a:solidFill>
                <a:latin typeface="Bookman Old Style"/>
                <a:cs typeface="Bookman Old Style"/>
              </a:rPr>
              <a:t>displacement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900" spc="-45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 spc="-45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object</a:t>
            </a:r>
            <a:r>
              <a:rPr dirty="0" sz="900" spc="-45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over</a:t>
            </a:r>
            <a:r>
              <a:rPr dirty="0" sz="900" spc="-45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a</a:t>
            </a:r>
            <a:r>
              <a:rPr dirty="0" sz="900" spc="-40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given</a:t>
            </a:r>
            <a:r>
              <a:rPr dirty="0" sz="900" spc="-45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time</a:t>
            </a:r>
            <a:r>
              <a:rPr dirty="0" sz="900" spc="-45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900" spc="-10" i="1">
                <a:solidFill>
                  <a:srgbClr val="231F20"/>
                </a:solidFill>
                <a:latin typeface="Bookman Old Style"/>
                <a:cs typeface="Bookman Old Style"/>
              </a:rPr>
              <a:t>interval</a:t>
            </a:r>
            <a:r>
              <a:rPr dirty="0" sz="900" spc="-10">
                <a:solidFill>
                  <a:srgbClr val="231F20"/>
                </a:solidFill>
                <a:latin typeface="Bookman Old Style"/>
                <a:cs typeface="Bookman Old Style"/>
              </a:rPr>
              <a:t>.</a:t>
            </a:r>
            <a:endParaRPr sz="900">
              <a:latin typeface="Bookman Old Style"/>
              <a:cs typeface="Bookman Old Styl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7087" y="2594355"/>
            <a:ext cx="2921000" cy="3225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10160" indent="152400">
              <a:lnSpc>
                <a:spcPct val="100000"/>
              </a:lnSpc>
              <a:spcBef>
                <a:spcPts val="100"/>
              </a:spcBef>
            </a:pPr>
            <a:r>
              <a:rPr dirty="0" sz="1000" spc="-5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v-t</a:t>
            </a:r>
            <a:r>
              <a:rPr dirty="0" sz="1000" spc="20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5">
                <a:solidFill>
                  <a:srgbClr val="231F20"/>
                </a:solidFill>
                <a:latin typeface="Bookman Old Style"/>
                <a:cs typeface="Bookman Old Style"/>
              </a:rPr>
              <a:t>curve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5">
                <a:solidFill>
                  <a:srgbClr val="231F20"/>
                </a:solidFill>
                <a:latin typeface="Bookman Old Style"/>
                <a:cs typeface="Bookman Old Style"/>
              </a:rPr>
              <a:t>is</a:t>
            </a:r>
            <a:r>
              <a:rPr dirty="0" sz="1000" spc="-15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5">
                <a:solidFill>
                  <a:srgbClr val="231F20"/>
                </a:solidFill>
                <a:latin typeface="Bookman Old Style"/>
                <a:cs typeface="Bookman Old Style"/>
              </a:rPr>
              <a:t>straigh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5">
                <a:solidFill>
                  <a:srgbClr val="231F20"/>
                </a:solidFill>
                <a:latin typeface="Bookman Old Style"/>
                <a:cs typeface="Bookman Old Style"/>
              </a:rPr>
              <a:t>line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5">
                <a:solidFill>
                  <a:srgbClr val="231F20"/>
                </a:solidFill>
                <a:latin typeface="Bookman Old Style"/>
                <a:cs typeface="Bookman Old Style"/>
              </a:rPr>
              <a:t>paralle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l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5">
                <a:solidFill>
                  <a:srgbClr val="231F20"/>
                </a:solidFill>
                <a:latin typeface="Bookman Old Style"/>
                <a:cs typeface="Bookman Old Style"/>
              </a:rPr>
              <a:t>t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5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 time</a:t>
            </a:r>
            <a:r>
              <a:rPr dirty="0" sz="1000" spc="6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5">
                <a:solidFill>
                  <a:srgbClr val="231F20"/>
                </a:solidFill>
                <a:latin typeface="Bookman Old Style"/>
                <a:cs typeface="Bookman Old Style"/>
              </a:rPr>
              <a:t>axis</a:t>
            </a:r>
            <a:r>
              <a:rPr dirty="0" sz="1000" spc="6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and</a:t>
            </a:r>
            <a:r>
              <a:rPr dirty="0" sz="1000" spc="6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6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area</a:t>
            </a:r>
            <a:r>
              <a:rPr dirty="0" sz="1000" spc="6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under</a:t>
            </a:r>
            <a:r>
              <a:rPr dirty="0" sz="1000" spc="6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it</a:t>
            </a:r>
            <a:r>
              <a:rPr dirty="0" sz="1000" spc="6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between</a:t>
            </a:r>
            <a:r>
              <a:rPr dirty="0" sz="1000" spc="7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t</a:t>
            </a:r>
            <a:r>
              <a:rPr dirty="0" sz="1000" spc="65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=</a:t>
            </a:r>
            <a:r>
              <a:rPr dirty="0" sz="1000" spc="5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0</a:t>
            </a:r>
            <a:r>
              <a:rPr dirty="0" sz="1000" spc="-5">
                <a:solidFill>
                  <a:srgbClr val="231F20"/>
                </a:solidFill>
                <a:latin typeface="Bookman Old Style"/>
                <a:cs typeface="Bookman Old Style"/>
              </a:rPr>
              <a:t> and</a:t>
            </a:r>
            <a:r>
              <a:rPr dirty="0" sz="1000" spc="-5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t</a:t>
            </a:r>
            <a:r>
              <a:rPr dirty="0" sz="1000" spc="-20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=</a:t>
            </a:r>
            <a:r>
              <a:rPr dirty="0" sz="1000" spc="-6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T</a:t>
            </a:r>
            <a:r>
              <a:rPr dirty="0" sz="1000" spc="10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5">
                <a:solidFill>
                  <a:srgbClr val="231F20"/>
                </a:solidFill>
                <a:latin typeface="Bookman Old Style"/>
                <a:cs typeface="Bookman Old Style"/>
              </a:rPr>
              <a:t>is</a:t>
            </a:r>
            <a:r>
              <a:rPr dirty="0" sz="1000" spc="-5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5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-5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5">
                <a:solidFill>
                  <a:srgbClr val="231F20"/>
                </a:solidFill>
                <a:latin typeface="Bookman Old Style"/>
                <a:cs typeface="Bookman Old Style"/>
              </a:rPr>
              <a:t>are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</a:t>
            </a:r>
            <a:r>
              <a:rPr dirty="0" sz="1000" spc="-5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5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1000" spc="-5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5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-5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5">
                <a:solidFill>
                  <a:srgbClr val="231F20"/>
                </a:solidFill>
                <a:latin typeface="Bookman Old Style"/>
                <a:cs typeface="Bookman Old Style"/>
              </a:rPr>
              <a:t>rectangle</a:t>
            </a:r>
            <a:r>
              <a:rPr dirty="0" sz="1000" spc="-5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5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1000" spc="-5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5">
                <a:solidFill>
                  <a:srgbClr val="231F20"/>
                </a:solidFill>
                <a:latin typeface="Bookman Old Style"/>
                <a:cs typeface="Bookman Old Style"/>
              </a:rPr>
              <a:t>height</a:t>
            </a:r>
            <a:r>
              <a:rPr dirty="0" sz="1000" spc="-6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 i="1">
                <a:solidFill>
                  <a:srgbClr val="231F20"/>
                </a:solidFill>
                <a:latin typeface="Bookman Old Style"/>
                <a:cs typeface="Bookman Old Style"/>
              </a:rPr>
              <a:t>u</a:t>
            </a:r>
            <a:r>
              <a:rPr dirty="0" sz="1000" spc="-5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5">
                <a:solidFill>
                  <a:srgbClr val="231F20"/>
                </a:solidFill>
                <a:latin typeface="Bookman Old Style"/>
                <a:cs typeface="Bookman Old Style"/>
              </a:rPr>
              <a:t>and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5">
                <a:solidFill>
                  <a:srgbClr val="231F20"/>
                </a:solidFill>
                <a:latin typeface="Bookman Old Style"/>
                <a:cs typeface="Bookman Old Style"/>
              </a:rPr>
              <a:t>base</a:t>
            </a:r>
            <a:r>
              <a:rPr dirty="0" sz="1000" spc="-1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5" i="1">
                <a:solidFill>
                  <a:srgbClr val="231F20"/>
                </a:solidFill>
                <a:latin typeface="Bookman Old Style"/>
                <a:cs typeface="Bookman Old Style"/>
              </a:rPr>
              <a:t>T</a:t>
            </a:r>
            <a:r>
              <a:rPr dirty="0" sz="1000" spc="-5">
                <a:solidFill>
                  <a:srgbClr val="231F20"/>
                </a:solidFill>
                <a:latin typeface="Bookman Old Style"/>
                <a:cs typeface="Bookman Old Style"/>
              </a:rPr>
              <a:t>.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5">
                <a:solidFill>
                  <a:srgbClr val="231F20"/>
                </a:solidFill>
                <a:latin typeface="Bookman Old Style"/>
                <a:cs typeface="Bookman Old Style"/>
              </a:rPr>
              <a:t>Therefore,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5">
                <a:solidFill>
                  <a:srgbClr val="231F20"/>
                </a:solidFill>
                <a:latin typeface="Bookman Old Style"/>
                <a:cs typeface="Bookman Old Style"/>
              </a:rPr>
              <a:t>are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=</a:t>
            </a:r>
            <a:r>
              <a:rPr dirty="0" sz="1000" spc="-1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 i="1">
                <a:solidFill>
                  <a:srgbClr val="231F20"/>
                </a:solidFill>
                <a:latin typeface="Bookman Old Style"/>
                <a:cs typeface="Bookman Old Style"/>
              </a:rPr>
              <a:t>u</a:t>
            </a:r>
            <a:r>
              <a:rPr dirty="0" sz="1000" spc="15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×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T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= </a:t>
            </a:r>
            <a:r>
              <a:rPr dirty="0" sz="1000" spc="-5" i="1">
                <a:solidFill>
                  <a:srgbClr val="231F20"/>
                </a:solidFill>
                <a:latin typeface="Bookman Old Style"/>
                <a:cs typeface="Bookman Old Style"/>
              </a:rPr>
              <a:t>uT</a:t>
            </a:r>
            <a:r>
              <a:rPr dirty="0" sz="1000" spc="-15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which</a:t>
            </a:r>
            <a:r>
              <a:rPr dirty="0" sz="1000" spc="-5">
                <a:solidFill>
                  <a:srgbClr val="231F20"/>
                </a:solidFill>
                <a:latin typeface="Bookman Old Style"/>
                <a:cs typeface="Bookman Old Style"/>
              </a:rPr>
              <a:t> is</a:t>
            </a:r>
            <a:r>
              <a:rPr dirty="0" sz="1000" spc="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displacement</a:t>
            </a:r>
            <a:r>
              <a:rPr dirty="0" sz="1000" spc="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5">
                <a:solidFill>
                  <a:srgbClr val="231F20"/>
                </a:solidFill>
                <a:latin typeface="Bookman Old Style"/>
                <a:cs typeface="Bookman Old Style"/>
              </a:rPr>
              <a:t>in</a:t>
            </a:r>
            <a:r>
              <a:rPr dirty="0" sz="1000" spc="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5">
                <a:solidFill>
                  <a:srgbClr val="231F20"/>
                </a:solidFill>
                <a:latin typeface="Bookman Old Style"/>
                <a:cs typeface="Bookman Old Style"/>
              </a:rPr>
              <a:t>this</a:t>
            </a:r>
            <a:r>
              <a:rPr dirty="0" sz="1000" spc="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time</a:t>
            </a:r>
            <a:r>
              <a:rPr dirty="0" sz="1000" spc="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5">
                <a:solidFill>
                  <a:srgbClr val="231F20"/>
                </a:solidFill>
                <a:latin typeface="Bookman Old Style"/>
                <a:cs typeface="Bookman Old Style"/>
              </a:rPr>
              <a:t>interval.</a:t>
            </a:r>
            <a:r>
              <a:rPr dirty="0" sz="1000" spc="33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How </a:t>
            </a:r>
            <a:r>
              <a:rPr dirty="0" sz="1000" spc="-15">
                <a:solidFill>
                  <a:srgbClr val="231F20"/>
                </a:solidFill>
                <a:latin typeface="Bookman Old Style"/>
                <a:cs typeface="Bookman Old Style"/>
              </a:rPr>
              <a:t>come</a:t>
            </a:r>
            <a:r>
              <a:rPr dirty="0" sz="1000" spc="-9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in</a:t>
            </a:r>
            <a:r>
              <a:rPr dirty="0" sz="1000" spc="-9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this</a:t>
            </a:r>
            <a:r>
              <a:rPr dirty="0" sz="1000" spc="-9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case</a:t>
            </a:r>
            <a:r>
              <a:rPr dirty="0" sz="1000" spc="-9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5">
                <a:solidFill>
                  <a:srgbClr val="231F20"/>
                </a:solidFill>
                <a:latin typeface="Bookman Old Style"/>
                <a:cs typeface="Bookman Old Style"/>
              </a:rPr>
              <a:t>a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n</a:t>
            </a:r>
            <a:r>
              <a:rPr dirty="0" sz="1000" spc="-9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5">
                <a:solidFill>
                  <a:srgbClr val="231F20"/>
                </a:solidFill>
                <a:latin typeface="Bookman Old Style"/>
                <a:cs typeface="Bookman Old Style"/>
              </a:rPr>
              <a:t>are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</a:t>
            </a:r>
            <a:r>
              <a:rPr dirty="0" sz="1000" spc="-9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is</a:t>
            </a:r>
            <a:r>
              <a:rPr dirty="0" sz="1000" spc="-9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5">
                <a:solidFill>
                  <a:srgbClr val="231F20"/>
                </a:solidFill>
                <a:latin typeface="Bookman Old Style"/>
                <a:cs typeface="Bookman Old Style"/>
              </a:rPr>
              <a:t>equa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l</a:t>
            </a:r>
            <a:r>
              <a:rPr dirty="0" sz="1000" spc="-9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5">
                <a:solidFill>
                  <a:srgbClr val="231F20"/>
                </a:solidFill>
                <a:latin typeface="Bookman Old Style"/>
                <a:cs typeface="Bookman Old Style"/>
              </a:rPr>
              <a:t>t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</a:t>
            </a:r>
            <a:r>
              <a:rPr dirty="0" sz="1000" spc="-9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</a:t>
            </a:r>
            <a:r>
              <a:rPr dirty="0" sz="1000" spc="-9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5">
                <a:solidFill>
                  <a:srgbClr val="231F20"/>
                </a:solidFill>
                <a:latin typeface="Bookman Old Style"/>
                <a:cs typeface="Bookman Old Style"/>
              </a:rPr>
              <a:t>distance?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 Think!</a:t>
            </a:r>
            <a:r>
              <a:rPr dirty="0" sz="1000" spc="56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Note</a:t>
            </a:r>
            <a:r>
              <a:rPr dirty="0" sz="1000" spc="114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114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dimensions</a:t>
            </a:r>
            <a:r>
              <a:rPr dirty="0" sz="1000" spc="114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5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1000" spc="114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quantities</a:t>
            </a:r>
            <a:r>
              <a:rPr dirty="0" sz="1000" spc="114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on</a:t>
            </a:r>
            <a:r>
              <a:rPr dirty="0" sz="1000" spc="-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 two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coordinate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5">
                <a:solidFill>
                  <a:srgbClr val="231F20"/>
                </a:solidFill>
                <a:latin typeface="Bookman Old Style"/>
                <a:cs typeface="Bookman Old Style"/>
              </a:rPr>
              <a:t>axes,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and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 you will arrive at </a:t>
            </a:r>
            <a:r>
              <a:rPr dirty="0" sz="1000" spc="-5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2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answer.</a:t>
            </a:r>
            <a:endParaRPr sz="1000">
              <a:latin typeface="Bookman Old Style"/>
              <a:cs typeface="Bookman Old Style"/>
            </a:endParaRPr>
          </a:p>
          <a:p>
            <a:pPr algn="just" marL="12700" marR="5080">
              <a:lnSpc>
                <a:spcPct val="100000"/>
              </a:lnSpc>
              <a:spcBef>
                <a:spcPts val="600"/>
              </a:spcBef>
            </a:pPr>
            <a:r>
              <a:rPr dirty="0" sz="1000" b="1">
                <a:solidFill>
                  <a:srgbClr val="231F20"/>
                </a:solidFill>
                <a:latin typeface="Bookman Old Style"/>
                <a:cs typeface="Bookman Old Style"/>
              </a:rPr>
              <a:t>Note</a:t>
            </a:r>
            <a:r>
              <a:rPr dirty="0" sz="1000" spc="25" b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b="1">
                <a:solidFill>
                  <a:srgbClr val="231F20"/>
                </a:solidFill>
                <a:latin typeface="Bookman Old Style"/>
                <a:cs typeface="Bookman Old Style"/>
              </a:rPr>
              <a:t>that</a:t>
            </a:r>
            <a:r>
              <a:rPr dirty="0" sz="1000" spc="30" b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b="1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20" b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b="1" i="1">
                <a:solidFill>
                  <a:srgbClr val="231F20"/>
                </a:solidFill>
                <a:latin typeface="Bookman Old Style"/>
                <a:cs typeface="Bookman Old Style"/>
              </a:rPr>
              <a:t>x-t,</a:t>
            </a:r>
            <a:r>
              <a:rPr dirty="0" sz="1000" spc="25" b="1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b="1" i="1">
                <a:solidFill>
                  <a:srgbClr val="231F20"/>
                </a:solidFill>
                <a:latin typeface="Bookman Old Style"/>
                <a:cs typeface="Bookman Old Style"/>
              </a:rPr>
              <a:t>v-t,</a:t>
            </a:r>
            <a:r>
              <a:rPr dirty="0" sz="1000" spc="50" b="1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b="1">
                <a:solidFill>
                  <a:srgbClr val="231F20"/>
                </a:solidFill>
                <a:latin typeface="Bookman Old Style"/>
                <a:cs typeface="Bookman Old Style"/>
              </a:rPr>
              <a:t>and</a:t>
            </a:r>
            <a:r>
              <a:rPr dirty="0" sz="1000" spc="25" b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b="1" i="1">
                <a:solidFill>
                  <a:srgbClr val="231F20"/>
                </a:solidFill>
                <a:latin typeface="Bookman Old Style"/>
                <a:cs typeface="Bookman Old Style"/>
              </a:rPr>
              <a:t>a-t</a:t>
            </a:r>
            <a:r>
              <a:rPr dirty="0" sz="1000" spc="25" b="1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b="1">
                <a:solidFill>
                  <a:srgbClr val="231F20"/>
                </a:solidFill>
                <a:latin typeface="Bookman Old Style"/>
                <a:cs typeface="Bookman Old Style"/>
              </a:rPr>
              <a:t>graphs</a:t>
            </a:r>
            <a:r>
              <a:rPr dirty="0" sz="1000" spc="35" b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 b="1">
                <a:solidFill>
                  <a:srgbClr val="231F20"/>
                </a:solidFill>
                <a:latin typeface="Bookman Old Style"/>
                <a:cs typeface="Bookman Old Style"/>
              </a:rPr>
              <a:t>shown </a:t>
            </a:r>
            <a:r>
              <a:rPr dirty="0" sz="1000" b="1">
                <a:solidFill>
                  <a:srgbClr val="231F20"/>
                </a:solidFill>
                <a:latin typeface="Bookman Old Style"/>
                <a:cs typeface="Bookman Old Style"/>
              </a:rPr>
              <a:t>in</a:t>
            </a:r>
            <a:r>
              <a:rPr dirty="0" sz="1000" spc="-65" b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b="1">
                <a:solidFill>
                  <a:srgbClr val="231F20"/>
                </a:solidFill>
                <a:latin typeface="Bookman Old Style"/>
                <a:cs typeface="Bookman Old Style"/>
              </a:rPr>
              <a:t>several</a:t>
            </a:r>
            <a:r>
              <a:rPr dirty="0" sz="1000" spc="-65" b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b="1">
                <a:solidFill>
                  <a:srgbClr val="231F20"/>
                </a:solidFill>
                <a:latin typeface="Bookman Old Style"/>
                <a:cs typeface="Bookman Old Style"/>
              </a:rPr>
              <a:t>figures</a:t>
            </a:r>
            <a:r>
              <a:rPr dirty="0" sz="1000" spc="-60" b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b="1">
                <a:solidFill>
                  <a:srgbClr val="231F20"/>
                </a:solidFill>
                <a:latin typeface="Bookman Old Style"/>
                <a:cs typeface="Bookman Old Style"/>
              </a:rPr>
              <a:t>in</a:t>
            </a:r>
            <a:r>
              <a:rPr dirty="0" sz="1000" spc="-65" b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b="1">
                <a:solidFill>
                  <a:srgbClr val="231F20"/>
                </a:solidFill>
                <a:latin typeface="Bookman Old Style"/>
                <a:cs typeface="Bookman Old Style"/>
              </a:rPr>
              <a:t>this</a:t>
            </a:r>
            <a:r>
              <a:rPr dirty="0" sz="1000" spc="-60" b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b="1">
                <a:solidFill>
                  <a:srgbClr val="231F20"/>
                </a:solidFill>
                <a:latin typeface="Bookman Old Style"/>
                <a:cs typeface="Bookman Old Style"/>
              </a:rPr>
              <a:t>chapter</a:t>
            </a:r>
            <a:r>
              <a:rPr dirty="0" sz="1000" spc="-65" b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b="1">
                <a:solidFill>
                  <a:srgbClr val="231F20"/>
                </a:solidFill>
                <a:latin typeface="Bookman Old Style"/>
                <a:cs typeface="Bookman Old Style"/>
              </a:rPr>
              <a:t>have</a:t>
            </a:r>
            <a:r>
              <a:rPr dirty="0" sz="1000" spc="-65" b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 b="1">
                <a:solidFill>
                  <a:srgbClr val="231F20"/>
                </a:solidFill>
                <a:latin typeface="Bookman Old Style"/>
                <a:cs typeface="Bookman Old Style"/>
              </a:rPr>
              <a:t>sharp </a:t>
            </a:r>
            <a:r>
              <a:rPr dirty="0" sz="1000" b="1">
                <a:solidFill>
                  <a:srgbClr val="231F20"/>
                </a:solidFill>
                <a:latin typeface="Bookman Old Style"/>
                <a:cs typeface="Bookman Old Style"/>
              </a:rPr>
              <a:t>kinks</a:t>
            </a:r>
            <a:r>
              <a:rPr dirty="0" sz="1000" spc="330" b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b="1">
                <a:solidFill>
                  <a:srgbClr val="231F20"/>
                </a:solidFill>
                <a:latin typeface="Bookman Old Style"/>
                <a:cs typeface="Bookman Old Style"/>
              </a:rPr>
              <a:t>at</a:t>
            </a:r>
            <a:r>
              <a:rPr dirty="0" sz="1000" spc="330" b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b="1">
                <a:solidFill>
                  <a:srgbClr val="231F20"/>
                </a:solidFill>
                <a:latin typeface="Bookman Old Style"/>
                <a:cs typeface="Bookman Old Style"/>
              </a:rPr>
              <a:t>some</a:t>
            </a:r>
            <a:r>
              <a:rPr dirty="0" sz="1000" spc="330" b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b="1">
                <a:solidFill>
                  <a:srgbClr val="231F20"/>
                </a:solidFill>
                <a:latin typeface="Bookman Old Style"/>
                <a:cs typeface="Bookman Old Style"/>
              </a:rPr>
              <a:t>points</a:t>
            </a:r>
            <a:r>
              <a:rPr dirty="0" sz="1000" spc="330" b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b="1">
                <a:solidFill>
                  <a:srgbClr val="231F20"/>
                </a:solidFill>
                <a:latin typeface="Bookman Old Style"/>
                <a:cs typeface="Bookman Old Style"/>
              </a:rPr>
              <a:t>implying</a:t>
            </a:r>
            <a:r>
              <a:rPr dirty="0" sz="1000" spc="330" b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b="1">
                <a:solidFill>
                  <a:srgbClr val="231F20"/>
                </a:solidFill>
                <a:latin typeface="Bookman Old Style"/>
                <a:cs typeface="Bookman Old Style"/>
              </a:rPr>
              <a:t>that</a:t>
            </a:r>
            <a:r>
              <a:rPr dirty="0" sz="1000" spc="330" b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25" b="1">
                <a:solidFill>
                  <a:srgbClr val="231F20"/>
                </a:solidFill>
                <a:latin typeface="Bookman Old Style"/>
                <a:cs typeface="Bookman Old Style"/>
              </a:rPr>
              <a:t>the </a:t>
            </a:r>
            <a:r>
              <a:rPr dirty="0" sz="1000" b="1">
                <a:solidFill>
                  <a:srgbClr val="231F20"/>
                </a:solidFill>
                <a:latin typeface="Bookman Old Style"/>
                <a:cs typeface="Bookman Old Style"/>
              </a:rPr>
              <a:t>functions</a:t>
            </a:r>
            <a:r>
              <a:rPr dirty="0" sz="1000" spc="340" b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b="1">
                <a:solidFill>
                  <a:srgbClr val="231F20"/>
                </a:solidFill>
                <a:latin typeface="Bookman Old Style"/>
                <a:cs typeface="Bookman Old Style"/>
              </a:rPr>
              <a:t>are</a:t>
            </a:r>
            <a:r>
              <a:rPr dirty="0" sz="1000" spc="340" b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b="1">
                <a:solidFill>
                  <a:srgbClr val="231F20"/>
                </a:solidFill>
                <a:latin typeface="Bookman Old Style"/>
                <a:cs typeface="Bookman Old Style"/>
              </a:rPr>
              <a:t>not</a:t>
            </a:r>
            <a:r>
              <a:rPr dirty="0" sz="1000" spc="340" b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b="1">
                <a:solidFill>
                  <a:srgbClr val="231F20"/>
                </a:solidFill>
                <a:latin typeface="Bookman Old Style"/>
                <a:cs typeface="Bookman Old Style"/>
              </a:rPr>
              <a:t>differentiable</a:t>
            </a:r>
            <a:r>
              <a:rPr dirty="0" sz="1000" spc="345" b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b="1">
                <a:solidFill>
                  <a:srgbClr val="231F20"/>
                </a:solidFill>
                <a:latin typeface="Bookman Old Style"/>
                <a:cs typeface="Bookman Old Style"/>
              </a:rPr>
              <a:t>at</a:t>
            </a:r>
            <a:r>
              <a:rPr dirty="0" sz="1000" spc="340" b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 b="1">
                <a:solidFill>
                  <a:srgbClr val="231F20"/>
                </a:solidFill>
                <a:latin typeface="Bookman Old Style"/>
                <a:cs typeface="Bookman Old Style"/>
              </a:rPr>
              <a:t>these </a:t>
            </a:r>
            <a:r>
              <a:rPr dirty="0" sz="1000" spc="50" b="1">
                <a:solidFill>
                  <a:srgbClr val="231F20"/>
                </a:solidFill>
                <a:latin typeface="Bookman Old Style"/>
                <a:cs typeface="Bookman Old Style"/>
              </a:rPr>
              <a:t>points.</a:t>
            </a:r>
            <a:r>
              <a:rPr dirty="0" sz="1000" spc="350" b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b="1">
                <a:solidFill>
                  <a:srgbClr val="231F20"/>
                </a:solidFill>
                <a:latin typeface="Bookman Old Style"/>
                <a:cs typeface="Bookman Old Style"/>
              </a:rPr>
              <a:t>In</a:t>
            </a:r>
            <a:r>
              <a:rPr dirty="0" sz="1000" spc="350" b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b="1">
                <a:solidFill>
                  <a:srgbClr val="231F20"/>
                </a:solidFill>
                <a:latin typeface="Bookman Old Style"/>
                <a:cs typeface="Bookman Old Style"/>
              </a:rPr>
              <a:t>any</a:t>
            </a:r>
            <a:r>
              <a:rPr dirty="0" sz="1000" spc="355" b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55" b="1">
                <a:solidFill>
                  <a:srgbClr val="231F20"/>
                </a:solidFill>
                <a:latin typeface="Bookman Old Style"/>
                <a:cs typeface="Bookman Old Style"/>
              </a:rPr>
              <a:t>realistic</a:t>
            </a:r>
            <a:r>
              <a:rPr dirty="0" sz="1000" spc="350" b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50" b="1">
                <a:solidFill>
                  <a:srgbClr val="231F20"/>
                </a:solidFill>
                <a:latin typeface="Bookman Old Style"/>
                <a:cs typeface="Bookman Old Style"/>
              </a:rPr>
              <a:t>situation,</a:t>
            </a:r>
            <a:r>
              <a:rPr dirty="0" sz="1000" spc="350" b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40" b="1">
                <a:solidFill>
                  <a:srgbClr val="231F20"/>
                </a:solidFill>
                <a:latin typeface="Bookman Old Style"/>
                <a:cs typeface="Bookman Old Style"/>
              </a:rPr>
              <a:t>the </a:t>
            </a:r>
            <a:r>
              <a:rPr dirty="0" sz="1000" b="1">
                <a:solidFill>
                  <a:srgbClr val="231F20"/>
                </a:solidFill>
                <a:latin typeface="Bookman Old Style"/>
                <a:cs typeface="Bookman Old Style"/>
              </a:rPr>
              <a:t>functions will be differentiable at all </a:t>
            </a:r>
            <a:r>
              <a:rPr dirty="0" sz="1000" spc="-10" b="1">
                <a:solidFill>
                  <a:srgbClr val="231F20"/>
                </a:solidFill>
                <a:latin typeface="Bookman Old Style"/>
                <a:cs typeface="Bookman Old Style"/>
              </a:rPr>
              <a:t>points </a:t>
            </a:r>
            <a:r>
              <a:rPr dirty="0" sz="1000" b="1">
                <a:solidFill>
                  <a:srgbClr val="231F20"/>
                </a:solidFill>
                <a:latin typeface="Bookman Old Style"/>
                <a:cs typeface="Bookman Old Style"/>
              </a:rPr>
              <a:t>and</a:t>
            </a:r>
            <a:r>
              <a:rPr dirty="0" sz="1000" spc="-80" b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b="1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-80" b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b="1">
                <a:solidFill>
                  <a:srgbClr val="231F20"/>
                </a:solidFill>
                <a:latin typeface="Bookman Old Style"/>
                <a:cs typeface="Bookman Old Style"/>
              </a:rPr>
              <a:t>graphs</a:t>
            </a:r>
            <a:r>
              <a:rPr dirty="0" sz="1000" spc="-80" b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b="1">
                <a:solidFill>
                  <a:srgbClr val="231F20"/>
                </a:solidFill>
                <a:latin typeface="Bookman Old Style"/>
                <a:cs typeface="Bookman Old Style"/>
              </a:rPr>
              <a:t>will</a:t>
            </a:r>
            <a:r>
              <a:rPr dirty="0" sz="1000" spc="-80" b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b="1">
                <a:solidFill>
                  <a:srgbClr val="231F20"/>
                </a:solidFill>
                <a:latin typeface="Bookman Old Style"/>
                <a:cs typeface="Bookman Old Style"/>
              </a:rPr>
              <a:t>be</a:t>
            </a:r>
            <a:r>
              <a:rPr dirty="0" sz="1000" spc="-80" b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 b="1">
                <a:solidFill>
                  <a:srgbClr val="231F20"/>
                </a:solidFill>
                <a:latin typeface="Bookman Old Style"/>
                <a:cs typeface="Bookman Old Style"/>
              </a:rPr>
              <a:t>smooth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.</a:t>
            </a:r>
            <a:endParaRPr sz="1000">
              <a:latin typeface="Bookman Old Style"/>
              <a:cs typeface="Bookman Old Style"/>
            </a:endParaRPr>
          </a:p>
          <a:p>
            <a:pPr algn="just" marL="12700" marR="5715" indent="228600">
              <a:lnSpc>
                <a:spcPct val="100000"/>
              </a:lnSpc>
              <a:spcBef>
                <a:spcPts val="600"/>
              </a:spcBef>
            </a:pPr>
            <a:r>
              <a:rPr dirty="0" sz="1000" b="1">
                <a:solidFill>
                  <a:srgbClr val="231F20"/>
                </a:solidFill>
                <a:latin typeface="Bookman Old Style"/>
                <a:cs typeface="Bookman Old Style"/>
              </a:rPr>
              <a:t>What</a:t>
            </a:r>
            <a:r>
              <a:rPr dirty="0" sz="1000" spc="370" b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b="1">
                <a:solidFill>
                  <a:srgbClr val="231F20"/>
                </a:solidFill>
                <a:latin typeface="Bookman Old Style"/>
                <a:cs typeface="Bookman Old Style"/>
              </a:rPr>
              <a:t>this</a:t>
            </a:r>
            <a:r>
              <a:rPr dirty="0" sz="1000" spc="375" b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45" b="1">
                <a:solidFill>
                  <a:srgbClr val="231F20"/>
                </a:solidFill>
                <a:latin typeface="Bookman Old Style"/>
                <a:cs typeface="Bookman Old Style"/>
              </a:rPr>
              <a:t>means</a:t>
            </a:r>
            <a:r>
              <a:rPr dirty="0" sz="1000" spc="375" b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50" b="1">
                <a:solidFill>
                  <a:srgbClr val="231F20"/>
                </a:solidFill>
                <a:latin typeface="Bookman Old Style"/>
                <a:cs typeface="Bookman Old Style"/>
              </a:rPr>
              <a:t>physically</a:t>
            </a:r>
            <a:r>
              <a:rPr dirty="0" sz="1000" spc="375" b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b="1">
                <a:solidFill>
                  <a:srgbClr val="231F20"/>
                </a:solidFill>
                <a:latin typeface="Bookman Old Style"/>
                <a:cs typeface="Bookman Old Style"/>
              </a:rPr>
              <a:t>is</a:t>
            </a:r>
            <a:r>
              <a:rPr dirty="0" sz="1000" spc="375" b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40" b="1">
                <a:solidFill>
                  <a:srgbClr val="231F20"/>
                </a:solidFill>
                <a:latin typeface="Bookman Old Style"/>
                <a:cs typeface="Bookman Old Style"/>
              </a:rPr>
              <a:t>that </a:t>
            </a:r>
            <a:r>
              <a:rPr dirty="0" sz="1000" b="1">
                <a:solidFill>
                  <a:srgbClr val="231F20"/>
                </a:solidFill>
                <a:latin typeface="Bookman Old Style"/>
                <a:cs typeface="Bookman Old Style"/>
              </a:rPr>
              <a:t>acceleration</a:t>
            </a:r>
            <a:r>
              <a:rPr dirty="0" sz="1000" spc="360" b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b="1">
                <a:solidFill>
                  <a:srgbClr val="231F20"/>
                </a:solidFill>
                <a:latin typeface="Bookman Old Style"/>
                <a:cs typeface="Bookman Old Style"/>
              </a:rPr>
              <a:t>and</a:t>
            </a:r>
            <a:r>
              <a:rPr dirty="0" sz="1000" spc="360" b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b="1">
                <a:solidFill>
                  <a:srgbClr val="231F20"/>
                </a:solidFill>
                <a:latin typeface="Bookman Old Style"/>
                <a:cs typeface="Bookman Old Style"/>
              </a:rPr>
              <a:t>velocity</a:t>
            </a:r>
            <a:r>
              <a:rPr dirty="0" sz="1000" spc="360" b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b="1">
                <a:solidFill>
                  <a:srgbClr val="231F20"/>
                </a:solidFill>
                <a:latin typeface="Bookman Old Style"/>
                <a:cs typeface="Bookman Old Style"/>
              </a:rPr>
              <a:t>cannot</a:t>
            </a:r>
            <a:r>
              <a:rPr dirty="0" sz="1000" spc="360" b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 b="1">
                <a:solidFill>
                  <a:srgbClr val="231F20"/>
                </a:solidFill>
                <a:latin typeface="Bookman Old Style"/>
                <a:cs typeface="Bookman Old Style"/>
              </a:rPr>
              <a:t>change </a:t>
            </a:r>
            <a:r>
              <a:rPr dirty="0" sz="1000" b="1">
                <a:solidFill>
                  <a:srgbClr val="231F20"/>
                </a:solidFill>
                <a:latin typeface="Bookman Old Style"/>
                <a:cs typeface="Bookman Old Style"/>
              </a:rPr>
              <a:t>values</a:t>
            </a:r>
            <a:r>
              <a:rPr dirty="0" sz="1000" spc="80" b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b="1">
                <a:solidFill>
                  <a:srgbClr val="231F20"/>
                </a:solidFill>
                <a:latin typeface="Bookman Old Style"/>
                <a:cs typeface="Bookman Old Style"/>
              </a:rPr>
              <a:t>abruptly</a:t>
            </a:r>
            <a:r>
              <a:rPr dirty="0" sz="1000" spc="85" b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b="1">
                <a:solidFill>
                  <a:srgbClr val="231F20"/>
                </a:solidFill>
                <a:latin typeface="Bookman Old Style"/>
                <a:cs typeface="Bookman Old Style"/>
              </a:rPr>
              <a:t>at</a:t>
            </a:r>
            <a:r>
              <a:rPr dirty="0" sz="1000" spc="80" b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b="1">
                <a:solidFill>
                  <a:srgbClr val="231F20"/>
                </a:solidFill>
                <a:latin typeface="Bookman Old Style"/>
                <a:cs typeface="Bookman Old Style"/>
              </a:rPr>
              <a:t>an</a:t>
            </a:r>
            <a:r>
              <a:rPr dirty="0" sz="1000" spc="85" b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b="1">
                <a:solidFill>
                  <a:srgbClr val="231F20"/>
                </a:solidFill>
                <a:latin typeface="Bookman Old Style"/>
                <a:cs typeface="Bookman Old Style"/>
              </a:rPr>
              <a:t>instant.</a:t>
            </a:r>
            <a:r>
              <a:rPr dirty="0" sz="1000" spc="80" b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b="1">
                <a:solidFill>
                  <a:srgbClr val="231F20"/>
                </a:solidFill>
                <a:latin typeface="Bookman Old Style"/>
                <a:cs typeface="Bookman Old Style"/>
              </a:rPr>
              <a:t>Changes</a:t>
            </a:r>
            <a:r>
              <a:rPr dirty="0" sz="1000" spc="85" b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25" b="1">
                <a:solidFill>
                  <a:srgbClr val="231F20"/>
                </a:solidFill>
                <a:latin typeface="Bookman Old Style"/>
                <a:cs typeface="Bookman Old Style"/>
              </a:rPr>
              <a:t>are </a:t>
            </a:r>
            <a:r>
              <a:rPr dirty="0" sz="1000" b="1">
                <a:solidFill>
                  <a:srgbClr val="231F20"/>
                </a:solidFill>
                <a:latin typeface="Bookman Old Style"/>
                <a:cs typeface="Bookman Old Style"/>
              </a:rPr>
              <a:t>always</a:t>
            </a:r>
            <a:r>
              <a:rPr dirty="0" sz="1000" spc="-85" b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 b="1">
                <a:solidFill>
                  <a:srgbClr val="231F20"/>
                </a:solidFill>
                <a:latin typeface="Bookman Old Style"/>
                <a:cs typeface="Bookman Old Style"/>
              </a:rPr>
              <a:t>continuous.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77087" y="5870955"/>
            <a:ext cx="292671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47800" algn="l"/>
                <a:tab pos="2591435" algn="l"/>
              </a:tabLst>
            </a:pPr>
            <a:r>
              <a:rPr dirty="0" sz="1000" b="1">
                <a:solidFill>
                  <a:srgbClr val="231F20"/>
                </a:solidFill>
                <a:latin typeface="Bookman Old Style"/>
                <a:cs typeface="Bookman Old Style"/>
              </a:rPr>
              <a:t>2.4</a:t>
            </a:r>
            <a:r>
              <a:rPr dirty="0" sz="1000" spc="365" b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60" b="1">
                <a:solidFill>
                  <a:srgbClr val="00AEEF"/>
                </a:solidFill>
                <a:latin typeface="Bookman Old Style"/>
                <a:cs typeface="Bookman Old Style"/>
              </a:rPr>
              <a:t>KINEMATIC</a:t>
            </a:r>
            <a:r>
              <a:rPr dirty="0" sz="1000" b="1">
                <a:solidFill>
                  <a:srgbClr val="00AEEF"/>
                </a:solidFill>
                <a:latin typeface="Bookman Old Style"/>
                <a:cs typeface="Bookman Old Style"/>
              </a:rPr>
              <a:t>	</a:t>
            </a:r>
            <a:r>
              <a:rPr dirty="0" sz="1000" spc="60" b="1">
                <a:solidFill>
                  <a:srgbClr val="00AEEF"/>
                </a:solidFill>
                <a:latin typeface="Bookman Old Style"/>
                <a:cs typeface="Bookman Old Style"/>
              </a:rPr>
              <a:t>EQUATIONS</a:t>
            </a:r>
            <a:r>
              <a:rPr dirty="0" sz="1000" b="1">
                <a:solidFill>
                  <a:srgbClr val="00AEEF"/>
                </a:solidFill>
                <a:latin typeface="Bookman Old Style"/>
                <a:cs typeface="Bookman Old Style"/>
              </a:rPr>
              <a:t>	</a:t>
            </a:r>
            <a:r>
              <a:rPr dirty="0" sz="1000" spc="35" b="1">
                <a:solidFill>
                  <a:srgbClr val="00AEEF"/>
                </a:solidFill>
                <a:latin typeface="Bookman Old Style"/>
                <a:cs typeface="Bookman Old Style"/>
              </a:rPr>
              <a:t>FOR 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1687" y="5971540"/>
            <a:ext cx="2969895" cy="1043940"/>
          </a:xfrm>
          <a:prstGeom prst="rect">
            <a:avLst/>
          </a:prstGeom>
        </p:spPr>
        <p:txBody>
          <a:bodyPr wrap="square" lIns="0" tIns="64135" rIns="0" bIns="0" rtlCol="0" vert="horz">
            <a:spAutoFit/>
          </a:bodyPr>
          <a:lstStyle/>
          <a:p>
            <a:pPr marL="342900">
              <a:lnSpc>
                <a:spcPct val="100000"/>
              </a:lnSpc>
              <a:spcBef>
                <a:spcPts val="505"/>
              </a:spcBef>
            </a:pPr>
            <a:r>
              <a:rPr dirty="0" sz="1000" spc="-60" b="1">
                <a:solidFill>
                  <a:srgbClr val="00AEEF"/>
                </a:solidFill>
                <a:latin typeface="Bookman Old Style"/>
                <a:cs typeface="Bookman Old Style"/>
              </a:rPr>
              <a:t>UNIFORMLY</a:t>
            </a:r>
            <a:r>
              <a:rPr dirty="0" sz="1000" spc="-135" b="1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-65" b="1">
                <a:solidFill>
                  <a:srgbClr val="00AEEF"/>
                </a:solidFill>
                <a:latin typeface="Bookman Old Style"/>
                <a:cs typeface="Bookman Old Style"/>
              </a:rPr>
              <a:t>ACCELERATED</a:t>
            </a:r>
            <a:r>
              <a:rPr dirty="0" sz="1000" spc="-135" b="1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 b="1">
                <a:solidFill>
                  <a:srgbClr val="00AEEF"/>
                </a:solidFill>
                <a:latin typeface="Bookman Old Style"/>
                <a:cs typeface="Bookman Old Style"/>
              </a:rPr>
              <a:t>MOTION</a:t>
            </a:r>
            <a:endParaRPr sz="1000">
              <a:latin typeface="Bookman Old Style"/>
              <a:cs typeface="Bookman Old Style"/>
            </a:endParaRPr>
          </a:p>
          <a:p>
            <a:pPr algn="just" marL="38100" marR="30480">
              <a:lnSpc>
                <a:spcPct val="100000"/>
              </a:lnSpc>
              <a:spcBef>
                <a:spcPts val="409"/>
              </a:spcBef>
            </a:pP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For uniformly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accelerated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motion,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30">
                <a:solidFill>
                  <a:srgbClr val="231F20"/>
                </a:solidFill>
                <a:latin typeface="Bookman Old Style"/>
                <a:cs typeface="Bookman Old Style"/>
              </a:rPr>
              <a:t>we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35">
                <a:solidFill>
                  <a:srgbClr val="231F20"/>
                </a:solidFill>
                <a:latin typeface="Bookman Old Style"/>
                <a:cs typeface="Bookman Old Style"/>
              </a:rPr>
              <a:t>can</a:t>
            </a:r>
            <a:r>
              <a:rPr dirty="0" sz="1000" spc="-1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derive 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some</a:t>
            </a:r>
            <a:r>
              <a:rPr dirty="0" sz="1000" spc="-5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simple</a:t>
            </a:r>
            <a:r>
              <a:rPr dirty="0" sz="1000" spc="-5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equations</a:t>
            </a:r>
            <a:r>
              <a:rPr dirty="0" sz="1000" spc="-4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that</a:t>
            </a:r>
            <a:r>
              <a:rPr dirty="0" sz="1000" spc="-5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relate</a:t>
            </a:r>
            <a:r>
              <a:rPr dirty="0" sz="1000" spc="-4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displacement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(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x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),</a:t>
            </a:r>
            <a:r>
              <a:rPr dirty="0" sz="1000" spc="31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time</a:t>
            </a:r>
            <a:r>
              <a:rPr dirty="0" sz="1000" spc="31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taken</a:t>
            </a:r>
            <a:r>
              <a:rPr dirty="0" sz="1000" spc="31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(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t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),</a:t>
            </a:r>
            <a:r>
              <a:rPr dirty="0" sz="1000" spc="31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initial</a:t>
            </a:r>
            <a:r>
              <a:rPr dirty="0" sz="1000" spc="32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velocity</a:t>
            </a:r>
            <a:r>
              <a:rPr dirty="0" sz="1000" spc="31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(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v</a:t>
            </a:r>
            <a:r>
              <a:rPr dirty="0" baseline="-35353" sz="825" i="1">
                <a:solidFill>
                  <a:srgbClr val="231F20"/>
                </a:solidFill>
                <a:latin typeface="Bookman Old Style"/>
                <a:cs typeface="Bookman Old Style"/>
              </a:rPr>
              <a:t>0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),</a:t>
            </a:r>
            <a:r>
              <a:rPr dirty="0" sz="1000" spc="31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final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velocity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(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v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)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and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acceleration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(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a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).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Equation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(2.4)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already</a:t>
            </a:r>
            <a:r>
              <a:rPr dirty="0" sz="1000" spc="-3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obtained</a:t>
            </a:r>
            <a:r>
              <a:rPr dirty="0" sz="1000" spc="-3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gives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</a:t>
            </a:r>
            <a:r>
              <a:rPr dirty="0" sz="1000" spc="-3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relation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between</a:t>
            </a:r>
            <a:r>
              <a:rPr dirty="0" sz="1000" spc="-3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final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77087" y="6989571"/>
            <a:ext cx="291338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and</a:t>
            </a:r>
            <a:r>
              <a:rPr dirty="0" sz="1000" spc="-10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initial</a:t>
            </a:r>
            <a:r>
              <a:rPr dirty="0" sz="1000" spc="-9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velocities</a:t>
            </a:r>
            <a:r>
              <a:rPr dirty="0" sz="1000" spc="-10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v</a:t>
            </a:r>
            <a:r>
              <a:rPr dirty="0" sz="1000" spc="-80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and</a:t>
            </a:r>
            <a:r>
              <a:rPr dirty="0" sz="1000" spc="22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v</a:t>
            </a:r>
            <a:r>
              <a:rPr dirty="0" sz="1000" spc="345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1000" spc="-9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an</a:t>
            </a:r>
            <a:r>
              <a:rPr dirty="0" sz="1000" spc="-9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object</a:t>
            </a:r>
            <a:r>
              <a:rPr dirty="0" sz="1000" spc="-9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moving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7087" y="7085583"/>
            <a:ext cx="1806575" cy="2343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r" marR="73025">
              <a:lnSpc>
                <a:spcPts val="535"/>
              </a:lnSpc>
              <a:spcBef>
                <a:spcPts val="130"/>
              </a:spcBef>
            </a:pPr>
            <a:r>
              <a:rPr dirty="0" sz="550" spc="-50" i="1">
                <a:solidFill>
                  <a:srgbClr val="231F20"/>
                </a:solidFill>
                <a:latin typeface="Bookman Old Style"/>
                <a:cs typeface="Bookman Old Style"/>
              </a:rPr>
              <a:t>0</a:t>
            </a:r>
            <a:endParaRPr sz="550">
              <a:latin typeface="Bookman Old Style"/>
              <a:cs typeface="Bookman Old Style"/>
            </a:endParaRPr>
          </a:p>
          <a:p>
            <a:pPr marL="12700">
              <a:lnSpc>
                <a:spcPts val="1075"/>
              </a:lnSpc>
            </a:pP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with</a:t>
            </a:r>
            <a:r>
              <a:rPr dirty="0" sz="1000" spc="2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uniform</a:t>
            </a:r>
            <a:r>
              <a:rPr dirty="0" sz="1000" spc="3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acceleration</a:t>
            </a:r>
            <a:r>
              <a:rPr dirty="0" sz="1000" spc="-13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a</a:t>
            </a:r>
            <a:r>
              <a:rPr dirty="0" sz="1000" spc="30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50">
                <a:solidFill>
                  <a:srgbClr val="231F20"/>
                </a:solidFill>
                <a:latin typeface="Bookman Old Style"/>
                <a:cs typeface="Bookman Old Style"/>
              </a:rPr>
              <a:t>: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89024" y="7542783"/>
            <a:ext cx="71120" cy="1143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50" spc="-50" i="1">
                <a:solidFill>
                  <a:srgbClr val="231F20"/>
                </a:solidFill>
                <a:latin typeface="Bookman Old Style"/>
                <a:cs typeface="Bookman Old Style"/>
              </a:rPr>
              <a:t>0</a:t>
            </a:r>
            <a:endParaRPr sz="550">
              <a:latin typeface="Bookman Old Style"/>
              <a:cs typeface="Bookman Old Styl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97818" y="7446771"/>
            <a:ext cx="218948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12620" algn="l"/>
              </a:tabLst>
            </a:pP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v =</a:t>
            </a:r>
            <a:r>
              <a:rPr dirty="0" sz="1000" spc="-5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v</a:t>
            </a:r>
            <a:r>
              <a:rPr dirty="0" sz="1000" spc="365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+ </a:t>
            </a:r>
            <a:r>
              <a:rPr dirty="0" sz="1000" spc="-25" i="1">
                <a:solidFill>
                  <a:srgbClr val="231F20"/>
                </a:solidFill>
                <a:latin typeface="Bookman Old Style"/>
                <a:cs typeface="Bookman Old Style"/>
              </a:rPr>
              <a:t>at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	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(2.4)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77087" y="7675371"/>
            <a:ext cx="2913380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000" spc="-35">
                <a:solidFill>
                  <a:srgbClr val="231F20"/>
                </a:solidFill>
                <a:latin typeface="Bookman Old Style"/>
                <a:cs typeface="Bookman Old Style"/>
              </a:rPr>
              <a:t>This</a:t>
            </a:r>
            <a:r>
              <a:rPr dirty="0" sz="1000" spc="-9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35">
                <a:solidFill>
                  <a:srgbClr val="231F20"/>
                </a:solidFill>
                <a:latin typeface="Bookman Old Style"/>
                <a:cs typeface="Bookman Old Style"/>
              </a:rPr>
              <a:t>relation</a:t>
            </a:r>
            <a:r>
              <a:rPr dirty="0" sz="1000" spc="-9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is</a:t>
            </a:r>
            <a:r>
              <a:rPr dirty="0" sz="1000" spc="-9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35">
                <a:solidFill>
                  <a:srgbClr val="231F20"/>
                </a:solidFill>
                <a:latin typeface="Bookman Old Style"/>
                <a:cs typeface="Bookman Old Style"/>
              </a:rPr>
              <a:t>graphically</a:t>
            </a:r>
            <a:r>
              <a:rPr dirty="0" sz="1000" spc="-9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40">
                <a:solidFill>
                  <a:srgbClr val="231F20"/>
                </a:solidFill>
                <a:latin typeface="Bookman Old Style"/>
                <a:cs typeface="Bookman Old Style"/>
              </a:rPr>
              <a:t>represented</a:t>
            </a:r>
            <a:r>
              <a:rPr dirty="0" sz="1000" spc="-9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in</a:t>
            </a:r>
            <a:r>
              <a:rPr dirty="0" sz="1000" spc="-9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30">
                <a:solidFill>
                  <a:srgbClr val="231F20"/>
                </a:solidFill>
                <a:latin typeface="Bookman Old Style"/>
                <a:cs typeface="Bookman Old Style"/>
              </a:rPr>
              <a:t>Fig.</a:t>
            </a:r>
            <a:r>
              <a:rPr dirty="0" sz="1000" spc="-9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2.5.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area</a:t>
            </a:r>
            <a:r>
              <a:rPr dirty="0" sz="1000" spc="-1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under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this</a:t>
            </a:r>
            <a:r>
              <a:rPr dirty="0" sz="1000" spc="-1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curve</a:t>
            </a:r>
            <a:r>
              <a:rPr dirty="0" sz="1000" spc="-1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is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50">
                <a:solidFill>
                  <a:srgbClr val="231F20"/>
                </a:solidFill>
                <a:latin typeface="Bookman Old Style"/>
                <a:cs typeface="Bookman Old Style"/>
              </a:rPr>
              <a:t>:</a:t>
            </a:r>
            <a:endParaRPr sz="1000">
              <a:latin typeface="Bookman Old Style"/>
              <a:cs typeface="Bookman Old Style"/>
            </a:endParaRPr>
          </a:p>
          <a:p>
            <a:pPr marL="12700" marR="5715">
              <a:lnSpc>
                <a:spcPct val="100000"/>
              </a:lnSpc>
            </a:pP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Area</a:t>
            </a:r>
            <a:r>
              <a:rPr dirty="0" sz="1000" spc="-7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between</a:t>
            </a:r>
            <a:r>
              <a:rPr dirty="0" sz="1000" spc="-7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instants</a:t>
            </a:r>
            <a:r>
              <a:rPr dirty="0" sz="1000" spc="-7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0</a:t>
            </a:r>
            <a:r>
              <a:rPr dirty="0" sz="1000" spc="-7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and</a:t>
            </a:r>
            <a:r>
              <a:rPr dirty="0" sz="1000" spc="-7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t</a:t>
            </a:r>
            <a:r>
              <a:rPr dirty="0" sz="1000" spc="-60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=</a:t>
            </a:r>
            <a:r>
              <a:rPr dirty="0" sz="1000" spc="-7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Area</a:t>
            </a:r>
            <a:r>
              <a:rPr dirty="0" sz="1000" spc="-7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1000" spc="-7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triangle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ABC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+</a:t>
            </a:r>
            <a:r>
              <a:rPr dirty="0" sz="1000" spc="-1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Area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1000" spc="-1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rectangle</a:t>
            </a:r>
            <a:r>
              <a:rPr dirty="0" sz="1000" spc="-1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OACD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687067" y="8592311"/>
            <a:ext cx="91440" cy="0"/>
          </a:xfrm>
          <a:custGeom>
            <a:avLst/>
            <a:gdLst/>
            <a:ahLst/>
            <a:cxnLst/>
            <a:rect l="l" t="t" r="r" b="b"/>
            <a:pathLst>
              <a:path w="91439" h="0">
                <a:moveTo>
                  <a:pt x="0" y="0"/>
                </a:moveTo>
                <a:lnTo>
                  <a:pt x="91439" y="0"/>
                </a:lnTo>
              </a:path>
            </a:pathLst>
          </a:custGeom>
          <a:ln w="62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2043178" y="8567608"/>
            <a:ext cx="446405" cy="1206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84175" algn="l"/>
              </a:tabLst>
            </a:pPr>
            <a:r>
              <a:rPr dirty="0" sz="600" spc="-50" i="1">
                <a:latin typeface="Bookman Old Style"/>
                <a:cs typeface="Bookman Old Style"/>
              </a:rPr>
              <a:t>0</a:t>
            </a:r>
            <a:r>
              <a:rPr dirty="0" sz="600" i="1">
                <a:latin typeface="Bookman Old Style"/>
                <a:cs typeface="Bookman Old Style"/>
              </a:rPr>
              <a:t>	</a:t>
            </a:r>
            <a:r>
              <a:rPr dirty="0" sz="600" spc="-50" i="1">
                <a:latin typeface="Bookman Old Style"/>
                <a:cs typeface="Bookman Old Style"/>
              </a:rPr>
              <a:t>0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677417" y="8582900"/>
            <a:ext cx="10477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-50" i="1">
                <a:latin typeface="Bookman Old Style"/>
                <a:cs typeface="Bookman Old Style"/>
              </a:rPr>
              <a:t>2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27049" y="8442997"/>
            <a:ext cx="1034415" cy="2406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baseline="2777" sz="1500">
                <a:latin typeface="Symbol"/>
                <a:cs typeface="Symbol"/>
              </a:rPr>
              <a:t></a:t>
            </a:r>
            <a:r>
              <a:rPr dirty="0" baseline="2777" sz="1500" spc="262">
                <a:latin typeface="Times New Roman"/>
                <a:cs typeface="Times New Roman"/>
              </a:rPr>
              <a:t> </a:t>
            </a:r>
            <a:r>
              <a:rPr dirty="0" baseline="38888" sz="1500" spc="-15" i="1">
                <a:latin typeface="Bookman Old Style"/>
                <a:cs typeface="Bookman Old Style"/>
              </a:rPr>
              <a:t>1</a:t>
            </a:r>
            <a:r>
              <a:rPr dirty="0" baseline="38888" sz="1500" spc="-120" i="1">
                <a:latin typeface="Bookman Old Style"/>
                <a:cs typeface="Bookman Old Style"/>
              </a:rPr>
              <a:t> </a:t>
            </a:r>
            <a:r>
              <a:rPr dirty="0" sz="1400" spc="-80">
                <a:latin typeface="Symbol"/>
                <a:cs typeface="Symbol"/>
              </a:rPr>
              <a:t></a:t>
            </a:r>
            <a:r>
              <a:rPr dirty="0" baseline="2777" sz="1500" spc="-120" i="1">
                <a:latin typeface="Bookman Old Style"/>
                <a:cs typeface="Bookman Old Style"/>
              </a:rPr>
              <a:t>v</a:t>
            </a:r>
            <a:r>
              <a:rPr dirty="0" baseline="2777" sz="1500" spc="-262" i="1">
                <a:latin typeface="Bookman Old Style"/>
                <a:cs typeface="Bookman Old Style"/>
              </a:rPr>
              <a:t> </a:t>
            </a:r>
            <a:r>
              <a:rPr dirty="0" baseline="2777" sz="1500">
                <a:latin typeface="Bookman Old Style"/>
                <a:cs typeface="Bookman Old Style"/>
              </a:rPr>
              <a:t>–</a:t>
            </a:r>
            <a:r>
              <a:rPr dirty="0" baseline="2777" sz="1500" i="1">
                <a:latin typeface="Bookman Old Style"/>
                <a:cs typeface="Bookman Old Style"/>
              </a:rPr>
              <a:t>v</a:t>
            </a:r>
            <a:r>
              <a:rPr dirty="0" baseline="2777" sz="1500" spc="442" i="1">
                <a:latin typeface="Bookman Old Style"/>
                <a:cs typeface="Bookman Old Style"/>
              </a:rPr>
              <a:t> </a:t>
            </a:r>
            <a:r>
              <a:rPr dirty="0" sz="1400" spc="-45">
                <a:latin typeface="Symbol"/>
                <a:cs typeface="Symbol"/>
              </a:rPr>
              <a:t></a:t>
            </a:r>
            <a:r>
              <a:rPr dirty="0" baseline="2777" sz="1500" spc="-67" i="1">
                <a:latin typeface="Bookman Old Style"/>
                <a:cs typeface="Bookman Old Style"/>
              </a:rPr>
              <a:t>t</a:t>
            </a:r>
            <a:r>
              <a:rPr dirty="0" baseline="2777" sz="1500" spc="-60" i="1">
                <a:latin typeface="Bookman Old Style"/>
                <a:cs typeface="Bookman Old Style"/>
              </a:rPr>
              <a:t> </a:t>
            </a:r>
            <a:r>
              <a:rPr dirty="0" baseline="2777" sz="1500" i="1">
                <a:latin typeface="Bookman Old Style"/>
                <a:cs typeface="Bookman Old Style"/>
              </a:rPr>
              <a:t>+</a:t>
            </a:r>
            <a:r>
              <a:rPr dirty="0" baseline="2777" sz="1500" spc="-135" i="1">
                <a:latin typeface="Bookman Old Style"/>
                <a:cs typeface="Bookman Old Style"/>
              </a:rPr>
              <a:t> </a:t>
            </a:r>
            <a:r>
              <a:rPr dirty="0" baseline="2777" sz="1500" i="1">
                <a:latin typeface="Bookman Old Style"/>
                <a:cs typeface="Bookman Old Style"/>
              </a:rPr>
              <a:t>v</a:t>
            </a:r>
            <a:r>
              <a:rPr dirty="0" baseline="2777" sz="1500" spc="187" i="1">
                <a:latin typeface="Bookman Old Style"/>
                <a:cs typeface="Bookman Old Style"/>
              </a:rPr>
              <a:t> </a:t>
            </a:r>
            <a:r>
              <a:rPr dirty="0" baseline="2777" sz="1500" spc="-75" i="1">
                <a:latin typeface="Bookman Old Style"/>
                <a:cs typeface="Bookman Old Style"/>
              </a:rPr>
              <a:t>t</a:t>
            </a:r>
            <a:endParaRPr baseline="2777" sz="1500">
              <a:latin typeface="Bookman Old Style"/>
              <a:cs typeface="Bookman Old Style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707384" y="3100831"/>
            <a:ext cx="492759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 i="1">
                <a:solidFill>
                  <a:srgbClr val="00AEEF"/>
                </a:solidFill>
                <a:latin typeface="Bookman Old Style"/>
                <a:cs typeface="Bookman Old Style"/>
              </a:rPr>
              <a:t>Fig.</a:t>
            </a:r>
            <a:r>
              <a:rPr dirty="0" sz="900" spc="20" b="1" i="1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900" spc="-25" b="1" i="1">
                <a:solidFill>
                  <a:srgbClr val="00AEEF"/>
                </a:solidFill>
                <a:latin typeface="Bookman Old Style"/>
                <a:cs typeface="Bookman Old Style"/>
              </a:rPr>
              <a:t>2.5</a:t>
            </a:r>
            <a:endParaRPr sz="900">
              <a:latin typeface="Bookman Old Style"/>
              <a:cs typeface="Bookman Old Style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356608" y="3091687"/>
            <a:ext cx="2266950" cy="3181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6700"/>
              </a:lnSpc>
              <a:spcBef>
                <a:spcPts val="100"/>
              </a:spcBef>
            </a:pP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Area</a:t>
            </a:r>
            <a:r>
              <a:rPr dirty="0" sz="900" spc="445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under</a:t>
            </a:r>
            <a:r>
              <a:rPr dirty="0" sz="900" spc="80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v-t</a:t>
            </a:r>
            <a:r>
              <a:rPr dirty="0" sz="900" spc="85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curve</a:t>
            </a:r>
            <a:r>
              <a:rPr dirty="0" sz="900" spc="85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for</a:t>
            </a:r>
            <a:r>
              <a:rPr dirty="0" sz="900" spc="80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an</a:t>
            </a:r>
            <a:r>
              <a:rPr dirty="0" sz="900" spc="85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object</a:t>
            </a:r>
            <a:r>
              <a:rPr dirty="0" sz="900" spc="80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900" spc="-20" i="1">
                <a:solidFill>
                  <a:srgbClr val="231F20"/>
                </a:solidFill>
                <a:latin typeface="Bookman Old Style"/>
                <a:cs typeface="Bookman Old Style"/>
              </a:rPr>
              <a:t>with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uniform</a:t>
            </a:r>
            <a:r>
              <a:rPr dirty="0" sz="900" spc="135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900" spc="-10" i="1">
                <a:solidFill>
                  <a:srgbClr val="231F20"/>
                </a:solidFill>
                <a:latin typeface="Bookman Old Style"/>
                <a:cs typeface="Bookman Old Style"/>
              </a:rPr>
              <a:t>acceleration</a:t>
            </a:r>
            <a:r>
              <a:rPr dirty="0" sz="900" spc="-10">
                <a:solidFill>
                  <a:srgbClr val="231F20"/>
                </a:solidFill>
                <a:latin typeface="Bookman Old Style"/>
                <a:cs typeface="Bookman Old Style"/>
              </a:rPr>
              <a:t>.</a:t>
            </a:r>
            <a:endParaRPr sz="900">
              <a:latin typeface="Bookman Old Style"/>
              <a:cs typeface="Bookman Old Style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707384" y="3655059"/>
            <a:ext cx="291592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As</a:t>
            </a:r>
            <a:r>
              <a:rPr dirty="0" sz="1000" spc="2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explained</a:t>
            </a:r>
            <a:r>
              <a:rPr dirty="0" sz="1000" spc="2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in</a:t>
            </a:r>
            <a:r>
              <a:rPr dirty="0" sz="1000" spc="2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2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previous</a:t>
            </a:r>
            <a:r>
              <a:rPr dirty="0" sz="1000" spc="2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section,</a:t>
            </a:r>
            <a:r>
              <a:rPr dirty="0" sz="1000" spc="2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2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area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under</a:t>
            </a:r>
            <a:r>
              <a:rPr dirty="0" sz="1000" spc="12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v-t</a:t>
            </a:r>
            <a:r>
              <a:rPr dirty="0" sz="1000" spc="145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curve</a:t>
            </a:r>
            <a:r>
              <a:rPr dirty="0" sz="1000" spc="11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represents</a:t>
            </a:r>
            <a:r>
              <a:rPr dirty="0" sz="1000" spc="10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10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displacement.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Therefore,</a:t>
            </a:r>
            <a:r>
              <a:rPr dirty="0" sz="1000" spc="-6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-6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displacement</a:t>
            </a:r>
            <a:r>
              <a:rPr dirty="0" sz="1000" spc="-3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x</a:t>
            </a:r>
            <a:r>
              <a:rPr dirty="0" sz="1000" spc="-60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1000" spc="-5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-6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object</a:t>
            </a:r>
            <a:r>
              <a:rPr dirty="0" sz="1000" spc="-5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is</a:t>
            </a:r>
            <a:r>
              <a:rPr dirty="0" sz="1000" spc="-6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50">
                <a:solidFill>
                  <a:srgbClr val="231F20"/>
                </a:solidFill>
                <a:latin typeface="Bookman Old Style"/>
                <a:cs typeface="Bookman Old Style"/>
              </a:rPr>
              <a:t>: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616196" y="4401311"/>
            <a:ext cx="88900" cy="0"/>
          </a:xfrm>
          <a:custGeom>
            <a:avLst/>
            <a:gdLst/>
            <a:ahLst/>
            <a:cxnLst/>
            <a:rect l="l" t="t" r="r" b="b"/>
            <a:pathLst>
              <a:path w="88900" h="0">
                <a:moveTo>
                  <a:pt x="0" y="0"/>
                </a:moveTo>
                <a:lnTo>
                  <a:pt x="88391" y="0"/>
                </a:lnTo>
              </a:path>
            </a:pathLst>
          </a:custGeom>
          <a:ln w="62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4606547" y="4179196"/>
            <a:ext cx="104139" cy="391160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dirty="0" sz="1000" spc="-50">
                <a:latin typeface="Bookman Old Style"/>
                <a:cs typeface="Bookman Old Style"/>
              </a:rPr>
              <a:t>1</a:t>
            </a:r>
            <a:endParaRPr sz="1000">
              <a:latin typeface="Bookman Old Style"/>
              <a:cs typeface="Bookman Old Style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z="1000" spc="-50">
                <a:latin typeface="Bookman Old Style"/>
                <a:cs typeface="Bookman Old Style"/>
              </a:rPr>
              <a:t>2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684779" y="4253872"/>
            <a:ext cx="811530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400" spc="-70">
                <a:latin typeface="Symbol"/>
                <a:cs typeface="Symbol"/>
              </a:rPr>
              <a:t></a:t>
            </a:r>
            <a:r>
              <a:rPr dirty="0" baseline="2777" sz="1500" spc="-104" i="1">
                <a:latin typeface="Bookman Old Style"/>
                <a:cs typeface="Bookman Old Style"/>
              </a:rPr>
              <a:t>v</a:t>
            </a:r>
            <a:r>
              <a:rPr dirty="0" baseline="2777" sz="1500" spc="-284" i="1">
                <a:latin typeface="Bookman Old Style"/>
                <a:cs typeface="Bookman Old Style"/>
              </a:rPr>
              <a:t> </a:t>
            </a:r>
            <a:r>
              <a:rPr dirty="0" baseline="2777" sz="1500">
                <a:latin typeface="Bookman Old Style"/>
                <a:cs typeface="Bookman Old Style"/>
              </a:rPr>
              <a:t>–</a:t>
            </a:r>
            <a:r>
              <a:rPr dirty="0" baseline="2777" sz="1500" i="1">
                <a:latin typeface="Bookman Old Style"/>
                <a:cs typeface="Bookman Old Style"/>
              </a:rPr>
              <a:t>v</a:t>
            </a:r>
            <a:r>
              <a:rPr dirty="0" baseline="-13888" sz="900" i="1">
                <a:latin typeface="Bookman Old Style"/>
                <a:cs typeface="Bookman Old Style"/>
              </a:rPr>
              <a:t>0</a:t>
            </a:r>
            <a:r>
              <a:rPr dirty="0" baseline="-13888" sz="900" spc="-15" i="1">
                <a:latin typeface="Bookman Old Style"/>
                <a:cs typeface="Bookman Old Style"/>
              </a:rPr>
              <a:t> </a:t>
            </a:r>
            <a:r>
              <a:rPr dirty="0" sz="1400">
                <a:latin typeface="Symbol"/>
                <a:cs typeface="Symbol"/>
              </a:rPr>
              <a:t></a:t>
            </a:r>
            <a:r>
              <a:rPr dirty="0" baseline="2777" sz="1500" i="1">
                <a:latin typeface="Bookman Old Style"/>
                <a:cs typeface="Bookman Old Style"/>
              </a:rPr>
              <a:t>t</a:t>
            </a:r>
            <a:r>
              <a:rPr dirty="0" baseline="2777" sz="1500" spc="-44" i="1">
                <a:latin typeface="Bookman Old Style"/>
                <a:cs typeface="Bookman Old Style"/>
              </a:rPr>
              <a:t> </a:t>
            </a:r>
            <a:r>
              <a:rPr dirty="0" baseline="2777" sz="1500" spc="-15" i="1">
                <a:latin typeface="Bookman Old Style"/>
                <a:cs typeface="Bookman Old Style"/>
              </a:rPr>
              <a:t>+</a:t>
            </a:r>
            <a:r>
              <a:rPr dirty="0" baseline="2777" sz="1500" spc="-127" i="1">
                <a:latin typeface="Bookman Old Style"/>
                <a:cs typeface="Bookman Old Style"/>
              </a:rPr>
              <a:t> </a:t>
            </a:r>
            <a:r>
              <a:rPr dirty="0" baseline="2777" sz="1500" spc="-37" i="1">
                <a:latin typeface="Bookman Old Style"/>
                <a:cs typeface="Bookman Old Style"/>
              </a:rPr>
              <a:t>v</a:t>
            </a:r>
            <a:r>
              <a:rPr dirty="0" baseline="-13888" sz="900" spc="-37" i="1">
                <a:latin typeface="Bookman Old Style"/>
                <a:cs typeface="Bookman Old Style"/>
              </a:rPr>
              <a:t>0</a:t>
            </a:r>
            <a:r>
              <a:rPr dirty="0" baseline="2777" sz="1500" spc="-37" i="1">
                <a:latin typeface="Bookman Old Style"/>
                <a:cs typeface="Bookman Old Style"/>
              </a:rPr>
              <a:t>t</a:t>
            </a:r>
            <a:endParaRPr baseline="2777" sz="1500">
              <a:latin typeface="Bookman Old Style"/>
              <a:cs typeface="Bookman Old Style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371851" y="4295706"/>
            <a:ext cx="213995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i="1">
                <a:latin typeface="Bookman Old Style"/>
                <a:cs typeface="Bookman Old Style"/>
              </a:rPr>
              <a:t>x</a:t>
            </a:r>
            <a:r>
              <a:rPr dirty="0" sz="1000" spc="95" i="1">
                <a:latin typeface="Bookman Old Style"/>
                <a:cs typeface="Bookman Old Style"/>
              </a:rPr>
              <a:t> </a:t>
            </a:r>
            <a:r>
              <a:rPr dirty="0" sz="1000" spc="-60">
                <a:latin typeface="Symbol"/>
                <a:cs typeface="Symbol"/>
              </a:rPr>
              <a:t></a:t>
            </a:r>
            <a:endParaRPr sz="1000">
              <a:latin typeface="Symbol"/>
              <a:cs typeface="Symbo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328664" y="4301235"/>
            <a:ext cx="28892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(2.5)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640075" y="4662088"/>
            <a:ext cx="71755" cy="1143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50" spc="-50" i="1">
                <a:latin typeface="Bookman Old Style"/>
                <a:cs typeface="Bookman Old Style"/>
              </a:rPr>
              <a:t>0</a:t>
            </a:r>
            <a:endParaRPr sz="550">
              <a:latin typeface="Bookman Old Style"/>
              <a:cs typeface="Bookman Old Style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707384" y="4574552"/>
            <a:ext cx="131889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667385" algn="l"/>
              </a:tabLst>
            </a:pP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But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	</a:t>
            </a:r>
            <a:r>
              <a:rPr dirty="0" sz="1000" i="1">
                <a:latin typeface="Bookman Old Style"/>
                <a:cs typeface="Bookman Old Style"/>
              </a:rPr>
              <a:t>v</a:t>
            </a:r>
            <a:r>
              <a:rPr dirty="0" sz="1000" spc="15" i="1">
                <a:latin typeface="Bookman Old Style"/>
                <a:cs typeface="Bookman Old Style"/>
              </a:rPr>
              <a:t> </a:t>
            </a:r>
            <a:r>
              <a:rPr dirty="0" sz="1000">
                <a:latin typeface="Symbol"/>
                <a:cs typeface="Symbol"/>
              </a:rPr>
              <a:t></a:t>
            </a:r>
            <a:r>
              <a:rPr dirty="0" sz="1000" spc="-60">
                <a:latin typeface="Times New Roman"/>
                <a:cs typeface="Times New Roman"/>
              </a:rPr>
              <a:t> </a:t>
            </a:r>
            <a:r>
              <a:rPr dirty="0" sz="1000" i="1">
                <a:latin typeface="Bookman Old Style"/>
                <a:cs typeface="Bookman Old Style"/>
              </a:rPr>
              <a:t>v</a:t>
            </a:r>
            <a:r>
              <a:rPr dirty="0" sz="1000" spc="120" i="1">
                <a:latin typeface="Bookman Old Style"/>
                <a:cs typeface="Bookman Old Style"/>
              </a:rPr>
              <a:t>  </a:t>
            </a:r>
            <a:r>
              <a:rPr dirty="0" sz="1000">
                <a:latin typeface="Symbol"/>
                <a:cs typeface="Symbol"/>
              </a:rPr>
              <a:t></a:t>
            </a:r>
            <a:r>
              <a:rPr dirty="0" sz="1000" spc="15">
                <a:latin typeface="Times New Roman"/>
                <a:cs typeface="Times New Roman"/>
              </a:rPr>
              <a:t> </a:t>
            </a:r>
            <a:r>
              <a:rPr dirty="0" sz="1000" i="1">
                <a:latin typeface="Bookman Old Style"/>
                <a:cs typeface="Bookman Old Style"/>
              </a:rPr>
              <a:t>a</a:t>
            </a:r>
            <a:r>
              <a:rPr dirty="0" sz="1000" spc="-65" i="1">
                <a:latin typeface="Bookman Old Style"/>
                <a:cs typeface="Bookman Old Style"/>
              </a:rPr>
              <a:t> </a:t>
            </a:r>
            <a:r>
              <a:rPr dirty="0" sz="1000" spc="-50" i="1">
                <a:latin typeface="Bookman Old Style"/>
                <a:cs typeface="Bookman Old Style"/>
              </a:rPr>
              <a:t>t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4616196" y="5013959"/>
            <a:ext cx="88900" cy="0"/>
          </a:xfrm>
          <a:custGeom>
            <a:avLst/>
            <a:gdLst/>
            <a:ahLst/>
            <a:cxnLst/>
            <a:rect l="l" t="t" r="r" b="b"/>
            <a:pathLst>
              <a:path w="88900" h="0">
                <a:moveTo>
                  <a:pt x="0" y="0"/>
                </a:moveTo>
                <a:lnTo>
                  <a:pt x="88391" y="0"/>
                </a:lnTo>
              </a:path>
            </a:pathLst>
          </a:custGeom>
          <a:ln w="62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4902203" y="4898652"/>
            <a:ext cx="74295" cy="1193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600" spc="-50">
                <a:latin typeface="Bookman Old Style"/>
                <a:cs typeface="Bookman Old Style"/>
              </a:rPr>
              <a:t>2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164331" y="4987044"/>
            <a:ext cx="74295" cy="1193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600" spc="-50">
                <a:latin typeface="Bookman Old Style"/>
                <a:cs typeface="Bookman Old Style"/>
              </a:rPr>
              <a:t>0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606547" y="4823011"/>
            <a:ext cx="104139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latin typeface="Bookman Old Style"/>
                <a:cs typeface="Bookman Old Style"/>
              </a:rPr>
              <a:t>1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606547" y="5005891"/>
            <a:ext cx="104139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latin typeface="Bookman Old Style"/>
                <a:cs typeface="Bookman Old Style"/>
              </a:rPr>
              <a:t>2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707384" y="4910835"/>
            <a:ext cx="157416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17905" algn="l"/>
              </a:tabLst>
            </a:pP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Therefore,</a:t>
            </a:r>
            <a:r>
              <a:rPr dirty="0" sz="1000" spc="-1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i="1">
                <a:latin typeface="Bookman Old Style"/>
                <a:cs typeface="Bookman Old Style"/>
              </a:rPr>
              <a:t>x</a:t>
            </a:r>
            <a:r>
              <a:rPr dirty="0" sz="1000" spc="125" i="1">
                <a:latin typeface="Bookman Old Style"/>
                <a:cs typeface="Bookman Old Style"/>
              </a:rPr>
              <a:t> </a:t>
            </a:r>
            <a:r>
              <a:rPr dirty="0" sz="1000" spc="-50">
                <a:latin typeface="Symbol"/>
                <a:cs typeface="Symbol"/>
              </a:rPr>
              <a:t>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000" i="1">
                <a:latin typeface="Bookman Old Style"/>
                <a:cs typeface="Bookman Old Style"/>
              </a:rPr>
              <a:t>a</a:t>
            </a:r>
            <a:r>
              <a:rPr dirty="0" sz="1000" spc="110" i="1">
                <a:latin typeface="Bookman Old Style"/>
                <a:cs typeface="Bookman Old Style"/>
              </a:rPr>
              <a:t> </a:t>
            </a:r>
            <a:r>
              <a:rPr dirty="0" sz="1000" i="1">
                <a:latin typeface="Bookman Old Style"/>
                <a:cs typeface="Bookman Old Style"/>
              </a:rPr>
              <a:t>t</a:t>
            </a:r>
            <a:r>
              <a:rPr dirty="0" sz="1000" spc="484" i="1">
                <a:latin typeface="Bookman Old Style"/>
                <a:cs typeface="Bookman Old Style"/>
              </a:rPr>
              <a:t> </a:t>
            </a:r>
            <a:r>
              <a:rPr dirty="0" sz="1000" spc="-10" i="1">
                <a:latin typeface="Bookman Old Style"/>
                <a:cs typeface="Bookman Old Style"/>
              </a:rPr>
              <a:t>+</a:t>
            </a:r>
            <a:r>
              <a:rPr dirty="0" sz="1000" spc="-85" i="1">
                <a:latin typeface="Bookman Old Style"/>
                <a:cs typeface="Bookman Old Style"/>
              </a:rPr>
              <a:t> </a:t>
            </a:r>
            <a:r>
              <a:rPr dirty="0" sz="1000" i="1">
                <a:latin typeface="Bookman Old Style"/>
                <a:cs typeface="Bookman Old Style"/>
              </a:rPr>
              <a:t>v</a:t>
            </a:r>
            <a:r>
              <a:rPr dirty="0" sz="1000" spc="120" i="1">
                <a:latin typeface="Bookman Old Style"/>
                <a:cs typeface="Bookman Old Style"/>
              </a:rPr>
              <a:t> </a:t>
            </a:r>
            <a:r>
              <a:rPr dirty="0" sz="1000" spc="-50" i="1">
                <a:latin typeface="Bookman Old Style"/>
                <a:cs typeface="Bookman Old Style"/>
              </a:rPr>
              <a:t>t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707384" y="5291835"/>
            <a:ext cx="17907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30">
                <a:solidFill>
                  <a:srgbClr val="231F20"/>
                </a:solidFill>
                <a:latin typeface="Bookman Old Style"/>
                <a:cs typeface="Bookman Old Style"/>
              </a:rPr>
              <a:t>or,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4920996" y="5376671"/>
            <a:ext cx="88900" cy="0"/>
          </a:xfrm>
          <a:custGeom>
            <a:avLst/>
            <a:gdLst/>
            <a:ahLst/>
            <a:cxnLst/>
            <a:rect l="l" t="t" r="r" b="b"/>
            <a:pathLst>
              <a:path w="88900" h="0">
                <a:moveTo>
                  <a:pt x="0" y="0"/>
                </a:moveTo>
                <a:lnTo>
                  <a:pt x="88391" y="0"/>
                </a:lnTo>
              </a:path>
            </a:pathLst>
          </a:custGeom>
          <a:ln w="62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4664459" y="5349756"/>
            <a:ext cx="74295" cy="1193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600" spc="-50">
                <a:latin typeface="Bookman Old Style"/>
                <a:cs typeface="Bookman Old Style"/>
              </a:rPr>
              <a:t>0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911347" y="5368603"/>
            <a:ext cx="104139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latin typeface="Bookman Old Style"/>
                <a:cs typeface="Bookman Old Style"/>
              </a:rPr>
              <a:t>2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346451" y="5271067"/>
            <a:ext cx="905510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 i="1">
                <a:latin typeface="Bookman Old Style"/>
                <a:cs typeface="Bookman Old Style"/>
              </a:rPr>
              <a:t>x</a:t>
            </a:r>
            <a:r>
              <a:rPr dirty="0" sz="1000" spc="95" i="1">
                <a:latin typeface="Bookman Old Style"/>
                <a:cs typeface="Bookman Old Style"/>
              </a:rPr>
              <a:t> </a:t>
            </a:r>
            <a:r>
              <a:rPr dirty="0" sz="1000">
                <a:latin typeface="Symbol"/>
                <a:cs typeface="Symbol"/>
              </a:rPr>
              <a:t></a:t>
            </a:r>
            <a:r>
              <a:rPr dirty="0" sz="1000" spc="15">
                <a:latin typeface="Times New Roman"/>
                <a:cs typeface="Times New Roman"/>
              </a:rPr>
              <a:t> </a:t>
            </a:r>
            <a:r>
              <a:rPr dirty="0" sz="1000" i="1">
                <a:latin typeface="Bookman Old Style"/>
                <a:cs typeface="Bookman Old Style"/>
              </a:rPr>
              <a:t>v</a:t>
            </a:r>
            <a:r>
              <a:rPr dirty="0" sz="1000" spc="100" i="1">
                <a:latin typeface="Bookman Old Style"/>
                <a:cs typeface="Bookman Old Style"/>
              </a:rPr>
              <a:t> </a:t>
            </a:r>
            <a:r>
              <a:rPr dirty="0" sz="1000" i="1">
                <a:latin typeface="Bookman Old Style"/>
                <a:cs typeface="Bookman Old Style"/>
              </a:rPr>
              <a:t>t</a:t>
            </a:r>
            <a:r>
              <a:rPr dirty="0" sz="1000" spc="55" i="1">
                <a:latin typeface="Bookman Old Style"/>
                <a:cs typeface="Bookman Old Style"/>
              </a:rPr>
              <a:t> </a:t>
            </a:r>
            <a:r>
              <a:rPr dirty="0" sz="1000">
                <a:latin typeface="Symbol"/>
                <a:cs typeface="Symbol"/>
              </a:rPr>
              <a:t></a:t>
            </a:r>
            <a:r>
              <a:rPr dirty="0" sz="1000" spc="70">
                <a:latin typeface="Times New Roman"/>
                <a:cs typeface="Times New Roman"/>
              </a:rPr>
              <a:t> </a:t>
            </a:r>
            <a:r>
              <a:rPr dirty="0" baseline="36111" sz="1500" spc="-30">
                <a:latin typeface="Bookman Old Style"/>
                <a:cs typeface="Bookman Old Style"/>
              </a:rPr>
              <a:t>1</a:t>
            </a:r>
            <a:r>
              <a:rPr dirty="0" baseline="36111" sz="1500" spc="-187">
                <a:latin typeface="Bookman Old Style"/>
                <a:cs typeface="Bookman Old Style"/>
              </a:rPr>
              <a:t> </a:t>
            </a:r>
            <a:r>
              <a:rPr dirty="0" sz="1000" spc="-25" i="1">
                <a:latin typeface="Bookman Old Style"/>
                <a:cs typeface="Bookman Old Style"/>
              </a:rPr>
              <a:t>at</a:t>
            </a:r>
            <a:r>
              <a:rPr dirty="0" sz="1000" spc="-160" i="1">
                <a:latin typeface="Bookman Old Style"/>
                <a:cs typeface="Bookman Old Style"/>
              </a:rPr>
              <a:t> </a:t>
            </a:r>
            <a:r>
              <a:rPr dirty="0" baseline="41666" sz="900" spc="-75">
                <a:latin typeface="Bookman Old Style"/>
                <a:cs typeface="Bookman Old Style"/>
              </a:rPr>
              <a:t>2</a:t>
            </a:r>
            <a:endParaRPr baseline="41666" sz="900">
              <a:latin typeface="Bookman Old Style"/>
              <a:cs typeface="Bookman Old Style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328664" y="5291835"/>
            <a:ext cx="28892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(2.6)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707384" y="5520435"/>
            <a:ext cx="230314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Equation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(2.5)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can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also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be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written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 as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5195315" y="5843015"/>
            <a:ext cx="60960" cy="0"/>
          </a:xfrm>
          <a:custGeom>
            <a:avLst/>
            <a:gdLst/>
            <a:ahLst/>
            <a:cxnLst/>
            <a:rect l="l" t="t" r="r" b="b"/>
            <a:pathLst>
              <a:path w="60960" h="0">
                <a:moveTo>
                  <a:pt x="0" y="0"/>
                </a:moveTo>
                <a:lnTo>
                  <a:pt x="60959" y="0"/>
                </a:lnTo>
              </a:path>
            </a:pathLst>
          </a:custGeom>
          <a:ln w="62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4361691" y="5821625"/>
            <a:ext cx="1000760" cy="2762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ts val="985"/>
              </a:lnSpc>
              <a:spcBef>
                <a:spcPts val="105"/>
              </a:spcBef>
            </a:pPr>
            <a:r>
              <a:rPr dirty="0" sz="1000" i="1">
                <a:latin typeface="Bookman Old Style"/>
                <a:cs typeface="Bookman Old Style"/>
              </a:rPr>
              <a:t>x</a:t>
            </a:r>
            <a:r>
              <a:rPr dirty="0" sz="1000" spc="95" i="1">
                <a:latin typeface="Bookman Old Style"/>
                <a:cs typeface="Bookman Old Style"/>
              </a:rPr>
              <a:t> </a:t>
            </a:r>
            <a:r>
              <a:rPr dirty="0" sz="1000">
                <a:latin typeface="Symbol"/>
                <a:cs typeface="Symbol"/>
              </a:rPr>
              <a:t></a:t>
            </a:r>
            <a:r>
              <a:rPr dirty="0" sz="1000" spc="90">
                <a:latin typeface="Times New Roman"/>
                <a:cs typeface="Times New Roman"/>
              </a:rPr>
              <a:t> </a:t>
            </a:r>
            <a:r>
              <a:rPr dirty="0" u="sng" baseline="36111" sz="150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v</a:t>
            </a:r>
            <a:r>
              <a:rPr dirty="0" u="sng" baseline="36111" sz="1500" spc="-75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 </a:t>
            </a:r>
            <a:r>
              <a:rPr dirty="0" u="sng" baseline="36111" sz="150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+</a:t>
            </a:r>
            <a:r>
              <a:rPr dirty="0" u="sng" baseline="36111" sz="1500" spc="-127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 </a:t>
            </a:r>
            <a:r>
              <a:rPr dirty="0" u="sng" baseline="36111" sz="150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v</a:t>
            </a:r>
            <a:r>
              <a:rPr dirty="0" u="sng" baseline="41666" sz="900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0</a:t>
            </a:r>
            <a:r>
              <a:rPr dirty="0" baseline="41666" sz="900" spc="112">
                <a:latin typeface="Bookman Old Style"/>
                <a:cs typeface="Bookman Old Style"/>
              </a:rPr>
              <a:t> </a:t>
            </a:r>
            <a:r>
              <a:rPr dirty="0" sz="1000" i="1">
                <a:latin typeface="Bookman Old Style"/>
                <a:cs typeface="Bookman Old Style"/>
              </a:rPr>
              <a:t>t</a:t>
            </a:r>
            <a:r>
              <a:rPr dirty="0" sz="1000" spc="80" i="1">
                <a:latin typeface="Bookman Old Style"/>
                <a:cs typeface="Bookman Old Style"/>
              </a:rPr>
              <a:t> </a:t>
            </a:r>
            <a:r>
              <a:rPr dirty="0" sz="1000">
                <a:latin typeface="Symbol"/>
                <a:cs typeface="Symbol"/>
              </a:rPr>
              <a:t></a:t>
            </a:r>
            <a:r>
              <a:rPr dirty="0" sz="1000" spc="15">
                <a:latin typeface="Times New Roman"/>
                <a:cs typeface="Times New Roman"/>
              </a:rPr>
              <a:t> </a:t>
            </a:r>
            <a:r>
              <a:rPr dirty="0" sz="1000" i="1">
                <a:latin typeface="Bookman Old Style"/>
                <a:cs typeface="Bookman Old Style"/>
              </a:rPr>
              <a:t>v</a:t>
            </a:r>
            <a:r>
              <a:rPr dirty="0" sz="1000" spc="-95" i="1">
                <a:latin typeface="Bookman Old Style"/>
                <a:cs typeface="Bookman Old Style"/>
              </a:rPr>
              <a:t> </a:t>
            </a:r>
            <a:r>
              <a:rPr dirty="0" sz="1000" spc="-50" i="1">
                <a:latin typeface="Bookman Old Style"/>
                <a:cs typeface="Bookman Old Style"/>
              </a:rPr>
              <a:t>t</a:t>
            </a:r>
            <a:endParaRPr sz="1000">
              <a:latin typeface="Bookman Old Style"/>
              <a:cs typeface="Bookman Old Style"/>
            </a:endParaRPr>
          </a:p>
          <a:p>
            <a:pPr algn="ctr" marR="105410">
              <a:lnSpc>
                <a:spcPts val="985"/>
              </a:lnSpc>
            </a:pPr>
            <a:r>
              <a:rPr dirty="0" sz="1000" spc="-50">
                <a:latin typeface="Bookman Old Style"/>
                <a:cs typeface="Bookman Old Style"/>
              </a:rPr>
              <a:t>2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252464" y="5825235"/>
            <a:ext cx="36576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(2.7a)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707384" y="6130035"/>
            <a:ext cx="43370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where,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4177284" y="6492239"/>
            <a:ext cx="60960" cy="0"/>
          </a:xfrm>
          <a:custGeom>
            <a:avLst/>
            <a:gdLst/>
            <a:ahLst/>
            <a:cxnLst/>
            <a:rect l="l" t="t" r="r" b="b"/>
            <a:pathLst>
              <a:path w="60960" h="0">
                <a:moveTo>
                  <a:pt x="0" y="0"/>
                </a:moveTo>
                <a:lnTo>
                  <a:pt x="60959" y="0"/>
                </a:lnTo>
              </a:path>
            </a:pathLst>
          </a:custGeom>
          <a:ln w="62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 txBox="1"/>
          <p:nvPr/>
        </p:nvSpPr>
        <p:spPr>
          <a:xfrm>
            <a:off x="4130044" y="6355696"/>
            <a:ext cx="625475" cy="391160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340"/>
              </a:spcBef>
            </a:pPr>
            <a:r>
              <a:rPr dirty="0" baseline="-36111" sz="1500" i="1">
                <a:latin typeface="Bookman Old Style"/>
                <a:cs typeface="Bookman Old Style"/>
              </a:rPr>
              <a:t>v</a:t>
            </a:r>
            <a:r>
              <a:rPr dirty="0" baseline="-36111" sz="1500" spc="67" i="1">
                <a:latin typeface="Bookman Old Style"/>
                <a:cs typeface="Bookman Old Style"/>
              </a:rPr>
              <a:t> </a:t>
            </a:r>
            <a:r>
              <a:rPr dirty="0" baseline="-36111" sz="1500">
                <a:latin typeface="Symbol"/>
                <a:cs typeface="Symbol"/>
              </a:rPr>
              <a:t></a:t>
            </a:r>
            <a:r>
              <a:rPr dirty="0" baseline="-36111" sz="1500" spc="89">
                <a:latin typeface="Times New Roman"/>
                <a:cs typeface="Times New Roman"/>
              </a:rPr>
              <a:t> </a:t>
            </a:r>
            <a:r>
              <a:rPr dirty="0" u="sng" sz="100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v</a:t>
            </a:r>
            <a:r>
              <a:rPr dirty="0" u="sng" sz="1000" spc="-5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 </a:t>
            </a:r>
            <a:r>
              <a:rPr dirty="0" u="sng" sz="100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</a:t>
            </a:r>
            <a:r>
              <a:rPr dirty="0" u="sng" sz="1000" spc="-3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000" spc="-25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v</a:t>
            </a:r>
            <a:r>
              <a:rPr dirty="0" u="sng" baseline="-23148" sz="900" spc="-37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0</a:t>
            </a:r>
            <a:endParaRPr baseline="-23148" sz="900">
              <a:latin typeface="Bookman Old Style"/>
              <a:cs typeface="Bookman Old Style"/>
            </a:endParaRPr>
          </a:p>
          <a:p>
            <a:pPr marL="394335">
              <a:lnSpc>
                <a:spcPct val="100000"/>
              </a:lnSpc>
              <a:spcBef>
                <a:spcPts val="240"/>
              </a:spcBef>
            </a:pPr>
            <a:r>
              <a:rPr dirty="0" sz="1000" spc="-50">
                <a:latin typeface="Bookman Old Style"/>
                <a:cs typeface="Bookman Old Style"/>
              </a:rPr>
              <a:t>2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847339" y="6434833"/>
            <a:ext cx="1769745" cy="48260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z="1000" spc="-55" b="1">
                <a:solidFill>
                  <a:srgbClr val="231F20"/>
                </a:solidFill>
                <a:latin typeface="Bookman Old Style"/>
                <a:cs typeface="Bookman Old Style"/>
              </a:rPr>
              <a:t>(constant</a:t>
            </a:r>
            <a:r>
              <a:rPr dirty="0" sz="1000" spc="-10" b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55" b="1">
                <a:solidFill>
                  <a:srgbClr val="231F20"/>
                </a:solidFill>
                <a:latin typeface="Bookman Old Style"/>
                <a:cs typeface="Bookman Old Style"/>
              </a:rPr>
              <a:t>acceleration</a:t>
            </a:r>
            <a:r>
              <a:rPr dirty="0" sz="1000" spc="-5" b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 b="1">
                <a:solidFill>
                  <a:srgbClr val="231F20"/>
                </a:solidFill>
                <a:latin typeface="Bookman Old Style"/>
                <a:cs typeface="Bookman Old Style"/>
              </a:rPr>
              <a:t>only)</a:t>
            </a:r>
            <a:endParaRPr sz="1000">
              <a:latin typeface="Bookman Old Style"/>
              <a:cs typeface="Bookman Old Style"/>
            </a:endParaRPr>
          </a:p>
          <a:p>
            <a:pPr algn="r" marR="5080">
              <a:lnSpc>
                <a:spcPct val="100000"/>
              </a:lnSpc>
              <a:spcBef>
                <a:spcPts val="600"/>
              </a:spcBef>
            </a:pP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(2.7b)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3681989" y="6968233"/>
            <a:ext cx="2966720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38100" marR="30480">
              <a:lnSpc>
                <a:spcPct val="100000"/>
              </a:lnSpc>
              <a:spcBef>
                <a:spcPts val="100"/>
              </a:spcBef>
            </a:pP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Equations</a:t>
            </a:r>
            <a:r>
              <a:rPr dirty="0" sz="1000" spc="-6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30">
                <a:solidFill>
                  <a:srgbClr val="231F20"/>
                </a:solidFill>
                <a:latin typeface="Bookman Old Style"/>
                <a:cs typeface="Bookman Old Style"/>
              </a:rPr>
              <a:t>(2.7a)</a:t>
            </a:r>
            <a:r>
              <a:rPr dirty="0" sz="1000" spc="-5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and</a:t>
            </a:r>
            <a:r>
              <a:rPr dirty="0" sz="1000" spc="16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30">
                <a:solidFill>
                  <a:srgbClr val="231F20"/>
                </a:solidFill>
                <a:latin typeface="Bookman Old Style"/>
                <a:cs typeface="Bookman Old Style"/>
              </a:rPr>
              <a:t>(2.7b)</a:t>
            </a:r>
            <a:r>
              <a:rPr dirty="0" sz="1000" spc="-5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mean</a:t>
            </a:r>
            <a:r>
              <a:rPr dirty="0" sz="1000" spc="-5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that</a:t>
            </a:r>
            <a:r>
              <a:rPr dirty="0" sz="1000" spc="-5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40">
                <a:solidFill>
                  <a:srgbClr val="231F20"/>
                </a:solidFill>
                <a:latin typeface="Bookman Old Style"/>
                <a:cs typeface="Bookman Old Style"/>
              </a:rPr>
              <a:t>the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object has</a:t>
            </a:r>
            <a:r>
              <a:rPr dirty="0" sz="1000" spc="-5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undergone</a:t>
            </a:r>
            <a:r>
              <a:rPr dirty="0" sz="1000" spc="-5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displacement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x</a:t>
            </a:r>
            <a:r>
              <a:rPr dirty="0" sz="1000" spc="-20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with</a:t>
            </a:r>
            <a:r>
              <a:rPr dirty="0" sz="1000" spc="-5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an</a:t>
            </a:r>
            <a:r>
              <a:rPr dirty="0" sz="1000" spc="-4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average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velocity</a:t>
            </a:r>
            <a:r>
              <a:rPr dirty="0" sz="1000" spc="4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equal</a:t>
            </a:r>
            <a:r>
              <a:rPr dirty="0" sz="1000" spc="4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to</a:t>
            </a:r>
            <a:r>
              <a:rPr dirty="0" sz="1000" spc="4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4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arithmetic</a:t>
            </a:r>
            <a:r>
              <a:rPr dirty="0" sz="1000" spc="4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average</a:t>
            </a:r>
            <a:r>
              <a:rPr dirty="0" sz="1000" spc="4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1000" spc="4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the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initial</a:t>
            </a:r>
            <a:r>
              <a:rPr dirty="0" sz="1000" spc="-1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and</a:t>
            </a:r>
            <a:r>
              <a:rPr dirty="0" sz="1000" spc="-1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final</a:t>
            </a:r>
            <a:r>
              <a:rPr dirty="0" sz="1000" spc="-1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velocities.</a:t>
            </a:r>
            <a:endParaRPr sz="1000">
              <a:latin typeface="Bookman Old Style"/>
              <a:cs typeface="Bookman Old Style"/>
            </a:endParaRPr>
          </a:p>
          <a:p>
            <a:pPr algn="just" marL="38100" marR="31115">
              <a:lnSpc>
                <a:spcPct val="100000"/>
              </a:lnSpc>
            </a:pPr>
            <a:r>
              <a:rPr dirty="0" sz="1000" spc="-5">
                <a:solidFill>
                  <a:srgbClr val="231F20"/>
                </a:solidFill>
                <a:latin typeface="Bookman Old Style"/>
                <a:cs typeface="Bookman Old Style"/>
              </a:rPr>
              <a:t>Fro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m</a:t>
            </a:r>
            <a:r>
              <a:rPr dirty="0" sz="1000" spc="-9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Eq.</a:t>
            </a:r>
            <a:r>
              <a:rPr dirty="0" sz="1000" spc="-9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(2.4),</a:t>
            </a:r>
            <a:r>
              <a:rPr dirty="0" sz="1000" spc="-10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t</a:t>
            </a:r>
            <a:r>
              <a:rPr dirty="0" sz="1000" spc="-80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=</a:t>
            </a:r>
            <a:r>
              <a:rPr dirty="0" sz="1000" spc="-80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5">
                <a:solidFill>
                  <a:srgbClr val="231F20"/>
                </a:solidFill>
                <a:latin typeface="Bookman Old Style"/>
                <a:cs typeface="Bookman Old Style"/>
              </a:rPr>
              <a:t>(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v</a:t>
            </a:r>
            <a:r>
              <a:rPr dirty="0" sz="1000" spc="-85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–</a:t>
            </a:r>
            <a:r>
              <a:rPr dirty="0" sz="1000" spc="-85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 i="1">
                <a:solidFill>
                  <a:srgbClr val="231F20"/>
                </a:solidFill>
                <a:latin typeface="Bookman Old Style"/>
                <a:cs typeface="Bookman Old Style"/>
              </a:rPr>
              <a:t>v</a:t>
            </a:r>
            <a:r>
              <a:rPr dirty="0" baseline="-32407" sz="900" spc="-15" i="1">
                <a:solidFill>
                  <a:srgbClr val="231F20"/>
                </a:solidFill>
                <a:latin typeface="Bookman Old Style"/>
                <a:cs typeface="Bookman Old Style"/>
              </a:rPr>
              <a:t>0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)</a:t>
            </a:r>
            <a:r>
              <a:rPr dirty="0" sz="1000" spc="-10" i="1">
                <a:solidFill>
                  <a:srgbClr val="231F20"/>
                </a:solidFill>
                <a:latin typeface="Bookman Old Style"/>
                <a:cs typeface="Bookman Old Style"/>
              </a:rPr>
              <a:t>/a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.</a:t>
            </a:r>
            <a:r>
              <a:rPr dirty="0" sz="1000" spc="-9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5">
                <a:solidFill>
                  <a:srgbClr val="231F20"/>
                </a:solidFill>
                <a:latin typeface="Bookman Old Style"/>
                <a:cs typeface="Bookman Old Style"/>
              </a:rPr>
              <a:t>Substitutin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g</a:t>
            </a:r>
            <a:r>
              <a:rPr dirty="0" sz="1000" spc="-9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this</a:t>
            </a:r>
            <a:r>
              <a:rPr dirty="0" sz="1000" spc="-9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in </a:t>
            </a:r>
            <a:r>
              <a:rPr dirty="0" sz="1000" spc="-5">
                <a:solidFill>
                  <a:srgbClr val="231F20"/>
                </a:solidFill>
                <a:latin typeface="Bookman Old Style"/>
                <a:cs typeface="Bookman Old Style"/>
              </a:rPr>
              <a:t>Eq.</a:t>
            </a:r>
            <a:r>
              <a:rPr dirty="0" sz="1000" spc="-6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5">
                <a:solidFill>
                  <a:srgbClr val="231F20"/>
                </a:solidFill>
                <a:latin typeface="Bookman Old Style"/>
                <a:cs typeface="Bookman Old Style"/>
              </a:rPr>
              <a:t>(2.7a),</a:t>
            </a:r>
            <a:r>
              <a:rPr dirty="0" sz="1000" spc="-6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5">
                <a:solidFill>
                  <a:srgbClr val="231F20"/>
                </a:solidFill>
                <a:latin typeface="Bookman Old Style"/>
                <a:cs typeface="Bookman Old Style"/>
              </a:rPr>
              <a:t>w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e</a:t>
            </a:r>
            <a:r>
              <a:rPr dirty="0" sz="1000" spc="-6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5">
                <a:solidFill>
                  <a:srgbClr val="231F20"/>
                </a:solidFill>
                <a:latin typeface="Bookman Old Style"/>
                <a:cs typeface="Bookman Old Style"/>
              </a:rPr>
              <a:t>get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4396751" y="8132063"/>
            <a:ext cx="62865" cy="0"/>
          </a:xfrm>
          <a:custGeom>
            <a:avLst/>
            <a:gdLst/>
            <a:ahLst/>
            <a:cxnLst/>
            <a:rect l="l" t="t" r="r" b="b"/>
            <a:pathLst>
              <a:path w="62864" h="0">
                <a:moveTo>
                  <a:pt x="0" y="0"/>
                </a:moveTo>
                <a:lnTo>
                  <a:pt x="62685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/>
          <p:nvPr/>
        </p:nvSpPr>
        <p:spPr>
          <a:xfrm>
            <a:off x="5362399" y="8175242"/>
            <a:ext cx="10350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0" i="1">
                <a:latin typeface="Bookman Old Style"/>
                <a:cs typeface="Bookman Old Style"/>
              </a:rPr>
              <a:t>a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4152395" y="8077706"/>
            <a:ext cx="50609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i="1">
                <a:latin typeface="Bookman Old Style"/>
                <a:cs typeface="Bookman Old Style"/>
              </a:rPr>
              <a:t>x</a:t>
            </a:r>
            <a:r>
              <a:rPr dirty="0" sz="1000" spc="90" i="1">
                <a:latin typeface="Bookman Old Style"/>
                <a:cs typeface="Bookman Old Style"/>
              </a:rPr>
              <a:t> </a:t>
            </a:r>
            <a:r>
              <a:rPr dirty="0" sz="1000">
                <a:latin typeface="Symbol"/>
                <a:cs typeface="Symbol"/>
              </a:rPr>
              <a:t>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 i="1">
                <a:latin typeface="Bookman Old Style"/>
                <a:cs typeface="Bookman Old Style"/>
              </a:rPr>
              <a:t>v</a:t>
            </a:r>
            <a:r>
              <a:rPr dirty="0" sz="1000" spc="-50" i="1">
                <a:latin typeface="Bookman Old Style"/>
                <a:cs typeface="Bookman Old Style"/>
              </a:rPr>
              <a:t> </a:t>
            </a:r>
            <a:r>
              <a:rPr dirty="0" sz="1000" i="1">
                <a:latin typeface="Bookman Old Style"/>
                <a:cs typeface="Bookman Old Style"/>
              </a:rPr>
              <a:t>t</a:t>
            </a:r>
            <a:r>
              <a:rPr dirty="0" sz="1000" spc="70" i="1">
                <a:latin typeface="Bookman Old Style"/>
                <a:cs typeface="Bookman Old Style"/>
              </a:rPr>
              <a:t> </a:t>
            </a:r>
            <a:r>
              <a:rPr dirty="0" sz="1000" spc="-50">
                <a:latin typeface="Symbol"/>
                <a:cs typeface="Symbol"/>
              </a:rPr>
              <a:t></a:t>
            </a:r>
            <a:endParaRPr sz="1000">
              <a:latin typeface="Symbol"/>
              <a:cs typeface="Symbo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4670540" y="8163050"/>
            <a:ext cx="7366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0">
                <a:latin typeface="Symbol"/>
                <a:cs typeface="Symbol"/>
              </a:rPr>
              <a:t></a:t>
            </a:r>
            <a:endParaRPr sz="1000">
              <a:latin typeface="Symbol"/>
              <a:cs typeface="Symbo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4670540" y="8108186"/>
            <a:ext cx="6096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390">
                <a:latin typeface="Symbol"/>
                <a:cs typeface="Symbol"/>
              </a:rPr>
              <a:t></a:t>
            </a:r>
            <a:endParaRPr sz="1000">
              <a:latin typeface="Symbol"/>
              <a:cs typeface="Symbo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5085049" y="8108186"/>
            <a:ext cx="14668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5">
                <a:latin typeface="Symbol"/>
                <a:cs typeface="Symbol"/>
              </a:rPr>
              <a:t></a:t>
            </a:r>
            <a:r>
              <a:rPr dirty="0" sz="1000" spc="40">
                <a:latin typeface="Times New Roman"/>
                <a:cs typeface="Times New Roman"/>
              </a:rPr>
              <a:t> </a:t>
            </a:r>
            <a:r>
              <a:rPr dirty="0" sz="1000" spc="-390">
                <a:latin typeface="Symbol"/>
                <a:cs typeface="Symbol"/>
              </a:rPr>
              <a:t></a:t>
            </a:r>
            <a:endParaRPr sz="1000">
              <a:latin typeface="Symbol"/>
              <a:cs typeface="Symbo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5085049" y="8163050"/>
            <a:ext cx="57340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2445" algn="l"/>
              </a:tabLst>
            </a:pPr>
            <a:r>
              <a:rPr dirty="0" sz="1000">
                <a:latin typeface="Symbol"/>
                <a:cs typeface="Symbol"/>
              </a:rPr>
              <a:t></a:t>
            </a:r>
            <a:r>
              <a:rPr dirty="0" sz="1000" spc="25">
                <a:latin typeface="Times New Roman"/>
                <a:cs typeface="Times New Roman"/>
              </a:rPr>
              <a:t> </a:t>
            </a:r>
            <a:r>
              <a:rPr dirty="0" sz="1000" spc="-50">
                <a:latin typeface="Symbol"/>
                <a:cs typeface="Symbol"/>
              </a:rPr>
              <a:t>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000" spc="-50">
                <a:latin typeface="Symbol"/>
                <a:cs typeface="Symbol"/>
              </a:rPr>
              <a:t></a:t>
            </a:r>
            <a:endParaRPr sz="1000">
              <a:latin typeface="Symbol"/>
              <a:cs typeface="Symbo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5682435" y="8077706"/>
            <a:ext cx="9461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0">
                <a:latin typeface="Symbol"/>
                <a:cs typeface="Symbol"/>
              </a:rPr>
              <a:t></a:t>
            </a:r>
            <a:endParaRPr sz="1000">
              <a:latin typeface="Symbol"/>
              <a:cs typeface="Symbo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4737602" y="8071255"/>
            <a:ext cx="847725" cy="120014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286385" algn="l"/>
                <a:tab pos="512445" algn="l"/>
                <a:tab pos="786765" algn="l"/>
              </a:tabLst>
            </a:pPr>
            <a:r>
              <a:rPr dirty="0" u="sng" sz="600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	</a:t>
            </a:r>
            <a:r>
              <a:rPr dirty="0" u="sng" sz="600" spc="-50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0</a:t>
            </a:r>
            <a:r>
              <a:rPr dirty="0" sz="600">
                <a:latin typeface="Bookman Old Style"/>
                <a:cs typeface="Bookman Old Style"/>
              </a:rPr>
              <a:t>	</a:t>
            </a:r>
            <a:r>
              <a:rPr dirty="0" u="sng" sz="600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	</a:t>
            </a:r>
            <a:r>
              <a:rPr dirty="0" u="sng" sz="600" spc="-50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0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4645140" y="8004554"/>
            <a:ext cx="160655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162685" algn="l"/>
              </a:tabLst>
            </a:pPr>
            <a:r>
              <a:rPr dirty="0" sz="1000" spc="-20">
                <a:latin typeface="Symbol"/>
                <a:cs typeface="Symbol"/>
              </a:rPr>
              <a:t></a:t>
            </a:r>
            <a:r>
              <a:rPr dirty="0" sz="1000" spc="-105">
                <a:latin typeface="Times New Roman"/>
                <a:cs typeface="Times New Roman"/>
              </a:rPr>
              <a:t> </a:t>
            </a:r>
            <a:r>
              <a:rPr dirty="0" baseline="5555" sz="1500" i="1">
                <a:latin typeface="Bookman Old Style"/>
                <a:cs typeface="Bookman Old Style"/>
              </a:rPr>
              <a:t>v</a:t>
            </a:r>
            <a:r>
              <a:rPr dirty="0" baseline="5555" sz="1500" spc="-7" i="1">
                <a:latin typeface="Bookman Old Style"/>
                <a:cs typeface="Bookman Old Style"/>
              </a:rPr>
              <a:t> </a:t>
            </a:r>
            <a:r>
              <a:rPr dirty="0" baseline="5555" sz="1500">
                <a:latin typeface="Symbol"/>
                <a:cs typeface="Symbol"/>
              </a:rPr>
              <a:t></a:t>
            </a:r>
            <a:r>
              <a:rPr dirty="0" baseline="5555" sz="1500" spc="-44">
                <a:latin typeface="Times New Roman"/>
                <a:cs typeface="Times New Roman"/>
              </a:rPr>
              <a:t> </a:t>
            </a:r>
            <a:r>
              <a:rPr dirty="0" baseline="5555" sz="1500" i="1">
                <a:latin typeface="Bookman Old Style"/>
                <a:cs typeface="Bookman Old Style"/>
              </a:rPr>
              <a:t>v</a:t>
            </a:r>
            <a:r>
              <a:rPr dirty="0" baseline="5555" sz="1500" spc="434" i="1">
                <a:latin typeface="Bookman Old Style"/>
                <a:cs typeface="Bookman Old Style"/>
              </a:rPr>
              <a:t> </a:t>
            </a:r>
            <a:r>
              <a:rPr dirty="0" sz="1000">
                <a:latin typeface="Symbol"/>
                <a:cs typeface="Symbol"/>
              </a:rPr>
              <a:t></a:t>
            </a:r>
            <a:r>
              <a:rPr dirty="0" sz="1000" spc="35">
                <a:latin typeface="Times New Roman"/>
                <a:cs typeface="Times New Roman"/>
              </a:rPr>
              <a:t> </a:t>
            </a:r>
            <a:r>
              <a:rPr dirty="0" sz="1000" spc="-20">
                <a:latin typeface="Symbol"/>
                <a:cs typeface="Symbol"/>
              </a:rPr>
              <a:t></a:t>
            </a:r>
            <a:r>
              <a:rPr dirty="0" sz="1000" spc="-105">
                <a:latin typeface="Times New Roman"/>
                <a:cs typeface="Times New Roman"/>
              </a:rPr>
              <a:t> </a:t>
            </a:r>
            <a:r>
              <a:rPr dirty="0" baseline="5555" sz="1500" i="1">
                <a:latin typeface="Bookman Old Style"/>
                <a:cs typeface="Bookman Old Style"/>
              </a:rPr>
              <a:t>v </a:t>
            </a:r>
            <a:r>
              <a:rPr dirty="0" baseline="5555" sz="1500">
                <a:latin typeface="Symbol"/>
                <a:cs typeface="Symbol"/>
              </a:rPr>
              <a:t></a:t>
            </a:r>
            <a:r>
              <a:rPr dirty="0" baseline="5555" sz="1500" spc="-75">
                <a:latin typeface="Times New Roman"/>
                <a:cs typeface="Times New Roman"/>
              </a:rPr>
              <a:t> </a:t>
            </a:r>
            <a:r>
              <a:rPr dirty="0" baseline="5555" sz="1500" i="1">
                <a:latin typeface="Bookman Old Style"/>
                <a:cs typeface="Bookman Old Style"/>
              </a:rPr>
              <a:t>v</a:t>
            </a:r>
            <a:r>
              <a:rPr dirty="0" baseline="5555" sz="1500" spc="457" i="1">
                <a:latin typeface="Bookman Old Style"/>
                <a:cs typeface="Bookman Old Style"/>
              </a:rPr>
              <a:t> </a:t>
            </a:r>
            <a:r>
              <a:rPr dirty="0" sz="1000" spc="-50">
                <a:latin typeface="Symbol"/>
                <a:cs typeface="Symbol"/>
              </a:rPr>
              <a:t>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baseline="5555" sz="1500" i="1">
                <a:latin typeface="Bookman Old Style"/>
                <a:cs typeface="Bookman Old Style"/>
              </a:rPr>
              <a:t>v</a:t>
            </a:r>
            <a:r>
              <a:rPr dirty="0" baseline="50925" sz="900">
                <a:latin typeface="Bookman Old Style"/>
                <a:cs typeface="Bookman Old Style"/>
              </a:rPr>
              <a:t>2</a:t>
            </a:r>
            <a:r>
              <a:rPr dirty="0" baseline="50925" sz="900" spc="284">
                <a:latin typeface="Bookman Old Style"/>
                <a:cs typeface="Bookman Old Style"/>
              </a:rPr>
              <a:t> </a:t>
            </a:r>
            <a:r>
              <a:rPr dirty="0" baseline="5555" sz="1500">
                <a:latin typeface="Symbol"/>
                <a:cs typeface="Symbol"/>
              </a:rPr>
              <a:t></a:t>
            </a:r>
            <a:r>
              <a:rPr dirty="0" baseline="5555" sz="1500" spc="-44">
                <a:latin typeface="Times New Roman"/>
                <a:cs typeface="Times New Roman"/>
              </a:rPr>
              <a:t> </a:t>
            </a:r>
            <a:r>
              <a:rPr dirty="0" baseline="5555" sz="1500" spc="-15" i="1">
                <a:latin typeface="Bookman Old Style"/>
                <a:cs typeface="Bookman Old Style"/>
              </a:rPr>
              <a:t>v</a:t>
            </a:r>
            <a:r>
              <a:rPr dirty="0" baseline="5555" sz="1500" spc="-307" i="1">
                <a:latin typeface="Bookman Old Style"/>
                <a:cs typeface="Bookman Old Style"/>
              </a:rPr>
              <a:t> </a:t>
            </a:r>
            <a:r>
              <a:rPr dirty="0" baseline="50925" sz="900" spc="-75">
                <a:latin typeface="Bookman Old Style"/>
                <a:cs typeface="Bookman Old Style"/>
              </a:rPr>
              <a:t>2</a:t>
            </a:r>
            <a:endParaRPr baseline="50925" sz="900">
              <a:latin typeface="Bookman Old Style"/>
              <a:cs typeface="Bookman Old Style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4871708" y="8175242"/>
            <a:ext cx="10350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0">
                <a:latin typeface="Bookman Old Style"/>
                <a:cs typeface="Bookman Old Style"/>
              </a:rPr>
              <a:t>2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5795259" y="8065263"/>
            <a:ext cx="438784" cy="288290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65"/>
              </a:spcBef>
              <a:tabLst>
                <a:tab pos="337820" algn="l"/>
              </a:tabLst>
            </a:pPr>
            <a:r>
              <a:rPr dirty="0" u="sng" sz="600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	</a:t>
            </a:r>
            <a:r>
              <a:rPr dirty="0" u="sng" sz="600" spc="-50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0</a:t>
            </a:r>
            <a:r>
              <a:rPr dirty="0" u="sng" sz="600" spc="500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 </a:t>
            </a:r>
            <a:endParaRPr sz="600">
              <a:latin typeface="Bookman Old Style"/>
              <a:cs typeface="Bookman Old Style"/>
            </a:endParaRPr>
          </a:p>
          <a:p>
            <a:pPr algn="ctr" marR="7620">
              <a:lnSpc>
                <a:spcPct val="100000"/>
              </a:lnSpc>
              <a:spcBef>
                <a:spcPts val="80"/>
              </a:spcBef>
            </a:pPr>
            <a:r>
              <a:rPr dirty="0" sz="1000" spc="-25">
                <a:latin typeface="Bookman Old Style"/>
                <a:cs typeface="Bookman Old Style"/>
              </a:rPr>
              <a:t>2</a:t>
            </a:r>
            <a:r>
              <a:rPr dirty="0" sz="1000" spc="-25" i="1">
                <a:latin typeface="Bookman Old Style"/>
                <a:cs typeface="Bookman Old Style"/>
              </a:rPr>
              <a:t>a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4146300" y="8493644"/>
            <a:ext cx="355600" cy="1212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292735" algn="l"/>
              </a:tabLst>
            </a:pPr>
            <a:r>
              <a:rPr dirty="0" sz="600" spc="-50">
                <a:latin typeface="Bookman Old Style"/>
                <a:cs typeface="Bookman Old Style"/>
              </a:rPr>
              <a:t>2</a:t>
            </a:r>
            <a:r>
              <a:rPr dirty="0" sz="600">
                <a:latin typeface="Bookman Old Style"/>
                <a:cs typeface="Bookman Old Style"/>
              </a:rPr>
              <a:t>	</a:t>
            </a:r>
            <a:r>
              <a:rPr dirty="0" sz="600" spc="-50">
                <a:latin typeface="Bookman Old Style"/>
                <a:cs typeface="Bookman Old Style"/>
              </a:rPr>
              <a:t>2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4420619" y="8582036"/>
            <a:ext cx="74930" cy="1212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00" spc="-50">
                <a:latin typeface="Bookman Old Style"/>
                <a:cs typeface="Bookman Old Style"/>
              </a:rPr>
              <a:t>0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4067051" y="8502331"/>
            <a:ext cx="805815" cy="1803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000" i="1">
                <a:latin typeface="Bookman Old Style"/>
                <a:cs typeface="Bookman Old Style"/>
              </a:rPr>
              <a:t>v</a:t>
            </a:r>
            <a:r>
              <a:rPr dirty="0" sz="1000" spc="135" i="1">
                <a:latin typeface="Bookman Old Style"/>
                <a:cs typeface="Bookman Old Style"/>
              </a:rPr>
              <a:t>  </a:t>
            </a:r>
            <a:r>
              <a:rPr dirty="0" sz="1000">
                <a:latin typeface="Symbol"/>
                <a:cs typeface="Symbol"/>
              </a:rPr>
              <a:t></a:t>
            </a:r>
            <a:r>
              <a:rPr dirty="0" sz="1000" spc="-10">
                <a:latin typeface="Times New Roman"/>
                <a:cs typeface="Times New Roman"/>
              </a:rPr>
              <a:t> </a:t>
            </a:r>
            <a:r>
              <a:rPr dirty="0" sz="1000" i="1">
                <a:latin typeface="Bookman Old Style"/>
                <a:cs typeface="Bookman Old Style"/>
              </a:rPr>
              <a:t>v</a:t>
            </a:r>
            <a:r>
              <a:rPr dirty="0" sz="1000" spc="110" i="1">
                <a:latin typeface="Bookman Old Style"/>
                <a:cs typeface="Bookman Old Style"/>
              </a:rPr>
              <a:t>  </a:t>
            </a:r>
            <a:r>
              <a:rPr dirty="0" sz="1000">
                <a:latin typeface="Symbol"/>
                <a:cs typeface="Symbol"/>
              </a:rPr>
              <a:t></a:t>
            </a:r>
            <a:r>
              <a:rPr dirty="0" sz="1000" spc="-10">
                <a:latin typeface="Times New Roman"/>
                <a:cs typeface="Times New Roman"/>
              </a:rPr>
              <a:t> </a:t>
            </a:r>
            <a:r>
              <a:rPr dirty="0" sz="1000" spc="-25">
                <a:latin typeface="Bookman Old Style"/>
                <a:cs typeface="Bookman Old Style"/>
              </a:rPr>
              <a:t>2</a:t>
            </a:r>
            <a:r>
              <a:rPr dirty="0" sz="1000" spc="-25" i="1">
                <a:latin typeface="Bookman Old Style"/>
                <a:cs typeface="Bookman Old Style"/>
              </a:rPr>
              <a:t>ax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6328664" y="8498331"/>
            <a:ext cx="28892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(2.8)</a:t>
            </a:r>
            <a:endParaRPr sz="1000">
              <a:latin typeface="Bookman Old Style"/>
              <a:cs typeface="Bookman Old Style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1187799" y="1069176"/>
            <a:ext cx="1768475" cy="1035685"/>
            <a:chOff x="1187799" y="1069176"/>
            <a:chExt cx="1768475" cy="1035685"/>
          </a:xfrm>
        </p:grpSpPr>
        <p:sp>
          <p:nvSpPr>
            <p:cNvPr id="66" name="object 66"/>
            <p:cNvSpPr/>
            <p:nvPr/>
          </p:nvSpPr>
          <p:spPr>
            <a:xfrm>
              <a:off x="1311889" y="1564233"/>
              <a:ext cx="1190625" cy="388620"/>
            </a:xfrm>
            <a:custGeom>
              <a:avLst/>
              <a:gdLst/>
              <a:ahLst/>
              <a:cxnLst/>
              <a:rect l="l" t="t" r="r" b="b"/>
              <a:pathLst>
                <a:path w="1190625" h="388619">
                  <a:moveTo>
                    <a:pt x="1190469" y="0"/>
                  </a:moveTo>
                  <a:lnTo>
                    <a:pt x="0" y="0"/>
                  </a:lnTo>
                  <a:lnTo>
                    <a:pt x="0" y="388559"/>
                  </a:lnTo>
                  <a:lnTo>
                    <a:pt x="1190469" y="388559"/>
                  </a:lnTo>
                  <a:lnTo>
                    <a:pt x="1190469" y="0"/>
                  </a:lnTo>
                  <a:close/>
                </a:path>
              </a:pathLst>
            </a:custGeom>
            <a:solidFill>
              <a:srgbClr val="D1D3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1311888" y="1564185"/>
              <a:ext cx="1190625" cy="388620"/>
            </a:xfrm>
            <a:custGeom>
              <a:avLst/>
              <a:gdLst/>
              <a:ahLst/>
              <a:cxnLst/>
              <a:rect l="l" t="t" r="r" b="b"/>
              <a:pathLst>
                <a:path w="1190625" h="388619">
                  <a:moveTo>
                    <a:pt x="0" y="0"/>
                  </a:moveTo>
                  <a:lnTo>
                    <a:pt x="1190470" y="0"/>
                  </a:lnTo>
                  <a:lnTo>
                    <a:pt x="1190470" y="388586"/>
                  </a:lnTo>
                  <a:lnTo>
                    <a:pt x="0" y="388586"/>
                  </a:lnTo>
                  <a:lnTo>
                    <a:pt x="0" y="0"/>
                  </a:lnTo>
                  <a:close/>
                </a:path>
              </a:pathLst>
            </a:custGeom>
            <a:ln w="10263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2508206" y="1553301"/>
              <a:ext cx="0" cy="410209"/>
            </a:xfrm>
            <a:custGeom>
              <a:avLst/>
              <a:gdLst/>
              <a:ahLst/>
              <a:cxnLst/>
              <a:rect l="l" t="t" r="r" b="b"/>
              <a:pathLst>
                <a:path w="0" h="410210">
                  <a:moveTo>
                    <a:pt x="0" y="0"/>
                  </a:moveTo>
                  <a:lnTo>
                    <a:pt x="0" y="410108"/>
                  </a:lnTo>
                </a:path>
              </a:pathLst>
            </a:custGeom>
            <a:ln w="5132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1301984" y="1069176"/>
              <a:ext cx="0" cy="893444"/>
            </a:xfrm>
            <a:custGeom>
              <a:avLst/>
              <a:gdLst/>
              <a:ahLst/>
              <a:cxnLst/>
              <a:rect l="l" t="t" r="r" b="b"/>
              <a:pathLst>
                <a:path w="0" h="893444">
                  <a:moveTo>
                    <a:pt x="0" y="0"/>
                  </a:moveTo>
                  <a:lnTo>
                    <a:pt x="0" y="893258"/>
                  </a:lnTo>
                </a:path>
              </a:pathLst>
            </a:custGeom>
            <a:ln w="10261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1301984" y="1962435"/>
              <a:ext cx="1654175" cy="0"/>
            </a:xfrm>
            <a:custGeom>
              <a:avLst/>
              <a:gdLst/>
              <a:ahLst/>
              <a:cxnLst/>
              <a:rect l="l" t="t" r="r" b="b"/>
              <a:pathLst>
                <a:path w="1654175" h="0">
                  <a:moveTo>
                    <a:pt x="0" y="0"/>
                  </a:moveTo>
                  <a:lnTo>
                    <a:pt x="1654026" y="0"/>
                  </a:lnTo>
                </a:path>
              </a:pathLst>
            </a:custGeom>
            <a:ln w="10264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1307079" y="1543129"/>
              <a:ext cx="1203960" cy="19685"/>
            </a:xfrm>
            <a:custGeom>
              <a:avLst/>
              <a:gdLst/>
              <a:ahLst/>
              <a:cxnLst/>
              <a:rect l="l" t="t" r="r" b="b"/>
              <a:pathLst>
                <a:path w="1203960" h="19684">
                  <a:moveTo>
                    <a:pt x="0" y="19247"/>
                  </a:moveTo>
                  <a:lnTo>
                    <a:pt x="1203958" y="19247"/>
                  </a:lnTo>
                  <a:lnTo>
                    <a:pt x="1203958" y="0"/>
                  </a:lnTo>
                  <a:lnTo>
                    <a:pt x="0" y="0"/>
                  </a:lnTo>
                  <a:lnTo>
                    <a:pt x="0" y="19247"/>
                  </a:lnTo>
                  <a:close/>
                </a:path>
              </a:pathLst>
            </a:custGeom>
            <a:solidFill>
              <a:srgbClr val="00AE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1208036" y="1909177"/>
              <a:ext cx="1547495" cy="195580"/>
            </a:xfrm>
            <a:custGeom>
              <a:avLst/>
              <a:gdLst/>
              <a:ahLst/>
              <a:cxnLst/>
              <a:rect l="l" t="t" r="r" b="b"/>
              <a:pathLst>
                <a:path w="1547495" h="195580">
                  <a:moveTo>
                    <a:pt x="60312" y="47802"/>
                  </a:moveTo>
                  <a:lnTo>
                    <a:pt x="59677" y="37096"/>
                  </a:lnTo>
                  <a:lnTo>
                    <a:pt x="59651" y="36766"/>
                  </a:lnTo>
                  <a:lnTo>
                    <a:pt x="57658" y="26962"/>
                  </a:lnTo>
                  <a:lnTo>
                    <a:pt x="54394" y="18567"/>
                  </a:lnTo>
                  <a:lnTo>
                    <a:pt x="54317" y="18364"/>
                  </a:lnTo>
                  <a:lnTo>
                    <a:pt x="49631" y="10972"/>
                  </a:lnTo>
                  <a:lnTo>
                    <a:pt x="46583" y="7073"/>
                  </a:lnTo>
                  <a:lnTo>
                    <a:pt x="46583" y="36766"/>
                  </a:lnTo>
                  <a:lnTo>
                    <a:pt x="46570" y="55626"/>
                  </a:lnTo>
                  <a:lnTo>
                    <a:pt x="32359" y="92722"/>
                  </a:lnTo>
                  <a:lnTo>
                    <a:pt x="24688" y="92722"/>
                  </a:lnTo>
                  <a:lnTo>
                    <a:pt x="13411" y="50939"/>
                  </a:lnTo>
                  <a:lnTo>
                    <a:pt x="13512" y="41516"/>
                  </a:lnTo>
                  <a:lnTo>
                    <a:pt x="13995" y="34963"/>
                  </a:lnTo>
                  <a:lnTo>
                    <a:pt x="16383" y="18567"/>
                  </a:lnTo>
                  <a:lnTo>
                    <a:pt x="18567" y="12801"/>
                  </a:lnTo>
                  <a:lnTo>
                    <a:pt x="18643" y="12598"/>
                  </a:lnTo>
                  <a:lnTo>
                    <a:pt x="24384" y="5981"/>
                  </a:lnTo>
                  <a:lnTo>
                    <a:pt x="27152" y="4572"/>
                  </a:lnTo>
                  <a:lnTo>
                    <a:pt x="32943" y="4572"/>
                  </a:lnTo>
                  <a:lnTo>
                    <a:pt x="46583" y="36766"/>
                  </a:lnTo>
                  <a:lnTo>
                    <a:pt x="46583" y="7073"/>
                  </a:lnTo>
                  <a:lnTo>
                    <a:pt x="44640" y="4572"/>
                  </a:lnTo>
                  <a:lnTo>
                    <a:pt x="43942" y="3695"/>
                  </a:lnTo>
                  <a:lnTo>
                    <a:pt x="37503" y="0"/>
                  </a:lnTo>
                  <a:lnTo>
                    <a:pt x="25933" y="0"/>
                  </a:lnTo>
                  <a:lnTo>
                    <a:pt x="21678" y="1524"/>
                  </a:lnTo>
                  <a:lnTo>
                    <a:pt x="17449" y="4572"/>
                  </a:lnTo>
                  <a:lnTo>
                    <a:pt x="12204" y="8267"/>
                  </a:lnTo>
                  <a:lnTo>
                    <a:pt x="76" y="44754"/>
                  </a:lnTo>
                  <a:lnTo>
                    <a:pt x="0" y="50939"/>
                  </a:lnTo>
                  <a:lnTo>
                    <a:pt x="368" y="58254"/>
                  </a:lnTo>
                  <a:lnTo>
                    <a:pt x="17424" y="93116"/>
                  </a:lnTo>
                  <a:lnTo>
                    <a:pt x="29654" y="97053"/>
                  </a:lnTo>
                  <a:lnTo>
                    <a:pt x="34175" y="97053"/>
                  </a:lnTo>
                  <a:lnTo>
                    <a:pt x="38849" y="95377"/>
                  </a:lnTo>
                  <a:lnTo>
                    <a:pt x="42595" y="92722"/>
                  </a:lnTo>
                  <a:lnTo>
                    <a:pt x="48539" y="88519"/>
                  </a:lnTo>
                  <a:lnTo>
                    <a:pt x="60198" y="50939"/>
                  </a:lnTo>
                  <a:lnTo>
                    <a:pt x="60312" y="47802"/>
                  </a:lnTo>
                  <a:close/>
                </a:path>
                <a:path w="1547495" h="195580">
                  <a:moveTo>
                    <a:pt x="1546948" y="125882"/>
                  </a:moveTo>
                  <a:lnTo>
                    <a:pt x="1527048" y="125882"/>
                  </a:lnTo>
                  <a:lnTo>
                    <a:pt x="1531442" y="100469"/>
                  </a:lnTo>
                  <a:lnTo>
                    <a:pt x="1526222" y="100469"/>
                  </a:lnTo>
                  <a:lnTo>
                    <a:pt x="1523530" y="110617"/>
                  </a:lnTo>
                  <a:lnTo>
                    <a:pt x="1519275" y="118529"/>
                  </a:lnTo>
                  <a:lnTo>
                    <a:pt x="1512455" y="123761"/>
                  </a:lnTo>
                  <a:lnTo>
                    <a:pt x="1502079" y="125882"/>
                  </a:lnTo>
                  <a:lnTo>
                    <a:pt x="1501381" y="130124"/>
                  </a:lnTo>
                  <a:lnTo>
                    <a:pt x="1513357" y="130124"/>
                  </a:lnTo>
                  <a:lnTo>
                    <a:pt x="1505470" y="174840"/>
                  </a:lnTo>
                  <a:lnTo>
                    <a:pt x="1504492" y="179527"/>
                  </a:lnTo>
                  <a:lnTo>
                    <a:pt x="1504492" y="192786"/>
                  </a:lnTo>
                  <a:lnTo>
                    <a:pt x="1513789" y="195351"/>
                  </a:lnTo>
                  <a:lnTo>
                    <a:pt x="1529308" y="195351"/>
                  </a:lnTo>
                  <a:lnTo>
                    <a:pt x="1537347" y="191935"/>
                  </a:lnTo>
                  <a:lnTo>
                    <a:pt x="1542986" y="186423"/>
                  </a:lnTo>
                  <a:lnTo>
                    <a:pt x="1539875" y="182880"/>
                  </a:lnTo>
                  <a:lnTo>
                    <a:pt x="1536065" y="186296"/>
                  </a:lnTo>
                  <a:lnTo>
                    <a:pt x="1531442" y="189255"/>
                  </a:lnTo>
                  <a:lnTo>
                    <a:pt x="1520431" y="189255"/>
                  </a:lnTo>
                  <a:lnTo>
                    <a:pt x="1518031" y="185293"/>
                  </a:lnTo>
                  <a:lnTo>
                    <a:pt x="1518031" y="176123"/>
                  </a:lnTo>
                  <a:lnTo>
                    <a:pt x="1519428" y="168503"/>
                  </a:lnTo>
                  <a:lnTo>
                    <a:pt x="1526222" y="130124"/>
                  </a:lnTo>
                  <a:lnTo>
                    <a:pt x="1546250" y="130124"/>
                  </a:lnTo>
                  <a:lnTo>
                    <a:pt x="1546948" y="125882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3" name="object 7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6815" y="1285524"/>
              <a:ext cx="66879" cy="70896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2748807" y="2060443"/>
              <a:ext cx="129539" cy="0"/>
            </a:xfrm>
            <a:custGeom>
              <a:avLst/>
              <a:gdLst/>
              <a:ahLst/>
              <a:cxnLst/>
              <a:rect l="l" t="t" r="r" b="b"/>
              <a:pathLst>
                <a:path w="129539" h="0">
                  <a:moveTo>
                    <a:pt x="129398" y="0"/>
                  </a:moveTo>
                  <a:lnTo>
                    <a:pt x="0" y="0"/>
                  </a:lnTo>
                </a:path>
              </a:pathLst>
            </a:custGeom>
            <a:ln w="641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2874660" y="2032223"/>
              <a:ext cx="51435" cy="56515"/>
            </a:xfrm>
            <a:custGeom>
              <a:avLst/>
              <a:gdLst/>
              <a:ahLst/>
              <a:cxnLst/>
              <a:rect l="l" t="t" r="r" b="b"/>
              <a:pathLst>
                <a:path w="51435" h="56514">
                  <a:moveTo>
                    <a:pt x="0" y="0"/>
                  </a:moveTo>
                  <a:lnTo>
                    <a:pt x="0" y="56479"/>
                  </a:lnTo>
                  <a:lnTo>
                    <a:pt x="51328" y="282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1217545" y="1147704"/>
              <a:ext cx="0" cy="115570"/>
            </a:xfrm>
            <a:custGeom>
              <a:avLst/>
              <a:gdLst/>
              <a:ahLst/>
              <a:cxnLst/>
              <a:rect l="l" t="t" r="r" b="b"/>
              <a:pathLst>
                <a:path w="0" h="115569">
                  <a:moveTo>
                    <a:pt x="0" y="0"/>
                  </a:moveTo>
                  <a:lnTo>
                    <a:pt x="0" y="115384"/>
                  </a:lnTo>
                </a:path>
              </a:pathLst>
            </a:custGeom>
            <a:ln w="641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1189314" y="1099962"/>
              <a:ext cx="56515" cy="51435"/>
            </a:xfrm>
            <a:custGeom>
              <a:avLst/>
              <a:gdLst/>
              <a:ahLst/>
              <a:cxnLst/>
              <a:rect l="l" t="t" r="r" b="b"/>
              <a:pathLst>
                <a:path w="56515" h="51434">
                  <a:moveTo>
                    <a:pt x="28230" y="0"/>
                  </a:moveTo>
                  <a:lnTo>
                    <a:pt x="0" y="51358"/>
                  </a:lnTo>
                  <a:lnTo>
                    <a:pt x="56461" y="51358"/>
                  </a:lnTo>
                  <a:lnTo>
                    <a:pt x="28230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8" name="object 7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87799" y="1514859"/>
              <a:ext cx="84383" cy="69491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64530" y="2004411"/>
              <a:ext cx="95254" cy="96148"/>
            </a:xfrm>
            <a:prstGeom prst="rect">
              <a:avLst/>
            </a:prstGeom>
          </p:spPr>
        </p:pic>
      </p:grpSp>
      <p:grpSp>
        <p:nvGrpSpPr>
          <p:cNvPr id="80" name="object 80"/>
          <p:cNvGrpSpPr/>
          <p:nvPr/>
        </p:nvGrpSpPr>
        <p:grpSpPr>
          <a:xfrm>
            <a:off x="4176657" y="1057552"/>
            <a:ext cx="2028825" cy="1875155"/>
            <a:chOff x="4176657" y="1057552"/>
            <a:chExt cx="2028825" cy="1875155"/>
          </a:xfrm>
        </p:grpSpPr>
        <p:sp>
          <p:nvSpPr>
            <p:cNvPr id="81" name="object 81"/>
            <p:cNvSpPr/>
            <p:nvPr/>
          </p:nvSpPr>
          <p:spPr>
            <a:xfrm>
              <a:off x="4297320" y="2798382"/>
              <a:ext cx="1908175" cy="0"/>
            </a:xfrm>
            <a:custGeom>
              <a:avLst/>
              <a:gdLst/>
              <a:ahLst/>
              <a:cxnLst/>
              <a:rect l="l" t="t" r="r" b="b"/>
              <a:pathLst>
                <a:path w="1908175" h="0">
                  <a:moveTo>
                    <a:pt x="1907606" y="0"/>
                  </a:moveTo>
                  <a:lnTo>
                    <a:pt x="0" y="0"/>
                  </a:lnTo>
                </a:path>
              </a:pathLst>
            </a:custGeom>
            <a:ln w="1118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2" name="object 8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176657" y="1057552"/>
              <a:ext cx="1689400" cy="1874684"/>
            </a:xfrm>
            <a:prstGeom prst="rect">
              <a:avLst/>
            </a:prstGeom>
          </p:spPr>
        </p:pic>
      </p:grpSp>
      <p:pic>
        <p:nvPicPr>
          <p:cNvPr id="83" name="object 8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34273" y="2476958"/>
            <a:ext cx="5987215" cy="5987215"/>
          </a:xfrm>
          <a:prstGeom prst="rect">
            <a:avLst/>
          </a:prstGeom>
        </p:spPr>
      </p:pic>
      <p:sp>
        <p:nvSpPr>
          <p:cNvPr id="84" name="object 8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Reprint </a:t>
            </a:r>
            <a:r>
              <a:rPr dirty="0" spc="-10"/>
              <a:t>2026-</a:t>
            </a:r>
            <a:r>
              <a:rPr dirty="0" spc="-25"/>
              <a:t>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78600" y="711695"/>
            <a:ext cx="50482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>
                <a:solidFill>
                  <a:srgbClr val="00AEEF"/>
                </a:solidFill>
                <a:latin typeface="Bookman Old Style"/>
                <a:cs typeface="Bookman Old Style"/>
              </a:rPr>
              <a:t>PHYSICS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34288" y="711695"/>
            <a:ext cx="16192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5">
                <a:solidFill>
                  <a:srgbClr val="00AEEF"/>
                </a:solidFill>
                <a:latin typeface="Bookman Old Style"/>
                <a:cs typeface="Bookman Old Style"/>
              </a:rPr>
              <a:t>18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46987" y="880878"/>
            <a:ext cx="6019800" cy="50800"/>
          </a:xfrm>
          <a:custGeom>
            <a:avLst/>
            <a:gdLst/>
            <a:ahLst/>
            <a:cxnLst/>
            <a:rect l="l" t="t" r="r" b="b"/>
            <a:pathLst>
              <a:path w="6019800" h="50800">
                <a:moveTo>
                  <a:pt x="6019799" y="0"/>
                </a:moveTo>
                <a:lnTo>
                  <a:pt x="0" y="0"/>
                </a:lnTo>
                <a:lnTo>
                  <a:pt x="0" y="50804"/>
                </a:lnTo>
                <a:lnTo>
                  <a:pt x="6019799" y="50804"/>
                </a:lnTo>
                <a:lnTo>
                  <a:pt x="6019799" y="0"/>
                </a:lnTo>
                <a:close/>
              </a:path>
            </a:pathLst>
          </a:custGeom>
          <a:solidFill>
            <a:srgbClr val="00AE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53083" y="5087499"/>
            <a:ext cx="2875915" cy="589280"/>
          </a:xfrm>
          <a:custGeom>
            <a:avLst/>
            <a:gdLst/>
            <a:ahLst/>
            <a:cxnLst/>
            <a:rect l="l" t="t" r="r" b="b"/>
            <a:pathLst>
              <a:path w="2875915" h="589279">
                <a:moveTo>
                  <a:pt x="2875787" y="0"/>
                </a:moveTo>
                <a:lnTo>
                  <a:pt x="0" y="0"/>
                </a:lnTo>
                <a:lnTo>
                  <a:pt x="0" y="589157"/>
                </a:lnTo>
                <a:lnTo>
                  <a:pt x="2875787" y="589157"/>
                </a:lnTo>
                <a:lnTo>
                  <a:pt x="2875787" y="0"/>
                </a:lnTo>
                <a:close/>
              </a:path>
            </a:pathLst>
          </a:custGeom>
          <a:solidFill>
            <a:srgbClr val="D4EFF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 rot="10800000">
            <a:off x="1028037" y="5135460"/>
            <a:ext cx="169172" cy="127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000"/>
              </a:lnSpc>
            </a:pPr>
            <a:r>
              <a:rPr dirty="0" sz="1000" spc="-50">
                <a:solidFill>
                  <a:srgbClr val="00AEEF"/>
                </a:solidFill>
                <a:latin typeface="Wingdings 3"/>
                <a:cs typeface="Wingdings 3"/>
              </a:rPr>
              <a:t></a:t>
            </a:r>
            <a:endParaRPr sz="1000">
              <a:latin typeface="Wingdings 3"/>
              <a:cs typeface="Wingdings 3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08889" y="1009388"/>
            <a:ext cx="2995295" cy="84899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38100" marR="30480">
              <a:lnSpc>
                <a:spcPct val="100000"/>
              </a:lnSpc>
              <a:spcBef>
                <a:spcPts val="100"/>
              </a:spcBef>
            </a:pPr>
            <a:r>
              <a:rPr dirty="0" sz="1000" spc="55">
                <a:solidFill>
                  <a:srgbClr val="231F20"/>
                </a:solidFill>
                <a:latin typeface="Bookman Old Style"/>
                <a:cs typeface="Bookman Old Style"/>
              </a:rPr>
              <a:t>This</a:t>
            </a:r>
            <a:r>
              <a:rPr dirty="0" sz="1000" spc="41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70">
                <a:solidFill>
                  <a:srgbClr val="231F20"/>
                </a:solidFill>
                <a:latin typeface="Bookman Old Style"/>
                <a:cs typeface="Bookman Old Style"/>
              </a:rPr>
              <a:t>equation</a:t>
            </a:r>
            <a:r>
              <a:rPr dirty="0" sz="1000" spc="42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50">
                <a:solidFill>
                  <a:srgbClr val="231F20"/>
                </a:solidFill>
                <a:latin typeface="Bookman Old Style"/>
                <a:cs typeface="Bookman Old Style"/>
              </a:rPr>
              <a:t>can</a:t>
            </a:r>
            <a:r>
              <a:rPr dirty="0" sz="1000" spc="42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55">
                <a:solidFill>
                  <a:srgbClr val="231F20"/>
                </a:solidFill>
                <a:latin typeface="Bookman Old Style"/>
                <a:cs typeface="Bookman Old Style"/>
              </a:rPr>
              <a:t>also</a:t>
            </a:r>
            <a:r>
              <a:rPr dirty="0" sz="1000" spc="42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be</a:t>
            </a:r>
            <a:r>
              <a:rPr dirty="0" sz="1000" spc="41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65">
                <a:solidFill>
                  <a:srgbClr val="231F20"/>
                </a:solidFill>
                <a:latin typeface="Bookman Old Style"/>
                <a:cs typeface="Bookman Old Style"/>
              </a:rPr>
              <a:t>obtained</a:t>
            </a:r>
            <a:r>
              <a:rPr dirty="0" sz="1000" spc="42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by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substituting</a:t>
            </a:r>
            <a:r>
              <a:rPr dirty="0" sz="1000" spc="-5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-5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value</a:t>
            </a:r>
            <a:r>
              <a:rPr dirty="0" sz="1000" spc="-5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1000" spc="-5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t</a:t>
            </a:r>
            <a:r>
              <a:rPr dirty="0" sz="1000" spc="-40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from</a:t>
            </a:r>
            <a:r>
              <a:rPr dirty="0" sz="1000" spc="-5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Eq.</a:t>
            </a:r>
            <a:r>
              <a:rPr dirty="0" sz="1000" spc="-5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(2.4)</a:t>
            </a:r>
            <a:r>
              <a:rPr dirty="0" sz="1000" spc="-5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into</a:t>
            </a:r>
            <a:r>
              <a:rPr dirty="0" sz="1000" spc="-5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Eq.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(2.6).</a:t>
            </a:r>
            <a:r>
              <a:rPr dirty="0" sz="1000" spc="5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Thus,</a:t>
            </a:r>
            <a:r>
              <a:rPr dirty="0" sz="1000" spc="5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we</a:t>
            </a:r>
            <a:r>
              <a:rPr dirty="0" sz="1000" spc="5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have</a:t>
            </a:r>
            <a:r>
              <a:rPr dirty="0" sz="1000" spc="5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obtained</a:t>
            </a:r>
            <a:r>
              <a:rPr dirty="0" sz="1000" spc="5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three</a:t>
            </a:r>
            <a:r>
              <a:rPr dirty="0" sz="1000" spc="5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important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equations</a:t>
            </a:r>
            <a:r>
              <a:rPr dirty="0" sz="1000" spc="1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50">
                <a:solidFill>
                  <a:srgbClr val="231F20"/>
                </a:solidFill>
                <a:latin typeface="Bookman Old Style"/>
                <a:cs typeface="Bookman Old Style"/>
              </a:rPr>
              <a:t>:</a:t>
            </a:r>
            <a:endParaRPr sz="1000">
              <a:latin typeface="Bookman Old Style"/>
              <a:cs typeface="Bookman Old Style"/>
            </a:endParaRPr>
          </a:p>
          <a:p>
            <a:pPr marL="967740">
              <a:lnSpc>
                <a:spcPct val="100000"/>
              </a:lnSpc>
              <a:spcBef>
                <a:spcPts val="480"/>
              </a:spcBef>
            </a:pPr>
            <a:r>
              <a:rPr dirty="0" sz="1000" i="1">
                <a:latin typeface="Bookman Old Style"/>
                <a:cs typeface="Bookman Old Style"/>
              </a:rPr>
              <a:t>v</a:t>
            </a:r>
            <a:r>
              <a:rPr dirty="0" sz="1000" spc="55" i="1">
                <a:latin typeface="Bookman Old Style"/>
                <a:cs typeface="Bookman Old Style"/>
              </a:rPr>
              <a:t> </a:t>
            </a:r>
            <a:r>
              <a:rPr dirty="0" sz="1000">
                <a:latin typeface="Symbol"/>
                <a:cs typeface="Symbol"/>
              </a:rPr>
              <a:t></a:t>
            </a:r>
            <a:r>
              <a:rPr dirty="0" sz="1000" spc="-10">
                <a:latin typeface="Times New Roman"/>
                <a:cs typeface="Times New Roman"/>
              </a:rPr>
              <a:t> </a:t>
            </a:r>
            <a:r>
              <a:rPr dirty="0" sz="1000" i="1">
                <a:latin typeface="Bookman Old Style"/>
                <a:cs typeface="Bookman Old Style"/>
              </a:rPr>
              <a:t>v</a:t>
            </a:r>
            <a:r>
              <a:rPr dirty="0" baseline="-23148" sz="900">
                <a:latin typeface="Bookman Old Style"/>
                <a:cs typeface="Bookman Old Style"/>
              </a:rPr>
              <a:t>0</a:t>
            </a:r>
            <a:r>
              <a:rPr dirty="0" baseline="-23148" sz="900" spc="300">
                <a:latin typeface="Bookman Old Style"/>
                <a:cs typeface="Bookman Old Style"/>
              </a:rPr>
              <a:t> </a:t>
            </a:r>
            <a:r>
              <a:rPr dirty="0" sz="1000">
                <a:latin typeface="Symbol"/>
                <a:cs typeface="Symbol"/>
              </a:rPr>
              <a:t>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25" i="1">
                <a:latin typeface="Bookman Old Style"/>
                <a:cs typeface="Bookman Old Style"/>
              </a:rPr>
              <a:t>at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415539" y="2157983"/>
            <a:ext cx="88900" cy="0"/>
          </a:xfrm>
          <a:custGeom>
            <a:avLst/>
            <a:gdLst/>
            <a:ahLst/>
            <a:cxnLst/>
            <a:rect l="l" t="t" r="r" b="b"/>
            <a:pathLst>
              <a:path w="88900" h="0">
                <a:moveTo>
                  <a:pt x="0" y="0"/>
                </a:moveTo>
                <a:lnTo>
                  <a:pt x="88391" y="0"/>
                </a:lnTo>
              </a:path>
            </a:pathLst>
          </a:custGeom>
          <a:ln w="62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162050" y="2133402"/>
            <a:ext cx="74930" cy="1206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00" spc="-50">
                <a:latin typeface="Bookman Old Style"/>
                <a:cs typeface="Bookman Old Style"/>
              </a:rPr>
              <a:t>0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08938" y="2148782"/>
            <a:ext cx="10477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-50">
                <a:latin typeface="Bookman Old Style"/>
                <a:cs typeface="Bookman Old Style"/>
              </a:rPr>
              <a:t>2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44041" y="2051246"/>
            <a:ext cx="902969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1000" i="1">
                <a:latin typeface="Bookman Old Style"/>
                <a:cs typeface="Bookman Old Style"/>
              </a:rPr>
              <a:t>x</a:t>
            </a:r>
            <a:r>
              <a:rPr dirty="0" sz="1000" spc="90" i="1">
                <a:latin typeface="Bookman Old Style"/>
                <a:cs typeface="Bookman Old Style"/>
              </a:rPr>
              <a:t> </a:t>
            </a:r>
            <a:r>
              <a:rPr dirty="0" sz="1000">
                <a:latin typeface="Symbol"/>
                <a:cs typeface="Symbol"/>
              </a:rPr>
              <a:t>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 i="1">
                <a:latin typeface="Bookman Old Style"/>
                <a:cs typeface="Bookman Old Style"/>
              </a:rPr>
              <a:t>v</a:t>
            </a:r>
            <a:r>
              <a:rPr dirty="0" sz="1000" spc="120" i="1">
                <a:latin typeface="Bookman Old Style"/>
                <a:cs typeface="Bookman Old Style"/>
              </a:rPr>
              <a:t> </a:t>
            </a:r>
            <a:r>
              <a:rPr dirty="0" sz="1000" i="1">
                <a:latin typeface="Bookman Old Style"/>
                <a:cs typeface="Bookman Old Style"/>
              </a:rPr>
              <a:t>t</a:t>
            </a:r>
            <a:r>
              <a:rPr dirty="0" sz="1000" spc="30" i="1">
                <a:latin typeface="Bookman Old Style"/>
                <a:cs typeface="Bookman Old Style"/>
              </a:rPr>
              <a:t> </a:t>
            </a:r>
            <a:r>
              <a:rPr dirty="0" sz="1000">
                <a:latin typeface="Symbol"/>
                <a:cs typeface="Symbol"/>
              </a:rPr>
              <a:t></a:t>
            </a:r>
            <a:r>
              <a:rPr dirty="0" sz="1000" spc="65">
                <a:latin typeface="Times New Roman"/>
                <a:cs typeface="Times New Roman"/>
              </a:rPr>
              <a:t> </a:t>
            </a:r>
            <a:r>
              <a:rPr dirty="0" baseline="36111" sz="1500" spc="-15">
                <a:latin typeface="Bookman Old Style"/>
                <a:cs typeface="Bookman Old Style"/>
              </a:rPr>
              <a:t>1</a:t>
            </a:r>
            <a:r>
              <a:rPr dirty="0" baseline="36111" sz="1500" spc="-157">
                <a:latin typeface="Bookman Old Style"/>
                <a:cs typeface="Bookman Old Style"/>
              </a:rPr>
              <a:t> </a:t>
            </a:r>
            <a:r>
              <a:rPr dirty="0" sz="1000" spc="-20" i="1">
                <a:latin typeface="Bookman Old Style"/>
                <a:cs typeface="Bookman Old Style"/>
              </a:rPr>
              <a:t>at</a:t>
            </a:r>
            <a:r>
              <a:rPr dirty="0" sz="1000" spc="-185" i="1">
                <a:latin typeface="Bookman Old Style"/>
                <a:cs typeface="Bookman Old Style"/>
              </a:rPr>
              <a:t> </a:t>
            </a:r>
            <a:r>
              <a:rPr dirty="0" baseline="41666" sz="900" spc="-75">
                <a:latin typeface="Bookman Old Style"/>
                <a:cs typeface="Bookman Old Style"/>
              </a:rPr>
              <a:t>2</a:t>
            </a:r>
            <a:endParaRPr baseline="41666" sz="900">
              <a:latin typeface="Bookman Old Style"/>
              <a:cs typeface="Bookman Old Styl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54201" y="2422023"/>
            <a:ext cx="355600" cy="1212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292735" algn="l"/>
              </a:tabLst>
            </a:pPr>
            <a:r>
              <a:rPr dirty="0" sz="600" spc="-50">
                <a:latin typeface="Bookman Old Style"/>
                <a:cs typeface="Bookman Old Style"/>
              </a:rPr>
              <a:t>2</a:t>
            </a:r>
            <a:r>
              <a:rPr dirty="0" sz="600">
                <a:latin typeface="Bookman Old Style"/>
                <a:cs typeface="Bookman Old Style"/>
              </a:rPr>
              <a:t>	</a:t>
            </a:r>
            <a:r>
              <a:rPr dirty="0" sz="600" spc="-50">
                <a:latin typeface="Bookman Old Style"/>
                <a:cs typeface="Bookman Old Style"/>
              </a:rPr>
              <a:t>2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128521" y="2510414"/>
            <a:ext cx="74930" cy="1212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00" spc="-50">
                <a:latin typeface="Bookman Old Style"/>
                <a:cs typeface="Bookman Old Style"/>
              </a:rPr>
              <a:t>0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774953" y="2430710"/>
            <a:ext cx="805815" cy="1803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000" i="1">
                <a:latin typeface="Bookman Old Style"/>
                <a:cs typeface="Bookman Old Style"/>
              </a:rPr>
              <a:t>v</a:t>
            </a:r>
            <a:r>
              <a:rPr dirty="0" sz="1000" spc="135" i="1">
                <a:latin typeface="Bookman Old Style"/>
                <a:cs typeface="Bookman Old Style"/>
              </a:rPr>
              <a:t>  </a:t>
            </a:r>
            <a:r>
              <a:rPr dirty="0" sz="1000">
                <a:latin typeface="Symbol"/>
                <a:cs typeface="Symbol"/>
              </a:rPr>
              <a:t></a:t>
            </a:r>
            <a:r>
              <a:rPr dirty="0" sz="1000" spc="-10">
                <a:latin typeface="Times New Roman"/>
                <a:cs typeface="Times New Roman"/>
              </a:rPr>
              <a:t> </a:t>
            </a:r>
            <a:r>
              <a:rPr dirty="0" sz="1000" i="1">
                <a:latin typeface="Bookman Old Style"/>
                <a:cs typeface="Bookman Old Style"/>
              </a:rPr>
              <a:t>v</a:t>
            </a:r>
            <a:r>
              <a:rPr dirty="0" sz="1000" spc="110" i="1">
                <a:latin typeface="Bookman Old Style"/>
                <a:cs typeface="Bookman Old Style"/>
              </a:rPr>
              <a:t>  </a:t>
            </a:r>
            <a:r>
              <a:rPr dirty="0" sz="1000">
                <a:latin typeface="Symbol"/>
                <a:cs typeface="Symbol"/>
              </a:rPr>
              <a:t></a:t>
            </a:r>
            <a:r>
              <a:rPr dirty="0" sz="1000" spc="-10">
                <a:latin typeface="Times New Roman"/>
                <a:cs typeface="Times New Roman"/>
              </a:rPr>
              <a:t> </a:t>
            </a:r>
            <a:r>
              <a:rPr dirty="0" sz="1000" spc="-25">
                <a:latin typeface="Bookman Old Style"/>
                <a:cs typeface="Bookman Old Style"/>
              </a:rPr>
              <a:t>2</a:t>
            </a:r>
            <a:r>
              <a:rPr dirty="0" sz="1000" spc="-25" i="1">
                <a:latin typeface="Bookman Old Style"/>
                <a:cs typeface="Bookman Old Style"/>
              </a:rPr>
              <a:t>ax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579367" y="2426703"/>
            <a:ext cx="36576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(2.9a)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34288" y="2667495"/>
            <a:ext cx="293243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connecting</a:t>
            </a:r>
            <a:r>
              <a:rPr dirty="0" sz="1000" spc="-9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five</a:t>
            </a:r>
            <a:r>
              <a:rPr dirty="0" sz="1000" spc="-9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quantities</a:t>
            </a:r>
            <a:r>
              <a:rPr dirty="0" sz="1000" spc="-8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v</a:t>
            </a:r>
            <a:r>
              <a:rPr dirty="0" sz="1000" spc="35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,</a:t>
            </a:r>
            <a:r>
              <a:rPr dirty="0" sz="1000" spc="145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 i="1">
                <a:solidFill>
                  <a:srgbClr val="231F20"/>
                </a:solidFill>
                <a:latin typeface="Bookman Old Style"/>
                <a:cs typeface="Bookman Old Style"/>
              </a:rPr>
              <a:t>v,</a:t>
            </a:r>
            <a:r>
              <a:rPr dirty="0" sz="1000" spc="-80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 i="1">
                <a:solidFill>
                  <a:srgbClr val="231F20"/>
                </a:solidFill>
                <a:latin typeface="Bookman Old Style"/>
                <a:cs typeface="Bookman Old Style"/>
              </a:rPr>
              <a:t>a,</a:t>
            </a:r>
            <a:r>
              <a:rPr dirty="0" sz="1000" spc="-85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t</a:t>
            </a:r>
            <a:r>
              <a:rPr dirty="0" sz="1000" spc="-60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and</a:t>
            </a:r>
            <a:r>
              <a:rPr dirty="0" sz="1000" spc="-8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x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.</a:t>
            </a:r>
            <a:r>
              <a:rPr dirty="0" sz="1000" spc="15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These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34288" y="2758173"/>
            <a:ext cx="2941320" cy="9715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407034">
              <a:lnSpc>
                <a:spcPts val="560"/>
              </a:lnSpc>
              <a:spcBef>
                <a:spcPts val="100"/>
              </a:spcBef>
            </a:pPr>
            <a:r>
              <a:rPr dirty="0" sz="550" spc="-50">
                <a:solidFill>
                  <a:srgbClr val="231F20"/>
                </a:solidFill>
                <a:latin typeface="Bookman Old Style"/>
                <a:cs typeface="Bookman Old Style"/>
              </a:rPr>
              <a:t>0</a:t>
            </a:r>
            <a:endParaRPr sz="550">
              <a:latin typeface="Bookman Old Style"/>
              <a:cs typeface="Bookman Old Style"/>
            </a:endParaRPr>
          </a:p>
          <a:p>
            <a:pPr algn="just" marL="12700">
              <a:lnSpc>
                <a:spcPts val="1075"/>
              </a:lnSpc>
            </a:pP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are</a:t>
            </a:r>
            <a:r>
              <a:rPr dirty="0" sz="1000" spc="-7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kinematic</a:t>
            </a:r>
            <a:r>
              <a:rPr dirty="0" sz="1000" spc="-7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equations</a:t>
            </a:r>
            <a:r>
              <a:rPr dirty="0" sz="1000" spc="-7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1000" spc="-7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rectilinear</a:t>
            </a:r>
            <a:r>
              <a:rPr dirty="0" sz="1000" spc="-7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motion</a:t>
            </a:r>
            <a:r>
              <a:rPr dirty="0" sz="1000" spc="-7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for</a:t>
            </a:r>
            <a:endParaRPr sz="1000">
              <a:latin typeface="Bookman Old Style"/>
              <a:cs typeface="Bookman Old Style"/>
            </a:endParaRPr>
          </a:p>
          <a:p>
            <a:pPr algn="just" marL="12700">
              <a:lnSpc>
                <a:spcPts val="1150"/>
              </a:lnSpc>
            </a:pP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constant</a:t>
            </a:r>
            <a:r>
              <a:rPr dirty="0" sz="1000" spc="-4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acceleration.</a:t>
            </a:r>
            <a:endParaRPr sz="1000">
              <a:latin typeface="Bookman Old Style"/>
              <a:cs typeface="Bookman Old Style"/>
            </a:endParaRPr>
          </a:p>
          <a:p>
            <a:pPr algn="just" marL="12700" marR="5080" indent="152400">
              <a:lnSpc>
                <a:spcPct val="96700"/>
              </a:lnSpc>
              <a:spcBef>
                <a:spcPts val="15"/>
              </a:spcBef>
            </a:pPr>
            <a:r>
              <a:rPr dirty="0" sz="1000" spc="3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28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30">
                <a:solidFill>
                  <a:srgbClr val="231F20"/>
                </a:solidFill>
                <a:latin typeface="Bookman Old Style"/>
                <a:cs typeface="Bookman Old Style"/>
              </a:rPr>
              <a:t>set</a:t>
            </a:r>
            <a:r>
              <a:rPr dirty="0" sz="1000" spc="28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2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1000" spc="28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30">
                <a:solidFill>
                  <a:srgbClr val="231F20"/>
                </a:solidFill>
                <a:latin typeface="Bookman Old Style"/>
                <a:cs typeface="Bookman Old Style"/>
              </a:rPr>
              <a:t>Eq.</a:t>
            </a:r>
            <a:r>
              <a:rPr dirty="0" sz="1000" spc="28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40">
                <a:solidFill>
                  <a:srgbClr val="231F20"/>
                </a:solidFill>
                <a:latin typeface="Bookman Old Style"/>
                <a:cs typeface="Bookman Old Style"/>
              </a:rPr>
              <a:t>(2.9a)</a:t>
            </a:r>
            <a:r>
              <a:rPr dirty="0" sz="1000" spc="28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35">
                <a:solidFill>
                  <a:srgbClr val="231F20"/>
                </a:solidFill>
                <a:latin typeface="Bookman Old Style"/>
                <a:cs typeface="Bookman Old Style"/>
              </a:rPr>
              <a:t>were</a:t>
            </a:r>
            <a:r>
              <a:rPr dirty="0" sz="1000" spc="28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40">
                <a:solidFill>
                  <a:srgbClr val="231F20"/>
                </a:solidFill>
                <a:latin typeface="Bookman Old Style"/>
                <a:cs typeface="Bookman Old Style"/>
              </a:rPr>
              <a:t>obtained</a:t>
            </a:r>
            <a:r>
              <a:rPr dirty="0" sz="1000" spc="28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45">
                <a:solidFill>
                  <a:srgbClr val="231F20"/>
                </a:solidFill>
                <a:latin typeface="Bookman Old Style"/>
                <a:cs typeface="Bookman Old Style"/>
              </a:rPr>
              <a:t>by</a:t>
            </a:r>
            <a:r>
              <a:rPr dirty="0" sz="1000" spc="5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assumin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g</a:t>
            </a:r>
            <a:r>
              <a:rPr dirty="0" sz="1000" spc="-12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tha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</a:t>
            </a:r>
            <a:r>
              <a:rPr dirty="0" sz="1000" spc="-12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at</a:t>
            </a:r>
            <a:r>
              <a:rPr dirty="0" sz="1000" spc="-10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t</a:t>
            </a:r>
            <a:r>
              <a:rPr dirty="0" sz="1000" spc="-110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=</a:t>
            </a:r>
            <a:r>
              <a:rPr dirty="0" sz="1000" spc="-12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0,</a:t>
            </a:r>
            <a:r>
              <a:rPr dirty="0" sz="1000" spc="-12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-12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position</a:t>
            </a:r>
            <a:r>
              <a:rPr dirty="0" sz="1000" spc="-12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5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1000" spc="-12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-12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particle, 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x</a:t>
            </a:r>
            <a:r>
              <a:rPr dirty="0" sz="1000" spc="-75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5">
                <a:solidFill>
                  <a:srgbClr val="231F20"/>
                </a:solidFill>
                <a:latin typeface="Bookman Old Style"/>
                <a:cs typeface="Bookman Old Style"/>
              </a:rPr>
              <a:t>is</a:t>
            </a:r>
            <a:r>
              <a:rPr dirty="0" sz="1000" spc="-7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0.</a:t>
            </a:r>
            <a:r>
              <a:rPr dirty="0" sz="1000" spc="18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45">
                <a:solidFill>
                  <a:srgbClr val="231F20"/>
                </a:solidFill>
                <a:latin typeface="Bookman Old Style"/>
                <a:cs typeface="Bookman Old Style"/>
              </a:rPr>
              <a:t>We</a:t>
            </a:r>
            <a:r>
              <a:rPr dirty="0" sz="1000" spc="-7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can</a:t>
            </a:r>
            <a:r>
              <a:rPr dirty="0" sz="1000" spc="-7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obtain</a:t>
            </a:r>
            <a:r>
              <a:rPr dirty="0" sz="1000" spc="-7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</a:t>
            </a:r>
            <a:r>
              <a:rPr dirty="0" sz="1000" spc="-7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more</a:t>
            </a:r>
            <a:r>
              <a:rPr dirty="0" sz="1000" spc="-7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general</a:t>
            </a:r>
            <a:r>
              <a:rPr dirty="0" sz="1000" spc="-7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equation</a:t>
            </a:r>
            <a:r>
              <a:rPr dirty="0" sz="1000" spc="-7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5">
                <a:solidFill>
                  <a:srgbClr val="231F20"/>
                </a:solidFill>
                <a:latin typeface="Bookman Old Style"/>
                <a:cs typeface="Bookman Old Style"/>
              </a:rPr>
              <a:t>if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we</a:t>
            </a:r>
            <a:r>
              <a:rPr dirty="0" sz="1000" spc="-7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take</a:t>
            </a:r>
            <a:r>
              <a:rPr dirty="0" sz="1000" spc="17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17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5">
                <a:solidFill>
                  <a:srgbClr val="231F20"/>
                </a:solidFill>
                <a:latin typeface="Bookman Old Style"/>
                <a:cs typeface="Bookman Old Style"/>
              </a:rPr>
              <a:t>position</a:t>
            </a:r>
            <a:r>
              <a:rPr dirty="0" sz="1000" spc="-7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coordinate</a:t>
            </a:r>
            <a:r>
              <a:rPr dirty="0" sz="1000" spc="-7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at</a:t>
            </a:r>
            <a:r>
              <a:rPr dirty="0" sz="1000" spc="-8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t</a:t>
            </a:r>
            <a:r>
              <a:rPr dirty="0" sz="1000" spc="-65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=</a:t>
            </a:r>
            <a:r>
              <a:rPr dirty="0" sz="1000" spc="-7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0</a:t>
            </a:r>
            <a:r>
              <a:rPr dirty="0" sz="1000" spc="-7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as</a:t>
            </a:r>
            <a:r>
              <a:rPr dirty="0" sz="1000" spc="-7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non-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34288" y="3700767"/>
            <a:ext cx="293624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49960" algn="l"/>
              </a:tabLst>
            </a:pP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zero,</a:t>
            </a:r>
            <a:r>
              <a:rPr dirty="0" sz="1000" spc="22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say</a:t>
            </a:r>
            <a:r>
              <a:rPr dirty="0" sz="1000" spc="229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x</a:t>
            </a:r>
            <a:r>
              <a:rPr dirty="0" sz="1000" spc="114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50">
                <a:solidFill>
                  <a:srgbClr val="231F20"/>
                </a:solidFill>
                <a:latin typeface="Bookman Old Style"/>
                <a:cs typeface="Bookman Old Style"/>
              </a:rPr>
              <a:t>.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	Then</a:t>
            </a:r>
            <a:r>
              <a:rPr dirty="0" sz="1000" spc="229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Eqs.</a:t>
            </a:r>
            <a:r>
              <a:rPr dirty="0" sz="1000" spc="229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(2.9a)</a:t>
            </a:r>
            <a:r>
              <a:rPr dirty="0" sz="1000" spc="229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are</a:t>
            </a:r>
            <a:r>
              <a:rPr dirty="0" sz="1000" spc="229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modified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08888" y="3796779"/>
            <a:ext cx="1649095" cy="445134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756920">
              <a:lnSpc>
                <a:spcPts val="525"/>
              </a:lnSpc>
              <a:spcBef>
                <a:spcPts val="130"/>
              </a:spcBef>
            </a:pPr>
            <a:r>
              <a:rPr dirty="0" sz="550" spc="-50">
                <a:solidFill>
                  <a:srgbClr val="231F20"/>
                </a:solidFill>
                <a:latin typeface="Bookman Old Style"/>
                <a:cs typeface="Bookman Old Style"/>
              </a:rPr>
              <a:t>0</a:t>
            </a:r>
            <a:endParaRPr sz="550">
              <a:latin typeface="Bookman Old Style"/>
              <a:cs typeface="Bookman Old Style"/>
            </a:endParaRPr>
          </a:p>
          <a:p>
            <a:pPr marL="38100">
              <a:lnSpc>
                <a:spcPts val="1065"/>
              </a:lnSpc>
            </a:pP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(replacing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x</a:t>
            </a:r>
            <a:r>
              <a:rPr dirty="0" sz="1000" spc="10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by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x</a:t>
            </a:r>
            <a:r>
              <a:rPr dirty="0" sz="1000" spc="-15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–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x</a:t>
            </a:r>
            <a:r>
              <a:rPr dirty="0" baseline="-35353" sz="825">
                <a:solidFill>
                  <a:srgbClr val="231F20"/>
                </a:solidFill>
                <a:latin typeface="Bookman Old Style"/>
                <a:cs typeface="Bookman Old Style"/>
              </a:rPr>
              <a:t>0</a:t>
            </a:r>
            <a:r>
              <a:rPr dirty="0" baseline="-35353" sz="825" spc="179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)</a:t>
            </a:r>
            <a:r>
              <a:rPr dirty="0" sz="1000" spc="-1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to</a:t>
            </a:r>
            <a:r>
              <a:rPr dirty="0" sz="1000" spc="-1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50">
                <a:solidFill>
                  <a:srgbClr val="231F20"/>
                </a:solidFill>
                <a:latin typeface="Bookman Old Style"/>
                <a:cs typeface="Bookman Old Style"/>
              </a:rPr>
              <a:t>:</a:t>
            </a:r>
            <a:endParaRPr sz="1000">
              <a:latin typeface="Bookman Old Style"/>
              <a:cs typeface="Bookman Old Style"/>
            </a:endParaRPr>
          </a:p>
          <a:p>
            <a:pPr marL="763270">
              <a:lnSpc>
                <a:spcPct val="100000"/>
              </a:lnSpc>
              <a:spcBef>
                <a:spcPts val="480"/>
              </a:spcBef>
            </a:pPr>
            <a:r>
              <a:rPr dirty="0" sz="1000" i="1">
                <a:latin typeface="Bookman Old Style"/>
                <a:cs typeface="Bookman Old Style"/>
              </a:rPr>
              <a:t>v</a:t>
            </a:r>
            <a:r>
              <a:rPr dirty="0" sz="1000" spc="55" i="1">
                <a:latin typeface="Bookman Old Style"/>
                <a:cs typeface="Bookman Old Style"/>
              </a:rPr>
              <a:t> </a:t>
            </a:r>
            <a:r>
              <a:rPr dirty="0" sz="1000">
                <a:latin typeface="Symbol"/>
                <a:cs typeface="Symbol"/>
              </a:rPr>
              <a:t></a:t>
            </a:r>
            <a:r>
              <a:rPr dirty="0" sz="1000" spc="-10">
                <a:latin typeface="Times New Roman"/>
                <a:cs typeface="Times New Roman"/>
              </a:rPr>
              <a:t> </a:t>
            </a:r>
            <a:r>
              <a:rPr dirty="0" sz="1000" i="1">
                <a:latin typeface="Bookman Old Style"/>
                <a:cs typeface="Bookman Old Style"/>
              </a:rPr>
              <a:t>v</a:t>
            </a:r>
            <a:r>
              <a:rPr dirty="0" baseline="-23148" sz="900">
                <a:latin typeface="Bookman Old Style"/>
                <a:cs typeface="Bookman Old Style"/>
              </a:rPr>
              <a:t>0</a:t>
            </a:r>
            <a:r>
              <a:rPr dirty="0" baseline="-23148" sz="900" spc="300">
                <a:latin typeface="Bookman Old Style"/>
                <a:cs typeface="Bookman Old Style"/>
              </a:rPr>
              <a:t> </a:t>
            </a:r>
            <a:r>
              <a:rPr dirty="0" sz="1000">
                <a:latin typeface="Symbol"/>
                <a:cs typeface="Symbol"/>
              </a:rPr>
              <a:t>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25" i="1">
                <a:latin typeface="Bookman Old Style"/>
                <a:cs typeface="Bookman Old Style"/>
              </a:rPr>
              <a:t>at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079754" y="4452932"/>
            <a:ext cx="342900" cy="1206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80670" algn="l"/>
              </a:tabLst>
            </a:pPr>
            <a:r>
              <a:rPr dirty="0" sz="600" spc="-50">
                <a:latin typeface="Bookman Old Style"/>
                <a:cs typeface="Bookman Old Style"/>
              </a:rPr>
              <a:t>0</a:t>
            </a:r>
            <a:r>
              <a:rPr dirty="0" sz="600">
                <a:latin typeface="Bookman Old Style"/>
                <a:cs typeface="Bookman Old Style"/>
              </a:rPr>
              <a:t>	</a:t>
            </a:r>
            <a:r>
              <a:rPr dirty="0" sz="600" spc="-50">
                <a:latin typeface="Bookman Old Style"/>
                <a:cs typeface="Bookman Old Style"/>
              </a:rPr>
              <a:t>0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594866" y="4468311"/>
            <a:ext cx="10477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-50">
                <a:latin typeface="Bookman Old Style"/>
                <a:cs typeface="Bookman Old Style"/>
              </a:rPr>
              <a:t>2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743457" y="4370775"/>
            <a:ext cx="119507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1000" i="1">
                <a:latin typeface="Bookman Old Style"/>
                <a:cs typeface="Bookman Old Style"/>
              </a:rPr>
              <a:t>x</a:t>
            </a:r>
            <a:r>
              <a:rPr dirty="0" sz="1000" spc="90" i="1">
                <a:latin typeface="Bookman Old Style"/>
                <a:cs typeface="Bookman Old Style"/>
              </a:rPr>
              <a:t> </a:t>
            </a:r>
            <a:r>
              <a:rPr dirty="0" sz="1000">
                <a:latin typeface="Symbol"/>
                <a:cs typeface="Symbol"/>
              </a:rPr>
              <a:t></a:t>
            </a:r>
            <a:r>
              <a:rPr dirty="0" sz="1000" spc="90">
                <a:latin typeface="Times New Roman"/>
                <a:cs typeface="Times New Roman"/>
              </a:rPr>
              <a:t> </a:t>
            </a:r>
            <a:r>
              <a:rPr dirty="0" sz="1000" i="1">
                <a:latin typeface="Bookman Old Style"/>
                <a:cs typeface="Bookman Old Style"/>
              </a:rPr>
              <a:t>x</a:t>
            </a:r>
            <a:r>
              <a:rPr dirty="0" sz="1000" spc="125" i="1">
                <a:latin typeface="Bookman Old Style"/>
                <a:cs typeface="Bookman Old Style"/>
              </a:rPr>
              <a:t>  </a:t>
            </a:r>
            <a:r>
              <a:rPr dirty="0" sz="1000">
                <a:latin typeface="Symbol"/>
                <a:cs typeface="Symbol"/>
              </a:rPr>
              <a:t>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i="1">
                <a:latin typeface="Bookman Old Style"/>
                <a:cs typeface="Bookman Old Style"/>
              </a:rPr>
              <a:t>v</a:t>
            </a:r>
            <a:r>
              <a:rPr dirty="0" sz="1000" spc="70" i="1">
                <a:latin typeface="Bookman Old Style"/>
                <a:cs typeface="Bookman Old Style"/>
              </a:rPr>
              <a:t> </a:t>
            </a:r>
            <a:r>
              <a:rPr dirty="0" sz="1000" i="1">
                <a:latin typeface="Bookman Old Style"/>
                <a:cs typeface="Bookman Old Style"/>
              </a:rPr>
              <a:t>t</a:t>
            </a:r>
            <a:r>
              <a:rPr dirty="0" sz="1000" spc="100" i="1">
                <a:latin typeface="Bookman Old Style"/>
                <a:cs typeface="Bookman Old Style"/>
              </a:rPr>
              <a:t> </a:t>
            </a:r>
            <a:r>
              <a:rPr dirty="0" sz="1000">
                <a:latin typeface="Symbol"/>
                <a:cs typeface="Symbol"/>
              </a:rPr>
              <a:t></a:t>
            </a:r>
            <a:r>
              <a:rPr dirty="0" sz="1000" spc="65">
                <a:latin typeface="Times New Roman"/>
                <a:cs typeface="Times New Roman"/>
              </a:rPr>
              <a:t> </a:t>
            </a:r>
            <a:r>
              <a:rPr dirty="0" u="sng" baseline="36111" sz="1500" spc="-15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1</a:t>
            </a:r>
            <a:r>
              <a:rPr dirty="0" baseline="36111" sz="1500" spc="-157">
                <a:latin typeface="Bookman Old Style"/>
                <a:cs typeface="Bookman Old Style"/>
              </a:rPr>
              <a:t> </a:t>
            </a:r>
            <a:r>
              <a:rPr dirty="0" sz="1000" spc="-35" i="1">
                <a:latin typeface="Bookman Old Style"/>
                <a:cs typeface="Bookman Old Style"/>
              </a:rPr>
              <a:t>at</a:t>
            </a:r>
            <a:r>
              <a:rPr dirty="0" sz="1000" spc="-140" i="1">
                <a:latin typeface="Bookman Old Style"/>
                <a:cs typeface="Bookman Old Style"/>
              </a:rPr>
              <a:t> </a:t>
            </a:r>
            <a:r>
              <a:rPr dirty="0" baseline="41666" sz="900" spc="-75">
                <a:latin typeface="Bookman Old Style"/>
                <a:cs typeface="Bookman Old Style"/>
              </a:rPr>
              <a:t>2</a:t>
            </a:r>
            <a:endParaRPr baseline="41666" sz="900">
              <a:latin typeface="Bookman Old Style"/>
              <a:cs typeface="Bookman Old Style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579367" y="4383531"/>
            <a:ext cx="36449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(2.9b)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829817" y="4752372"/>
            <a:ext cx="326390" cy="1123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268605" algn="l"/>
              </a:tabLst>
            </a:pPr>
            <a:r>
              <a:rPr dirty="0" sz="550" spc="-50">
                <a:latin typeface="Bookman Old Style"/>
                <a:cs typeface="Bookman Old Style"/>
              </a:rPr>
              <a:t>2</a:t>
            </a:r>
            <a:r>
              <a:rPr dirty="0" sz="550">
                <a:latin typeface="Bookman Old Style"/>
                <a:cs typeface="Bookman Old Style"/>
              </a:rPr>
              <a:t>	</a:t>
            </a:r>
            <a:r>
              <a:rPr dirty="0" sz="550" spc="-50">
                <a:latin typeface="Bookman Old Style"/>
                <a:cs typeface="Bookman Old Style"/>
              </a:rPr>
              <a:t>2</a:t>
            </a:r>
            <a:endParaRPr sz="550">
              <a:latin typeface="Bookman Old Style"/>
              <a:cs typeface="Bookman Old Style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079754" y="4831622"/>
            <a:ext cx="716280" cy="1123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658495" algn="l"/>
              </a:tabLst>
            </a:pPr>
            <a:r>
              <a:rPr dirty="0" sz="550" spc="-50">
                <a:latin typeface="Bookman Old Style"/>
                <a:cs typeface="Bookman Old Style"/>
              </a:rPr>
              <a:t>0</a:t>
            </a:r>
            <a:r>
              <a:rPr dirty="0" sz="550">
                <a:latin typeface="Bookman Old Style"/>
                <a:cs typeface="Bookman Old Style"/>
              </a:rPr>
              <a:t>	</a:t>
            </a:r>
            <a:r>
              <a:rPr dirty="0" sz="550" spc="-50">
                <a:latin typeface="Bookman Old Style"/>
                <a:cs typeface="Bookman Old Style"/>
              </a:rPr>
              <a:t>0</a:t>
            </a:r>
            <a:endParaRPr sz="550">
              <a:latin typeface="Bookman Old Style"/>
              <a:cs typeface="Bookman Old Style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759713" y="4759752"/>
            <a:ext cx="1087755" cy="1657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900" i="1">
                <a:latin typeface="Bookman Old Style"/>
                <a:cs typeface="Bookman Old Style"/>
              </a:rPr>
              <a:t>v</a:t>
            </a:r>
            <a:r>
              <a:rPr dirty="0" sz="900" spc="125" i="1">
                <a:latin typeface="Bookman Old Style"/>
                <a:cs typeface="Bookman Old Style"/>
              </a:rPr>
              <a:t>  </a:t>
            </a:r>
            <a:r>
              <a:rPr dirty="0" sz="900">
                <a:latin typeface="Symbol"/>
                <a:cs typeface="Symbol"/>
              </a:rPr>
              <a:t></a:t>
            </a:r>
            <a:r>
              <a:rPr dirty="0" sz="900">
                <a:latin typeface="Times New Roman"/>
                <a:cs typeface="Times New Roman"/>
              </a:rPr>
              <a:t> </a:t>
            </a:r>
            <a:r>
              <a:rPr dirty="0" sz="900" i="1">
                <a:latin typeface="Bookman Old Style"/>
                <a:cs typeface="Bookman Old Style"/>
              </a:rPr>
              <a:t>v</a:t>
            </a:r>
            <a:r>
              <a:rPr dirty="0" sz="900" spc="114" i="1">
                <a:latin typeface="Bookman Old Style"/>
                <a:cs typeface="Bookman Old Style"/>
              </a:rPr>
              <a:t>  </a:t>
            </a:r>
            <a:r>
              <a:rPr dirty="0" sz="900">
                <a:latin typeface="Symbol"/>
                <a:cs typeface="Symbol"/>
              </a:rPr>
              <a:t></a:t>
            </a:r>
            <a:r>
              <a:rPr dirty="0" sz="900">
                <a:latin typeface="Times New Roman"/>
                <a:cs typeface="Times New Roman"/>
              </a:rPr>
              <a:t> </a:t>
            </a:r>
            <a:r>
              <a:rPr dirty="0" sz="900">
                <a:latin typeface="Bookman Old Style"/>
                <a:cs typeface="Bookman Old Style"/>
              </a:rPr>
              <a:t>2</a:t>
            </a:r>
            <a:r>
              <a:rPr dirty="0" sz="900" i="1">
                <a:latin typeface="Bookman Old Style"/>
                <a:cs typeface="Bookman Old Style"/>
              </a:rPr>
              <a:t>a</a:t>
            </a:r>
            <a:r>
              <a:rPr dirty="0" sz="900">
                <a:latin typeface="Bookman Old Style"/>
                <a:cs typeface="Bookman Old Style"/>
              </a:rPr>
              <a:t>(</a:t>
            </a:r>
            <a:r>
              <a:rPr dirty="0" sz="900" i="1">
                <a:latin typeface="Bookman Old Style"/>
                <a:cs typeface="Bookman Old Style"/>
              </a:rPr>
              <a:t>x</a:t>
            </a:r>
            <a:r>
              <a:rPr dirty="0" sz="900" spc="105" i="1">
                <a:latin typeface="Bookman Old Style"/>
                <a:cs typeface="Bookman Old Style"/>
              </a:rPr>
              <a:t> </a:t>
            </a:r>
            <a:r>
              <a:rPr dirty="0" sz="900">
                <a:latin typeface="Symbol"/>
                <a:cs typeface="Symbol"/>
              </a:rPr>
              <a:t></a:t>
            </a:r>
            <a:r>
              <a:rPr dirty="0" sz="900" spc="-5">
                <a:latin typeface="Times New Roman"/>
                <a:cs typeface="Times New Roman"/>
              </a:rPr>
              <a:t> </a:t>
            </a:r>
            <a:r>
              <a:rPr dirty="0" sz="900" i="1">
                <a:latin typeface="Bookman Old Style"/>
                <a:cs typeface="Bookman Old Style"/>
              </a:rPr>
              <a:t>x</a:t>
            </a:r>
            <a:r>
              <a:rPr dirty="0" sz="900" spc="330" i="1">
                <a:latin typeface="Bookman Old Style"/>
                <a:cs typeface="Bookman Old Style"/>
              </a:rPr>
              <a:t> </a:t>
            </a:r>
            <a:r>
              <a:rPr dirty="0" sz="900" spc="-50">
                <a:latin typeface="Bookman Old Style"/>
                <a:cs typeface="Bookman Old Style"/>
              </a:rPr>
              <a:t>)</a:t>
            </a:r>
            <a:endParaRPr sz="900">
              <a:latin typeface="Bookman Old Style"/>
              <a:cs typeface="Bookman Old Style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588511" y="4740147"/>
            <a:ext cx="35623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(2.9c)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053083" y="5087499"/>
            <a:ext cx="2875915" cy="589280"/>
          </a:xfrm>
          <a:prstGeom prst="rect">
            <a:avLst/>
          </a:prstGeom>
          <a:ln w="12191">
            <a:solidFill>
              <a:srgbClr val="231F20"/>
            </a:solidFill>
          </a:ln>
        </p:spPr>
        <p:txBody>
          <a:bodyPr wrap="square" lIns="0" tIns="58419" rIns="0" bIns="0" rtlCol="0" vert="horz">
            <a:spAutoFit/>
          </a:bodyPr>
          <a:lstStyle/>
          <a:p>
            <a:pPr algn="just" marL="161290" marR="132715">
              <a:lnSpc>
                <a:spcPct val="100000"/>
              </a:lnSpc>
              <a:spcBef>
                <a:spcPts val="459"/>
              </a:spcBef>
            </a:pPr>
            <a:r>
              <a:rPr dirty="0" sz="1000" spc="-10" b="1" i="1">
                <a:solidFill>
                  <a:srgbClr val="00AEEF"/>
                </a:solidFill>
                <a:latin typeface="Bookman Old Style"/>
                <a:cs typeface="Bookman Old Style"/>
              </a:rPr>
              <a:t>Example</a:t>
            </a:r>
            <a:r>
              <a:rPr dirty="0" sz="1000" spc="-30" b="1" i="1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b="1" i="1">
                <a:solidFill>
                  <a:srgbClr val="00AEEF"/>
                </a:solidFill>
                <a:latin typeface="Bookman Old Style"/>
                <a:cs typeface="Bookman Old Style"/>
              </a:rPr>
              <a:t>2.2</a:t>
            </a:r>
            <a:r>
              <a:rPr dirty="0" sz="1000" spc="-35" b="1" i="1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Obtain</a:t>
            </a:r>
            <a:r>
              <a:rPr dirty="0" sz="1000" spc="-20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equations</a:t>
            </a:r>
            <a:r>
              <a:rPr dirty="0" sz="1000" spc="-25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of</a:t>
            </a:r>
            <a:r>
              <a:rPr dirty="0" sz="1000" spc="-20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00AEEF"/>
                </a:solidFill>
                <a:latin typeface="Bookman Old Style"/>
                <a:cs typeface="Bookman Old Style"/>
              </a:rPr>
              <a:t>motion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for</a:t>
            </a:r>
            <a:r>
              <a:rPr dirty="0" sz="1000" spc="-50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constant</a:t>
            </a:r>
            <a:r>
              <a:rPr dirty="0" sz="1000" spc="-45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acceleration</a:t>
            </a:r>
            <a:r>
              <a:rPr dirty="0" sz="1000" spc="-45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using</a:t>
            </a:r>
            <a:r>
              <a:rPr dirty="0" sz="1000" spc="-50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method</a:t>
            </a:r>
            <a:r>
              <a:rPr dirty="0" sz="1000" spc="-45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-25">
                <a:solidFill>
                  <a:srgbClr val="00AEEF"/>
                </a:solidFill>
                <a:latin typeface="Bookman Old Style"/>
                <a:cs typeface="Bookman Old Style"/>
              </a:rPr>
              <a:t>of </a:t>
            </a:r>
            <a:r>
              <a:rPr dirty="0" sz="1000" spc="-10">
                <a:solidFill>
                  <a:srgbClr val="00AEEF"/>
                </a:solidFill>
                <a:latin typeface="Bookman Old Style"/>
                <a:cs typeface="Bookman Old Style"/>
              </a:rPr>
              <a:t>calculus.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2247900" y="6227063"/>
            <a:ext cx="165100" cy="0"/>
          </a:xfrm>
          <a:custGeom>
            <a:avLst/>
            <a:gdLst/>
            <a:ahLst/>
            <a:cxnLst/>
            <a:rect l="l" t="t" r="r" b="b"/>
            <a:pathLst>
              <a:path w="165100" h="0">
                <a:moveTo>
                  <a:pt x="0" y="0"/>
                </a:moveTo>
                <a:lnTo>
                  <a:pt x="164591" y="0"/>
                </a:lnTo>
              </a:path>
            </a:pathLst>
          </a:custGeom>
          <a:ln w="62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1008888" y="5754272"/>
            <a:ext cx="1551940" cy="959485"/>
          </a:xfrm>
          <a:prstGeom prst="rect">
            <a:avLst/>
          </a:prstGeom>
        </p:spPr>
        <p:txBody>
          <a:bodyPr wrap="square" lIns="0" tIns="774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610"/>
              </a:spcBef>
            </a:pPr>
            <a:r>
              <a:rPr dirty="0" sz="1000" b="1" i="1">
                <a:solidFill>
                  <a:srgbClr val="00AEEF"/>
                </a:solidFill>
                <a:latin typeface="Bookman Old Style"/>
                <a:cs typeface="Bookman Old Style"/>
              </a:rPr>
              <a:t>Answer</a:t>
            </a:r>
            <a:r>
              <a:rPr dirty="0" sz="1000" spc="140" b="1" i="1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By</a:t>
            </a:r>
            <a:r>
              <a:rPr dirty="0" sz="1000" spc="-8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definition</a:t>
            </a:r>
            <a:endParaRPr sz="1000">
              <a:latin typeface="Bookman Old Style"/>
              <a:cs typeface="Bookman Old Style"/>
            </a:endParaRPr>
          </a:p>
          <a:p>
            <a:pPr marL="970280">
              <a:lnSpc>
                <a:spcPct val="100000"/>
              </a:lnSpc>
              <a:spcBef>
                <a:spcPts val="505"/>
              </a:spcBef>
            </a:pPr>
            <a:r>
              <a:rPr dirty="0" baseline="-36111" sz="1500" i="1">
                <a:latin typeface="Bookman Old Style"/>
                <a:cs typeface="Bookman Old Style"/>
              </a:rPr>
              <a:t>a</a:t>
            </a:r>
            <a:r>
              <a:rPr dirty="0" baseline="-36111" sz="1500" spc="262" i="1">
                <a:latin typeface="Bookman Old Style"/>
                <a:cs typeface="Bookman Old Style"/>
              </a:rPr>
              <a:t> </a:t>
            </a:r>
            <a:r>
              <a:rPr dirty="0" baseline="-36111" sz="1500">
                <a:latin typeface="Symbol"/>
                <a:cs typeface="Symbol"/>
              </a:rPr>
              <a:t></a:t>
            </a:r>
            <a:r>
              <a:rPr dirty="0" baseline="-36111" sz="1500" spc="337">
                <a:latin typeface="Times New Roman"/>
                <a:cs typeface="Times New Roman"/>
              </a:rPr>
              <a:t> </a:t>
            </a:r>
            <a:r>
              <a:rPr dirty="0" sz="1000" spc="-35">
                <a:latin typeface="Bookman Old Style"/>
                <a:cs typeface="Bookman Old Style"/>
              </a:rPr>
              <a:t>d</a:t>
            </a:r>
            <a:r>
              <a:rPr dirty="0" sz="1000" spc="-35" i="1">
                <a:latin typeface="Bookman Old Style"/>
                <a:cs typeface="Bookman Old Style"/>
              </a:rPr>
              <a:t>v</a:t>
            </a:r>
            <a:endParaRPr sz="1000">
              <a:latin typeface="Bookman Old Style"/>
              <a:cs typeface="Bookman Old Style"/>
            </a:endParaRPr>
          </a:p>
          <a:p>
            <a:pPr marL="1250950">
              <a:lnSpc>
                <a:spcPct val="100000"/>
              </a:lnSpc>
              <a:spcBef>
                <a:spcPts val="240"/>
              </a:spcBef>
            </a:pPr>
            <a:r>
              <a:rPr dirty="0" sz="1000" spc="-25">
                <a:latin typeface="Bookman Old Style"/>
                <a:cs typeface="Bookman Old Style"/>
              </a:rPr>
              <a:t>d</a:t>
            </a:r>
            <a:r>
              <a:rPr dirty="0" sz="1000" spc="-25" i="1">
                <a:latin typeface="Bookman Old Style"/>
                <a:cs typeface="Bookman Old Style"/>
              </a:rPr>
              <a:t>t</a:t>
            </a:r>
            <a:endParaRPr sz="1000">
              <a:latin typeface="Bookman Old Style"/>
              <a:cs typeface="Bookman Old Style"/>
            </a:endParaRPr>
          </a:p>
          <a:p>
            <a:pPr marL="38100" marR="30480" indent="948055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d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v</a:t>
            </a:r>
            <a:r>
              <a:rPr dirty="0" sz="1000" spc="-40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=</a:t>
            </a:r>
            <a:r>
              <a:rPr dirty="0" sz="1000" spc="-35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a</a:t>
            </a:r>
            <a:r>
              <a:rPr dirty="0" sz="1000" spc="-45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d</a:t>
            </a:r>
            <a:r>
              <a:rPr dirty="0" sz="1000" spc="-25" i="1">
                <a:solidFill>
                  <a:srgbClr val="231F20"/>
                </a:solidFill>
                <a:latin typeface="Bookman Old Style"/>
                <a:cs typeface="Bookman Old Style"/>
              </a:rPr>
              <a:t>t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Integrating</a:t>
            </a:r>
            <a:r>
              <a:rPr dirty="0" sz="1000" spc="-4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both</a:t>
            </a:r>
            <a:r>
              <a:rPr dirty="0" sz="1000" spc="-4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sides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076709" y="6739468"/>
            <a:ext cx="66675" cy="1162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600" spc="-50" i="1">
                <a:latin typeface="Bookman Old Style"/>
                <a:cs typeface="Bookman Old Style"/>
              </a:rPr>
              <a:t>v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661940" y="6739468"/>
            <a:ext cx="51435" cy="1162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600" spc="-50" i="1">
                <a:latin typeface="Bookman Old Style"/>
                <a:cs typeface="Bookman Old Style"/>
              </a:rPr>
              <a:t>t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033024" y="6907107"/>
            <a:ext cx="158750" cy="1162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600" spc="-25" i="1">
                <a:latin typeface="Bookman Old Style"/>
                <a:cs typeface="Bookman Old Style"/>
              </a:rPr>
              <a:t>v</a:t>
            </a:r>
            <a:r>
              <a:rPr dirty="0" baseline="-16666" sz="750" spc="-37">
                <a:latin typeface="Bookman Old Style"/>
                <a:cs typeface="Bookman Old Style"/>
              </a:rPr>
              <a:t>0</a:t>
            </a:r>
            <a:endParaRPr baseline="-16666" sz="750">
              <a:latin typeface="Bookman Old Style"/>
              <a:cs typeface="Bookman Old Style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646681" y="6907107"/>
            <a:ext cx="73025" cy="1162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600" spc="-50">
                <a:latin typeface="Bookman Old Style"/>
                <a:cs typeface="Bookman Old Style"/>
              </a:rPr>
              <a:t>0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970036" y="6763611"/>
            <a:ext cx="78105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-50">
                <a:latin typeface="Symbol"/>
                <a:cs typeface="Symbol"/>
              </a:rPr>
              <a:t></a:t>
            </a:r>
            <a:endParaRPr sz="1450">
              <a:latin typeface="Symbol"/>
              <a:cs typeface="Symbo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142746" y="6723987"/>
            <a:ext cx="909319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dirty="0" sz="950">
                <a:latin typeface="Bookman Old Style"/>
                <a:cs typeface="Bookman Old Style"/>
              </a:rPr>
              <a:t>d</a:t>
            </a:r>
            <a:r>
              <a:rPr dirty="0" sz="950" i="1">
                <a:latin typeface="Bookman Old Style"/>
                <a:cs typeface="Bookman Old Style"/>
              </a:rPr>
              <a:t>v</a:t>
            </a:r>
            <a:r>
              <a:rPr dirty="0" sz="950" spc="420" i="1">
                <a:latin typeface="Bookman Old Style"/>
                <a:cs typeface="Bookman Old Style"/>
              </a:rPr>
              <a:t> </a:t>
            </a:r>
            <a:r>
              <a:rPr dirty="0" sz="950">
                <a:latin typeface="Symbol"/>
                <a:cs typeface="Symbol"/>
              </a:rPr>
              <a:t></a:t>
            </a:r>
            <a:r>
              <a:rPr dirty="0" sz="950" spc="459">
                <a:latin typeface="Times New Roman"/>
                <a:cs typeface="Times New Roman"/>
              </a:rPr>
              <a:t> </a:t>
            </a:r>
            <a:r>
              <a:rPr dirty="0" baseline="-11494" sz="2175">
                <a:latin typeface="Symbol"/>
                <a:cs typeface="Symbol"/>
              </a:rPr>
              <a:t></a:t>
            </a:r>
            <a:r>
              <a:rPr dirty="0" baseline="-11494" sz="2175" spc="719">
                <a:latin typeface="Times New Roman"/>
                <a:cs typeface="Times New Roman"/>
              </a:rPr>
              <a:t> </a:t>
            </a:r>
            <a:r>
              <a:rPr dirty="0" sz="950" i="1">
                <a:latin typeface="Bookman Old Style"/>
                <a:cs typeface="Bookman Old Style"/>
              </a:rPr>
              <a:t>a</a:t>
            </a:r>
            <a:r>
              <a:rPr dirty="0" sz="950" spc="415" i="1">
                <a:latin typeface="Bookman Old Style"/>
                <a:cs typeface="Bookman Old Style"/>
              </a:rPr>
              <a:t> </a:t>
            </a:r>
            <a:r>
              <a:rPr dirty="0" sz="950" spc="-25">
                <a:latin typeface="Bookman Old Style"/>
                <a:cs typeface="Bookman Old Style"/>
              </a:rPr>
              <a:t>d</a:t>
            </a:r>
            <a:r>
              <a:rPr dirty="0" sz="950" spc="-25" i="1">
                <a:latin typeface="Bookman Old Style"/>
                <a:cs typeface="Bookman Old Style"/>
              </a:rPr>
              <a:t>t</a:t>
            </a:r>
            <a:endParaRPr sz="950">
              <a:latin typeface="Bookman Old Style"/>
              <a:cs typeface="Bookman Old Style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732026" y="7089264"/>
            <a:ext cx="5143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50" i="1">
                <a:latin typeface="Bookman Old Style"/>
                <a:cs typeface="Bookman Old Style"/>
              </a:rPr>
              <a:t>t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404874" y="7072678"/>
            <a:ext cx="552450" cy="254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 spc="-10">
                <a:latin typeface="Symbol"/>
                <a:cs typeface="Symbol"/>
              </a:rPr>
              <a:t></a:t>
            </a:r>
            <a:r>
              <a:rPr dirty="0" sz="1000" spc="-100">
                <a:latin typeface="Times New Roman"/>
                <a:cs typeface="Times New Roman"/>
              </a:rPr>
              <a:t> </a:t>
            </a:r>
            <a:r>
              <a:rPr dirty="0" sz="1000" i="1">
                <a:latin typeface="Bookman Old Style"/>
                <a:cs typeface="Bookman Old Style"/>
              </a:rPr>
              <a:t>a</a:t>
            </a:r>
            <a:r>
              <a:rPr dirty="0" sz="1000" spc="-65" i="1">
                <a:latin typeface="Bookman Old Style"/>
                <a:cs typeface="Bookman Old Style"/>
              </a:rPr>
              <a:t> </a:t>
            </a:r>
            <a:r>
              <a:rPr dirty="0" baseline="-12962" sz="2250">
                <a:latin typeface="Symbol"/>
                <a:cs typeface="Symbol"/>
              </a:rPr>
              <a:t></a:t>
            </a:r>
            <a:r>
              <a:rPr dirty="0" baseline="-12962" sz="2250" spc="644">
                <a:latin typeface="Times New Roman"/>
                <a:cs typeface="Times New Roman"/>
              </a:rPr>
              <a:t> </a:t>
            </a:r>
            <a:r>
              <a:rPr dirty="0" sz="1000" spc="-25">
                <a:latin typeface="Bookman Old Style"/>
                <a:cs typeface="Bookman Old Style"/>
              </a:rPr>
              <a:t>d</a:t>
            </a:r>
            <a:r>
              <a:rPr dirty="0" sz="1000" spc="-25" i="1">
                <a:latin typeface="Bookman Old Style"/>
                <a:cs typeface="Bookman Old Style"/>
              </a:rPr>
              <a:t>t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716785" y="7256904"/>
            <a:ext cx="7239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50">
                <a:latin typeface="Bookman Old Style"/>
                <a:cs typeface="Bookman Old Style"/>
              </a:rPr>
              <a:t>0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617505" y="7157211"/>
            <a:ext cx="36131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(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a</a:t>
            </a:r>
            <a:r>
              <a:rPr dirty="0" sz="1000" spc="415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is 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034288" y="7394955"/>
            <a:ext cx="61849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constant)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938529" y="7592069"/>
            <a:ext cx="64706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1000" i="1">
                <a:latin typeface="Bookman Old Style"/>
                <a:cs typeface="Bookman Old Style"/>
              </a:rPr>
              <a:t>v</a:t>
            </a:r>
            <a:r>
              <a:rPr dirty="0" sz="1000" spc="25" i="1">
                <a:latin typeface="Bookman Old Style"/>
                <a:cs typeface="Bookman Old Style"/>
              </a:rPr>
              <a:t> </a:t>
            </a:r>
            <a:r>
              <a:rPr dirty="0" sz="1000">
                <a:latin typeface="Bookman Old Style"/>
                <a:cs typeface="Bookman Old Style"/>
              </a:rPr>
              <a:t>–</a:t>
            </a:r>
            <a:r>
              <a:rPr dirty="0" sz="1000" spc="-70">
                <a:latin typeface="Bookman Old Style"/>
                <a:cs typeface="Bookman Old Style"/>
              </a:rPr>
              <a:t> </a:t>
            </a:r>
            <a:r>
              <a:rPr dirty="0" sz="1000" i="1">
                <a:latin typeface="Bookman Old Style"/>
                <a:cs typeface="Bookman Old Style"/>
              </a:rPr>
              <a:t>v</a:t>
            </a:r>
            <a:r>
              <a:rPr dirty="0" baseline="-23148" sz="900">
                <a:latin typeface="Bookman Old Style"/>
                <a:cs typeface="Bookman Old Style"/>
              </a:rPr>
              <a:t>0</a:t>
            </a:r>
            <a:r>
              <a:rPr dirty="0" baseline="-23148" sz="900" spc="157">
                <a:latin typeface="Bookman Old Style"/>
                <a:cs typeface="Bookman Old Style"/>
              </a:rPr>
              <a:t> </a:t>
            </a:r>
            <a:r>
              <a:rPr dirty="0" sz="1000">
                <a:latin typeface="Symbol"/>
                <a:cs typeface="Symbol"/>
              </a:rPr>
              <a:t></a:t>
            </a:r>
            <a:r>
              <a:rPr dirty="0" sz="1000" spc="-130">
                <a:latin typeface="Times New Roman"/>
                <a:cs typeface="Times New Roman"/>
              </a:rPr>
              <a:t> </a:t>
            </a:r>
            <a:r>
              <a:rPr dirty="0" sz="1000" spc="-25" i="1">
                <a:latin typeface="Bookman Old Style"/>
                <a:cs typeface="Bookman Old Style"/>
              </a:rPr>
              <a:t>at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515618" y="7905391"/>
            <a:ext cx="73025" cy="1181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600" spc="-50">
                <a:latin typeface="Bookman Old Style"/>
                <a:cs typeface="Bookman Old Style"/>
              </a:rPr>
              <a:t>0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232154" y="7820669"/>
            <a:ext cx="62420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i="1">
                <a:latin typeface="Bookman Old Style"/>
                <a:cs typeface="Bookman Old Style"/>
              </a:rPr>
              <a:t>v</a:t>
            </a:r>
            <a:r>
              <a:rPr dirty="0" sz="1000" spc="40" i="1">
                <a:latin typeface="Bookman Old Style"/>
                <a:cs typeface="Bookman Old Style"/>
              </a:rPr>
              <a:t> </a:t>
            </a:r>
            <a:r>
              <a:rPr dirty="0" sz="1000">
                <a:latin typeface="Symbol"/>
                <a:cs typeface="Symbol"/>
              </a:rPr>
              <a:t></a:t>
            </a:r>
            <a:r>
              <a:rPr dirty="0" sz="1000" spc="-40">
                <a:latin typeface="Times New Roman"/>
                <a:cs typeface="Times New Roman"/>
              </a:rPr>
              <a:t> </a:t>
            </a:r>
            <a:r>
              <a:rPr dirty="0" sz="1000" i="1">
                <a:latin typeface="Bookman Old Style"/>
                <a:cs typeface="Bookman Old Style"/>
              </a:rPr>
              <a:t>v</a:t>
            </a:r>
            <a:r>
              <a:rPr dirty="0" sz="1000" spc="480" i="1">
                <a:latin typeface="Bookman Old Style"/>
                <a:cs typeface="Bookman Old Style"/>
              </a:rPr>
              <a:t> </a:t>
            </a:r>
            <a:r>
              <a:rPr dirty="0" sz="1000">
                <a:latin typeface="Symbol"/>
                <a:cs typeface="Symbol"/>
              </a:rPr>
              <a:t>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25" i="1">
                <a:latin typeface="Bookman Old Style"/>
                <a:cs typeface="Bookman Old Style"/>
              </a:rPr>
              <a:t>at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034288" y="8166100"/>
            <a:ext cx="52959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Further,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2142744" y="8044290"/>
            <a:ext cx="601345" cy="549910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101600">
              <a:lnSpc>
                <a:spcPct val="100000"/>
              </a:lnSpc>
              <a:spcBef>
                <a:spcPts val="315"/>
              </a:spcBef>
            </a:pPr>
            <a:r>
              <a:rPr dirty="0" baseline="-36111" sz="1500" i="1">
                <a:latin typeface="Bookman Old Style"/>
                <a:cs typeface="Bookman Old Style"/>
              </a:rPr>
              <a:t>v</a:t>
            </a:r>
            <a:r>
              <a:rPr dirty="0" baseline="-36111" sz="1500" spc="67" i="1">
                <a:latin typeface="Bookman Old Style"/>
                <a:cs typeface="Bookman Old Style"/>
              </a:rPr>
              <a:t> </a:t>
            </a:r>
            <a:r>
              <a:rPr dirty="0" baseline="-36111" sz="1500">
                <a:latin typeface="Symbol"/>
                <a:cs typeface="Symbol"/>
              </a:rPr>
              <a:t></a:t>
            </a:r>
            <a:r>
              <a:rPr dirty="0" baseline="-36111" sz="1500" spc="165">
                <a:latin typeface="Times New Roman"/>
                <a:cs typeface="Times New Roman"/>
              </a:rPr>
              <a:t> </a:t>
            </a:r>
            <a:r>
              <a:rPr dirty="0" u="sng" sz="1000" spc="-25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d</a:t>
            </a:r>
            <a:r>
              <a:rPr dirty="0" u="sng" sz="1000" spc="-25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x</a:t>
            </a:r>
            <a:endParaRPr sz="1000">
              <a:latin typeface="Bookman Old Style"/>
              <a:cs typeface="Bookman Old Style"/>
            </a:endParaRPr>
          </a:p>
          <a:p>
            <a:pPr marL="345440">
              <a:lnSpc>
                <a:spcPct val="100000"/>
              </a:lnSpc>
              <a:spcBef>
                <a:spcPts val="215"/>
              </a:spcBef>
            </a:pPr>
            <a:r>
              <a:rPr dirty="0" sz="1000" spc="-25">
                <a:latin typeface="Bookman Old Style"/>
                <a:cs typeface="Bookman Old Style"/>
              </a:rPr>
              <a:t>d</a:t>
            </a:r>
            <a:r>
              <a:rPr dirty="0" sz="1000" spc="-25" i="1">
                <a:latin typeface="Bookman Old Style"/>
                <a:cs typeface="Bookman Old Style"/>
              </a:rPr>
              <a:t>t</a:t>
            </a:r>
            <a:endParaRPr sz="1000">
              <a:latin typeface="Bookman Old Style"/>
              <a:cs typeface="Bookman Old Style"/>
            </a:endParaRPr>
          </a:p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d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x</a:t>
            </a:r>
            <a:r>
              <a:rPr dirty="0" sz="1000" spc="-25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=</a:t>
            </a:r>
            <a:r>
              <a:rPr dirty="0" sz="1000" spc="-20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v</a:t>
            </a:r>
            <a:r>
              <a:rPr dirty="0" sz="1000" spc="-5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d</a:t>
            </a:r>
            <a:r>
              <a:rPr dirty="0" sz="1000" spc="-25" i="1">
                <a:solidFill>
                  <a:srgbClr val="231F20"/>
                </a:solidFill>
                <a:latin typeface="Bookman Old Style"/>
                <a:cs typeface="Bookman Old Style"/>
              </a:rPr>
              <a:t>t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034288" y="8568435"/>
            <a:ext cx="137985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Integrating</a:t>
            </a:r>
            <a:r>
              <a:rPr dirty="0" sz="1000" spc="-4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both</a:t>
            </a:r>
            <a:r>
              <a:rPr dirty="0" sz="1000" spc="-4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sides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036075" y="8964509"/>
            <a:ext cx="165100" cy="1162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600" i="1">
                <a:latin typeface="Bookman Old Style"/>
                <a:cs typeface="Bookman Old Style"/>
              </a:rPr>
              <a:t>x</a:t>
            </a:r>
            <a:r>
              <a:rPr dirty="0" sz="600" spc="-125" i="1">
                <a:latin typeface="Bookman Old Style"/>
                <a:cs typeface="Bookman Old Style"/>
              </a:rPr>
              <a:t> </a:t>
            </a:r>
            <a:r>
              <a:rPr dirty="0" baseline="-16666" sz="750" spc="-75">
                <a:latin typeface="Bookman Old Style"/>
                <a:cs typeface="Bookman Old Style"/>
              </a:rPr>
              <a:t>0</a:t>
            </a:r>
            <a:endParaRPr baseline="-16666" sz="750">
              <a:latin typeface="Bookman Old Style"/>
              <a:cs typeface="Bookman Old Style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2082809" y="8796869"/>
            <a:ext cx="67310" cy="1162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600" spc="-50" i="1">
                <a:latin typeface="Bookman Old Style"/>
                <a:cs typeface="Bookman Old Style"/>
              </a:rPr>
              <a:t>x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970030" y="8821011"/>
            <a:ext cx="78105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-50">
                <a:latin typeface="Symbol"/>
                <a:cs typeface="Symbol"/>
              </a:rPr>
              <a:t></a:t>
            </a:r>
            <a:endParaRPr sz="1450">
              <a:latin typeface="Symbol"/>
              <a:cs typeface="Symbo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2503422" y="8821011"/>
            <a:ext cx="7747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-50">
                <a:latin typeface="Symbol"/>
                <a:cs typeface="Symbol"/>
              </a:rPr>
              <a:t></a:t>
            </a:r>
            <a:endParaRPr sz="1450">
              <a:latin typeface="Symbol"/>
              <a:cs typeface="Symbo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2604000" y="8796869"/>
            <a:ext cx="51435" cy="1162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600" spc="-50" i="1">
                <a:latin typeface="Bookman Old Style"/>
                <a:cs typeface="Bookman Old Style"/>
              </a:rPr>
              <a:t>t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2180338" y="8844177"/>
            <a:ext cx="745490" cy="17653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87680" algn="l"/>
              </a:tabLst>
            </a:pPr>
            <a:r>
              <a:rPr dirty="0" sz="950">
                <a:latin typeface="Bookman Old Style"/>
                <a:cs typeface="Bookman Old Style"/>
              </a:rPr>
              <a:t>d</a:t>
            </a:r>
            <a:r>
              <a:rPr dirty="0" sz="950" i="1">
                <a:latin typeface="Bookman Old Style"/>
                <a:cs typeface="Bookman Old Style"/>
              </a:rPr>
              <a:t>x</a:t>
            </a:r>
            <a:r>
              <a:rPr dirty="0" sz="950" spc="280" i="1">
                <a:latin typeface="Bookman Old Style"/>
                <a:cs typeface="Bookman Old Style"/>
              </a:rPr>
              <a:t> </a:t>
            </a:r>
            <a:r>
              <a:rPr dirty="0" sz="950" spc="-50">
                <a:latin typeface="Symbol"/>
                <a:cs typeface="Symbol"/>
              </a:rPr>
              <a:t></a:t>
            </a:r>
            <a:r>
              <a:rPr dirty="0" sz="950">
                <a:latin typeface="Times New Roman"/>
                <a:cs typeface="Times New Roman"/>
              </a:rPr>
              <a:t>	</a:t>
            </a:r>
            <a:r>
              <a:rPr dirty="0" sz="950" i="1">
                <a:latin typeface="Bookman Old Style"/>
                <a:cs typeface="Bookman Old Style"/>
              </a:rPr>
              <a:t>v</a:t>
            </a:r>
            <a:r>
              <a:rPr dirty="0" sz="950" spc="160" i="1">
                <a:latin typeface="Bookman Old Style"/>
                <a:cs typeface="Bookman Old Style"/>
              </a:rPr>
              <a:t> </a:t>
            </a:r>
            <a:r>
              <a:rPr dirty="0" sz="950" spc="-25">
                <a:latin typeface="Bookman Old Style"/>
                <a:cs typeface="Bookman Old Style"/>
              </a:rPr>
              <a:t>d</a:t>
            </a:r>
            <a:r>
              <a:rPr dirty="0" sz="950" spc="-25" i="1">
                <a:latin typeface="Bookman Old Style"/>
                <a:cs typeface="Bookman Old Style"/>
              </a:rPr>
              <a:t>t</a:t>
            </a:r>
            <a:endParaRPr sz="950">
              <a:latin typeface="Bookman Old Style"/>
              <a:cs typeface="Bookman Old Style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2588757" y="8964509"/>
            <a:ext cx="73025" cy="1162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600" spc="-50">
                <a:latin typeface="Bookman Old Style"/>
                <a:cs typeface="Bookman Old Style"/>
              </a:rPr>
              <a:t>0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55" name="object 55"/>
          <p:cNvSpPr txBox="1"/>
          <p:nvPr/>
        </p:nvSpPr>
        <p:spPr>
          <a:xfrm rot="10800000">
            <a:off x="4149001" y="5030685"/>
            <a:ext cx="169172" cy="127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000"/>
              </a:lnSpc>
            </a:pPr>
            <a:r>
              <a:rPr dirty="0" sz="1000" spc="-50">
                <a:solidFill>
                  <a:srgbClr val="00AEEF"/>
                </a:solidFill>
                <a:latin typeface="Wingdings 3"/>
                <a:cs typeface="Wingdings 3"/>
              </a:rPr>
              <a:t></a:t>
            </a:r>
            <a:endParaRPr sz="1000">
              <a:latin typeface="Wingdings 3"/>
              <a:cs typeface="Wingdings 3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5816605" y="1091264"/>
            <a:ext cx="516255" cy="23685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60375" algn="l"/>
              </a:tabLst>
            </a:pPr>
            <a:r>
              <a:rPr dirty="0" sz="1350" spc="-50">
                <a:latin typeface="Symbol"/>
                <a:cs typeface="Symbol"/>
              </a:rPr>
              <a:t></a:t>
            </a:r>
            <a:r>
              <a:rPr dirty="0" sz="1350">
                <a:latin typeface="Times New Roman"/>
                <a:cs typeface="Times New Roman"/>
              </a:rPr>
              <a:t>	</a:t>
            </a:r>
            <a:r>
              <a:rPr dirty="0" sz="1350" spc="-60">
                <a:latin typeface="Symbol"/>
                <a:cs typeface="Symbol"/>
              </a:rPr>
              <a:t></a:t>
            </a:r>
            <a:endParaRPr sz="1350">
              <a:latin typeface="Symbol"/>
              <a:cs typeface="Symbo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5661157" y="1109565"/>
            <a:ext cx="78105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-50">
                <a:latin typeface="Symbol"/>
                <a:cs typeface="Symbol"/>
              </a:rPr>
              <a:t></a:t>
            </a:r>
            <a:endParaRPr sz="1450">
              <a:latin typeface="Symbol"/>
              <a:cs typeface="Symbo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5764783" y="1085422"/>
            <a:ext cx="51435" cy="1162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600" spc="-50" i="1">
                <a:latin typeface="Bookman Old Style"/>
                <a:cs typeface="Bookman Old Style"/>
              </a:rPr>
              <a:t>t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5929369" y="1213438"/>
            <a:ext cx="73025" cy="1162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600" spc="-50">
                <a:latin typeface="Bookman Old Style"/>
                <a:cs typeface="Bookman Old Style"/>
              </a:rPr>
              <a:t>0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5749534" y="1253062"/>
            <a:ext cx="73025" cy="1162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600" spc="-50">
                <a:latin typeface="Bookman Old Style"/>
                <a:cs typeface="Bookman Old Style"/>
              </a:rPr>
              <a:t>0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5551428" y="1132730"/>
            <a:ext cx="946785" cy="17653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316865" algn="l"/>
              </a:tabLst>
            </a:pPr>
            <a:r>
              <a:rPr dirty="0" sz="950" spc="-50">
                <a:latin typeface="Symbol"/>
                <a:cs typeface="Symbol"/>
              </a:rPr>
              <a:t></a:t>
            </a:r>
            <a:r>
              <a:rPr dirty="0" sz="950">
                <a:latin typeface="Times New Roman"/>
                <a:cs typeface="Times New Roman"/>
              </a:rPr>
              <a:t>	</a:t>
            </a:r>
            <a:r>
              <a:rPr dirty="0" sz="950" i="1">
                <a:latin typeface="Bookman Old Style"/>
                <a:cs typeface="Bookman Old Style"/>
              </a:rPr>
              <a:t>v</a:t>
            </a:r>
            <a:r>
              <a:rPr dirty="0" sz="950" spc="120" i="1">
                <a:latin typeface="Bookman Old Style"/>
                <a:cs typeface="Bookman Old Style"/>
              </a:rPr>
              <a:t>  </a:t>
            </a:r>
            <a:r>
              <a:rPr dirty="0" sz="950">
                <a:latin typeface="Symbol"/>
                <a:cs typeface="Symbol"/>
              </a:rPr>
              <a:t></a:t>
            </a:r>
            <a:r>
              <a:rPr dirty="0" sz="950" spc="15">
                <a:latin typeface="Times New Roman"/>
                <a:cs typeface="Times New Roman"/>
              </a:rPr>
              <a:t> </a:t>
            </a:r>
            <a:r>
              <a:rPr dirty="0" sz="950" i="1">
                <a:latin typeface="Bookman Old Style"/>
                <a:cs typeface="Bookman Old Style"/>
              </a:rPr>
              <a:t>at</a:t>
            </a:r>
            <a:r>
              <a:rPr dirty="0" sz="950" spc="140" i="1">
                <a:latin typeface="Bookman Old Style"/>
                <a:cs typeface="Bookman Old Style"/>
              </a:rPr>
              <a:t>  </a:t>
            </a:r>
            <a:r>
              <a:rPr dirty="0" sz="950" spc="-25">
                <a:latin typeface="Bookman Old Style"/>
                <a:cs typeface="Bookman Old Style"/>
              </a:rPr>
              <a:t>d</a:t>
            </a:r>
            <a:r>
              <a:rPr dirty="0" sz="950" spc="-25" i="1">
                <a:latin typeface="Bookman Old Style"/>
                <a:cs typeface="Bookman Old Style"/>
              </a:rPr>
              <a:t>t</a:t>
            </a:r>
            <a:endParaRPr sz="950">
              <a:latin typeface="Bookman Old Style"/>
              <a:cs typeface="Bookman Old Style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5945123" y="1633727"/>
            <a:ext cx="88900" cy="0"/>
          </a:xfrm>
          <a:custGeom>
            <a:avLst/>
            <a:gdLst/>
            <a:ahLst/>
            <a:cxnLst/>
            <a:rect l="l" t="t" r="r" b="b"/>
            <a:pathLst>
              <a:path w="88900" h="0">
                <a:moveTo>
                  <a:pt x="0" y="0"/>
                </a:moveTo>
                <a:lnTo>
                  <a:pt x="88391" y="0"/>
                </a:lnTo>
              </a:path>
            </a:pathLst>
          </a:custGeom>
          <a:ln w="62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 txBox="1"/>
          <p:nvPr/>
        </p:nvSpPr>
        <p:spPr>
          <a:xfrm>
            <a:off x="5395981" y="1607661"/>
            <a:ext cx="314325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253365" algn="l"/>
              </a:tabLst>
            </a:pPr>
            <a:r>
              <a:rPr dirty="0" sz="600" spc="-50">
                <a:latin typeface="Bookman Old Style"/>
                <a:cs typeface="Bookman Old Style"/>
              </a:rPr>
              <a:t>0</a:t>
            </a:r>
            <a:r>
              <a:rPr dirty="0" sz="600">
                <a:latin typeface="Bookman Old Style"/>
                <a:cs typeface="Bookman Old Style"/>
              </a:rPr>
              <a:t>	</a:t>
            </a:r>
            <a:r>
              <a:rPr dirty="0" sz="600" spc="-50">
                <a:latin typeface="Bookman Old Style"/>
                <a:cs typeface="Bookman Old Style"/>
              </a:rPr>
              <a:t>0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935477" y="1626190"/>
            <a:ext cx="105410" cy="1803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000" spc="-50">
                <a:latin typeface="Bookman Old Style"/>
                <a:cs typeface="Bookman Old Style"/>
              </a:rPr>
              <a:t>2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5068827" y="1525604"/>
            <a:ext cx="1289050" cy="1803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sz="1000" i="1">
                <a:latin typeface="Bookman Old Style"/>
                <a:cs typeface="Bookman Old Style"/>
              </a:rPr>
              <a:t>x</a:t>
            </a:r>
            <a:r>
              <a:rPr dirty="0" sz="1000" spc="90" i="1">
                <a:latin typeface="Bookman Old Style"/>
                <a:cs typeface="Bookman Old Style"/>
              </a:rPr>
              <a:t> </a:t>
            </a:r>
            <a:r>
              <a:rPr dirty="0" sz="1000">
                <a:latin typeface="Bookman Old Style"/>
                <a:cs typeface="Bookman Old Style"/>
              </a:rPr>
              <a:t>–</a:t>
            </a:r>
            <a:r>
              <a:rPr dirty="0" sz="1000" spc="-35">
                <a:latin typeface="Bookman Old Style"/>
                <a:cs typeface="Bookman Old Style"/>
              </a:rPr>
              <a:t> </a:t>
            </a:r>
            <a:r>
              <a:rPr dirty="0" sz="1000" i="1">
                <a:latin typeface="Bookman Old Style"/>
                <a:cs typeface="Bookman Old Style"/>
              </a:rPr>
              <a:t>x</a:t>
            </a:r>
            <a:r>
              <a:rPr dirty="0" sz="1000" spc="455" i="1">
                <a:latin typeface="Bookman Old Style"/>
                <a:cs typeface="Bookman Old Style"/>
              </a:rPr>
              <a:t> </a:t>
            </a:r>
            <a:r>
              <a:rPr dirty="0" sz="1000">
                <a:latin typeface="Symbol"/>
                <a:cs typeface="Symbol"/>
              </a:rPr>
              <a:t></a:t>
            </a:r>
            <a:r>
              <a:rPr dirty="0" sz="1000" spc="-140">
                <a:latin typeface="Times New Roman"/>
                <a:cs typeface="Times New Roman"/>
              </a:rPr>
              <a:t> </a:t>
            </a:r>
            <a:r>
              <a:rPr dirty="0" sz="1000" i="1">
                <a:latin typeface="Bookman Old Style"/>
                <a:cs typeface="Bookman Old Style"/>
              </a:rPr>
              <a:t>v</a:t>
            </a:r>
            <a:r>
              <a:rPr dirty="0" sz="1000" spc="125" i="1">
                <a:latin typeface="Bookman Old Style"/>
                <a:cs typeface="Bookman Old Style"/>
              </a:rPr>
              <a:t>  </a:t>
            </a:r>
            <a:r>
              <a:rPr dirty="0" sz="1000" i="1">
                <a:latin typeface="Bookman Old Style"/>
                <a:cs typeface="Bookman Old Style"/>
              </a:rPr>
              <a:t>t</a:t>
            </a:r>
            <a:r>
              <a:rPr dirty="0" sz="1000" spc="60" i="1">
                <a:latin typeface="Bookman Old Style"/>
                <a:cs typeface="Bookman Old Style"/>
              </a:rPr>
              <a:t> </a:t>
            </a:r>
            <a:r>
              <a:rPr dirty="0" sz="1000">
                <a:latin typeface="Symbol"/>
                <a:cs typeface="Symbol"/>
              </a:rPr>
              <a:t></a:t>
            </a:r>
            <a:r>
              <a:rPr dirty="0" sz="1000" spc="35">
                <a:latin typeface="Times New Roman"/>
                <a:cs typeface="Times New Roman"/>
              </a:rPr>
              <a:t> </a:t>
            </a:r>
            <a:r>
              <a:rPr dirty="0" baseline="36111" sz="1500">
                <a:latin typeface="Bookman Old Style"/>
                <a:cs typeface="Bookman Old Style"/>
              </a:rPr>
              <a:t>1</a:t>
            </a:r>
            <a:r>
              <a:rPr dirty="0" baseline="36111" sz="1500" spc="-157">
                <a:latin typeface="Bookman Old Style"/>
                <a:cs typeface="Bookman Old Style"/>
              </a:rPr>
              <a:t> </a:t>
            </a:r>
            <a:r>
              <a:rPr dirty="0" sz="1000" i="1">
                <a:latin typeface="Bookman Old Style"/>
                <a:cs typeface="Bookman Old Style"/>
              </a:rPr>
              <a:t>a</a:t>
            </a:r>
            <a:r>
              <a:rPr dirty="0" sz="1000" spc="325" i="1">
                <a:latin typeface="Bookman Old Style"/>
                <a:cs typeface="Bookman Old Style"/>
              </a:rPr>
              <a:t> </a:t>
            </a:r>
            <a:r>
              <a:rPr dirty="0" sz="1000" i="1">
                <a:latin typeface="Bookman Old Style"/>
                <a:cs typeface="Bookman Old Style"/>
              </a:rPr>
              <a:t>t</a:t>
            </a:r>
            <a:r>
              <a:rPr dirty="0" sz="1000" spc="-190" i="1">
                <a:latin typeface="Bookman Old Style"/>
                <a:cs typeface="Bookman Old Style"/>
              </a:rPr>
              <a:t> </a:t>
            </a:r>
            <a:r>
              <a:rPr dirty="0" baseline="41666" sz="900" spc="-75">
                <a:latin typeface="Bookman Old Style"/>
                <a:cs typeface="Bookman Old Style"/>
              </a:rPr>
              <a:t>2</a:t>
            </a:r>
            <a:endParaRPr baseline="41666" sz="900">
              <a:latin typeface="Bookman Old Style"/>
              <a:cs typeface="Bookman Old Style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5299583" y="1945131"/>
            <a:ext cx="9398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0" i="1">
                <a:solidFill>
                  <a:srgbClr val="231F20"/>
                </a:solidFill>
                <a:latin typeface="Bookman Old Style"/>
                <a:cs typeface="Bookman Old Style"/>
              </a:rPr>
              <a:t>x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6280403" y="2036063"/>
            <a:ext cx="88900" cy="0"/>
          </a:xfrm>
          <a:custGeom>
            <a:avLst/>
            <a:gdLst/>
            <a:ahLst/>
            <a:cxnLst/>
            <a:rect l="l" t="t" r="r" b="b"/>
            <a:pathLst>
              <a:path w="88900" h="0">
                <a:moveTo>
                  <a:pt x="0" y="0"/>
                </a:moveTo>
                <a:lnTo>
                  <a:pt x="88391" y="0"/>
                </a:lnTo>
              </a:path>
            </a:pathLst>
          </a:custGeom>
          <a:ln w="62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 txBox="1"/>
          <p:nvPr/>
        </p:nvSpPr>
        <p:spPr>
          <a:xfrm>
            <a:off x="5706877" y="2010708"/>
            <a:ext cx="338455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77495" algn="l"/>
              </a:tabLst>
            </a:pPr>
            <a:r>
              <a:rPr dirty="0" sz="600" spc="-50">
                <a:latin typeface="Bookman Old Style"/>
                <a:cs typeface="Bookman Old Style"/>
              </a:rPr>
              <a:t>0</a:t>
            </a:r>
            <a:r>
              <a:rPr dirty="0" sz="600">
                <a:latin typeface="Bookman Old Style"/>
                <a:cs typeface="Bookman Old Style"/>
              </a:rPr>
              <a:t>	</a:t>
            </a:r>
            <a:r>
              <a:rPr dirty="0" sz="600" spc="-50">
                <a:latin typeface="Bookman Old Style"/>
                <a:cs typeface="Bookman Old Style"/>
              </a:rPr>
              <a:t>0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6270757" y="2026646"/>
            <a:ext cx="10477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-50">
                <a:latin typeface="Bookman Old Style"/>
                <a:cs typeface="Bookman Old Style"/>
              </a:rPr>
              <a:t>2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5460495" y="1926062"/>
            <a:ext cx="123190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baseline="-8333" sz="1500">
                <a:solidFill>
                  <a:srgbClr val="231F20"/>
                </a:solidFill>
                <a:latin typeface="Bookman Old Style"/>
                <a:cs typeface="Bookman Old Style"/>
              </a:rPr>
              <a:t>=</a:t>
            </a:r>
            <a:r>
              <a:rPr dirty="0" baseline="-8333" sz="1500" spc="284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i="1">
                <a:latin typeface="Bookman Old Style"/>
                <a:cs typeface="Bookman Old Style"/>
              </a:rPr>
              <a:t>x</a:t>
            </a:r>
            <a:r>
              <a:rPr dirty="0" sz="1000" spc="110" i="1">
                <a:latin typeface="Bookman Old Style"/>
                <a:cs typeface="Bookman Old Style"/>
              </a:rPr>
              <a:t>  </a:t>
            </a:r>
            <a:r>
              <a:rPr dirty="0" sz="1000">
                <a:latin typeface="Symbol"/>
                <a:cs typeface="Symbol"/>
              </a:rPr>
              <a:t>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i="1">
                <a:latin typeface="Bookman Old Style"/>
                <a:cs typeface="Bookman Old Style"/>
              </a:rPr>
              <a:t>v</a:t>
            </a:r>
            <a:r>
              <a:rPr dirty="0" sz="1000" spc="120" i="1">
                <a:latin typeface="Bookman Old Style"/>
                <a:cs typeface="Bookman Old Style"/>
              </a:rPr>
              <a:t>  </a:t>
            </a:r>
            <a:r>
              <a:rPr dirty="0" sz="1000" i="1">
                <a:latin typeface="Bookman Old Style"/>
                <a:cs typeface="Bookman Old Style"/>
              </a:rPr>
              <a:t>t</a:t>
            </a:r>
            <a:r>
              <a:rPr dirty="0" sz="1000" spc="35" i="1">
                <a:latin typeface="Bookman Old Style"/>
                <a:cs typeface="Bookman Old Style"/>
              </a:rPr>
              <a:t> </a:t>
            </a:r>
            <a:r>
              <a:rPr dirty="0" sz="1000">
                <a:latin typeface="Symbol"/>
                <a:cs typeface="Symbol"/>
              </a:rPr>
              <a:t></a:t>
            </a:r>
            <a:r>
              <a:rPr dirty="0" sz="1000" spc="60">
                <a:latin typeface="Times New Roman"/>
                <a:cs typeface="Times New Roman"/>
              </a:rPr>
              <a:t> </a:t>
            </a:r>
            <a:r>
              <a:rPr dirty="0" baseline="36111" sz="1500">
                <a:latin typeface="Bookman Old Style"/>
                <a:cs typeface="Bookman Old Style"/>
              </a:rPr>
              <a:t>1</a:t>
            </a:r>
            <a:r>
              <a:rPr dirty="0" baseline="36111" sz="1500" spc="165">
                <a:latin typeface="Bookman Old Style"/>
                <a:cs typeface="Bookman Old Style"/>
              </a:rPr>
              <a:t> </a:t>
            </a:r>
            <a:r>
              <a:rPr dirty="0" sz="1000" i="1">
                <a:latin typeface="Bookman Old Style"/>
                <a:cs typeface="Bookman Old Style"/>
              </a:rPr>
              <a:t>a</a:t>
            </a:r>
            <a:r>
              <a:rPr dirty="0" sz="1000" spc="105" i="1">
                <a:latin typeface="Bookman Old Style"/>
                <a:cs typeface="Bookman Old Style"/>
              </a:rPr>
              <a:t> </a:t>
            </a:r>
            <a:r>
              <a:rPr dirty="0" sz="1000" i="1">
                <a:latin typeface="Bookman Old Style"/>
                <a:cs typeface="Bookman Old Style"/>
              </a:rPr>
              <a:t>t</a:t>
            </a:r>
            <a:r>
              <a:rPr dirty="0" sz="1000" spc="-185" i="1">
                <a:latin typeface="Bookman Old Style"/>
                <a:cs typeface="Bookman Old Style"/>
              </a:rPr>
              <a:t> </a:t>
            </a:r>
            <a:r>
              <a:rPr dirty="0" baseline="41666" sz="900" spc="-75">
                <a:latin typeface="Bookman Old Style"/>
                <a:cs typeface="Bookman Old Style"/>
              </a:rPr>
              <a:t>2</a:t>
            </a:r>
            <a:endParaRPr baseline="41666" sz="900">
              <a:latin typeface="Bookman Old Style"/>
              <a:cs typeface="Bookman Old Style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4307840" y="2192007"/>
            <a:ext cx="81597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35">
                <a:solidFill>
                  <a:srgbClr val="231F20"/>
                </a:solidFill>
                <a:latin typeface="Bookman Old Style"/>
                <a:cs typeface="Bookman Old Style"/>
              </a:rPr>
              <a:t>We</a:t>
            </a:r>
            <a:r>
              <a:rPr dirty="0" sz="1000" spc="-4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can</a:t>
            </a:r>
            <a:r>
              <a:rPr dirty="0" sz="1000" spc="-4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write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5338571" y="2599943"/>
            <a:ext cx="165100" cy="0"/>
          </a:xfrm>
          <a:custGeom>
            <a:avLst/>
            <a:gdLst/>
            <a:ahLst/>
            <a:cxnLst/>
            <a:rect l="l" t="t" r="r" b="b"/>
            <a:pathLst>
              <a:path w="165100" h="0">
                <a:moveTo>
                  <a:pt x="0" y="0"/>
                </a:moveTo>
                <a:lnTo>
                  <a:pt x="164591" y="0"/>
                </a:lnTo>
              </a:path>
            </a:pathLst>
          </a:custGeom>
          <a:ln w="62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5628132" y="2599943"/>
            <a:ext cx="173990" cy="0"/>
          </a:xfrm>
          <a:custGeom>
            <a:avLst/>
            <a:gdLst/>
            <a:ahLst/>
            <a:cxnLst/>
            <a:rect l="l" t="t" r="r" b="b"/>
            <a:pathLst>
              <a:path w="173989" h="0">
                <a:moveTo>
                  <a:pt x="0" y="0"/>
                </a:moveTo>
                <a:lnTo>
                  <a:pt x="173735" y="0"/>
                </a:lnTo>
              </a:path>
            </a:pathLst>
          </a:custGeom>
          <a:ln w="62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5856732" y="2599943"/>
            <a:ext cx="173990" cy="0"/>
          </a:xfrm>
          <a:custGeom>
            <a:avLst/>
            <a:gdLst/>
            <a:ahLst/>
            <a:cxnLst/>
            <a:rect l="l" t="t" r="r" b="b"/>
            <a:pathLst>
              <a:path w="173989" h="0">
                <a:moveTo>
                  <a:pt x="0" y="0"/>
                </a:moveTo>
                <a:lnTo>
                  <a:pt x="173735" y="0"/>
                </a:lnTo>
              </a:path>
            </a:pathLst>
          </a:custGeom>
          <a:ln w="62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6243828" y="2599943"/>
            <a:ext cx="173990" cy="0"/>
          </a:xfrm>
          <a:custGeom>
            <a:avLst/>
            <a:gdLst/>
            <a:ahLst/>
            <a:cxnLst/>
            <a:rect l="l" t="t" r="r" b="b"/>
            <a:pathLst>
              <a:path w="173989" h="0">
                <a:moveTo>
                  <a:pt x="0" y="0"/>
                </a:moveTo>
                <a:lnTo>
                  <a:pt x="173735" y="0"/>
                </a:lnTo>
              </a:path>
            </a:pathLst>
          </a:custGeom>
          <a:ln w="62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 txBox="1"/>
          <p:nvPr/>
        </p:nvSpPr>
        <p:spPr>
          <a:xfrm>
            <a:off x="5328925" y="2408992"/>
            <a:ext cx="1084580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07975" algn="l"/>
                <a:tab pos="923925" algn="l"/>
              </a:tabLst>
            </a:pPr>
            <a:r>
              <a:rPr dirty="0" sz="1000" spc="-25">
                <a:latin typeface="Bookman Old Style"/>
                <a:cs typeface="Bookman Old Style"/>
              </a:rPr>
              <a:t>d</a:t>
            </a:r>
            <a:r>
              <a:rPr dirty="0" sz="1000" spc="-25" i="1">
                <a:latin typeface="Bookman Old Style"/>
                <a:cs typeface="Bookman Old Style"/>
              </a:rPr>
              <a:t>v</a:t>
            </a:r>
            <a:r>
              <a:rPr dirty="0" sz="1000" i="1">
                <a:latin typeface="Bookman Old Style"/>
                <a:cs typeface="Bookman Old Style"/>
              </a:rPr>
              <a:t>	</a:t>
            </a:r>
            <a:r>
              <a:rPr dirty="0" sz="1000">
                <a:latin typeface="Bookman Old Style"/>
                <a:cs typeface="Bookman Old Style"/>
              </a:rPr>
              <a:t>d</a:t>
            </a:r>
            <a:r>
              <a:rPr dirty="0" sz="1000" i="1">
                <a:latin typeface="Bookman Old Style"/>
                <a:cs typeface="Bookman Old Style"/>
              </a:rPr>
              <a:t>v</a:t>
            </a:r>
            <a:r>
              <a:rPr dirty="0" sz="1000" spc="300" i="1">
                <a:latin typeface="Bookman Old Style"/>
                <a:cs typeface="Bookman Old Style"/>
              </a:rPr>
              <a:t> </a:t>
            </a:r>
            <a:r>
              <a:rPr dirty="0" sz="1000" spc="-25">
                <a:latin typeface="Bookman Old Style"/>
                <a:cs typeface="Bookman Old Style"/>
              </a:rPr>
              <a:t>d</a:t>
            </a:r>
            <a:r>
              <a:rPr dirty="0" sz="1000" spc="-25" i="1">
                <a:latin typeface="Bookman Old Style"/>
                <a:cs typeface="Bookman Old Style"/>
              </a:rPr>
              <a:t>x</a:t>
            </a:r>
            <a:r>
              <a:rPr dirty="0" sz="1000" i="1">
                <a:latin typeface="Bookman Old Style"/>
                <a:cs typeface="Bookman Old Style"/>
              </a:rPr>
              <a:t>	</a:t>
            </a:r>
            <a:r>
              <a:rPr dirty="0" sz="1000" spc="-25">
                <a:latin typeface="Bookman Old Style"/>
                <a:cs typeface="Bookman Old Style"/>
              </a:rPr>
              <a:t>d</a:t>
            </a:r>
            <a:r>
              <a:rPr dirty="0" sz="1000" spc="-25" i="1">
                <a:latin typeface="Bookman Old Style"/>
                <a:cs typeface="Bookman Old Style"/>
              </a:rPr>
              <a:t>v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5341117" y="2591872"/>
            <a:ext cx="1069340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89560" algn="l"/>
                <a:tab pos="908685" algn="l"/>
              </a:tabLst>
            </a:pPr>
            <a:r>
              <a:rPr dirty="0" sz="1000" spc="-25">
                <a:latin typeface="Bookman Old Style"/>
                <a:cs typeface="Bookman Old Style"/>
              </a:rPr>
              <a:t>d</a:t>
            </a:r>
            <a:r>
              <a:rPr dirty="0" sz="1000" spc="-25" i="1">
                <a:latin typeface="Bookman Old Style"/>
                <a:cs typeface="Bookman Old Style"/>
              </a:rPr>
              <a:t>t</a:t>
            </a:r>
            <a:r>
              <a:rPr dirty="0" sz="1000" i="1">
                <a:latin typeface="Bookman Old Style"/>
                <a:cs typeface="Bookman Old Style"/>
              </a:rPr>
              <a:t>	</a:t>
            </a:r>
            <a:r>
              <a:rPr dirty="0" sz="1000">
                <a:latin typeface="Bookman Old Style"/>
                <a:cs typeface="Bookman Old Style"/>
              </a:rPr>
              <a:t>d</a:t>
            </a:r>
            <a:r>
              <a:rPr dirty="0" sz="1000" i="1">
                <a:latin typeface="Bookman Old Style"/>
                <a:cs typeface="Bookman Old Style"/>
              </a:rPr>
              <a:t>x</a:t>
            </a:r>
            <a:r>
              <a:rPr dirty="0" sz="1000" spc="445" i="1">
                <a:latin typeface="Bookman Old Style"/>
                <a:cs typeface="Bookman Old Style"/>
              </a:rPr>
              <a:t> </a:t>
            </a:r>
            <a:r>
              <a:rPr dirty="0" sz="1000" spc="-25">
                <a:latin typeface="Bookman Old Style"/>
                <a:cs typeface="Bookman Old Style"/>
              </a:rPr>
              <a:t>d</a:t>
            </a:r>
            <a:r>
              <a:rPr dirty="0" sz="1000" spc="-25" i="1">
                <a:latin typeface="Bookman Old Style"/>
                <a:cs typeface="Bookman Old Style"/>
              </a:rPr>
              <a:t>t</a:t>
            </a:r>
            <a:r>
              <a:rPr dirty="0" sz="1000" i="1">
                <a:latin typeface="Bookman Old Style"/>
                <a:cs typeface="Bookman Old Style"/>
              </a:rPr>
              <a:t>	</a:t>
            </a:r>
            <a:r>
              <a:rPr dirty="0" sz="1000" spc="-25">
                <a:latin typeface="Bookman Old Style"/>
                <a:cs typeface="Bookman Old Style"/>
              </a:rPr>
              <a:t>d</a:t>
            </a:r>
            <a:r>
              <a:rPr dirty="0" sz="1000" spc="-25" i="1">
                <a:latin typeface="Bookman Old Style"/>
                <a:cs typeface="Bookman Old Style"/>
              </a:rPr>
              <a:t>x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5088131" y="2494337"/>
            <a:ext cx="1139190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41959" algn="l"/>
                <a:tab pos="969644" algn="l"/>
              </a:tabLst>
            </a:pPr>
            <a:r>
              <a:rPr dirty="0" sz="1000" i="1">
                <a:latin typeface="Bookman Old Style"/>
                <a:cs typeface="Bookman Old Style"/>
              </a:rPr>
              <a:t>a</a:t>
            </a:r>
            <a:r>
              <a:rPr dirty="0" sz="1000" spc="50" i="1">
                <a:latin typeface="Bookman Old Style"/>
                <a:cs typeface="Bookman Old Style"/>
              </a:rPr>
              <a:t> </a:t>
            </a:r>
            <a:r>
              <a:rPr dirty="0" sz="1000" spc="-50">
                <a:latin typeface="Symbol"/>
                <a:cs typeface="Symbol"/>
              </a:rPr>
              <a:t>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000" spc="-50">
                <a:latin typeface="Symbol"/>
                <a:cs typeface="Symbol"/>
              </a:rPr>
              <a:t>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000" spc="-10">
                <a:latin typeface="Symbol"/>
                <a:cs typeface="Symbol"/>
              </a:rPr>
              <a:t></a:t>
            </a:r>
            <a:r>
              <a:rPr dirty="0" sz="1000" spc="-100">
                <a:latin typeface="Times New Roman"/>
                <a:cs typeface="Times New Roman"/>
              </a:rPr>
              <a:t> </a:t>
            </a:r>
            <a:r>
              <a:rPr dirty="0" sz="1000" spc="-50" i="1">
                <a:latin typeface="Bookman Old Style"/>
                <a:cs typeface="Bookman Old Style"/>
              </a:rPr>
              <a:t>v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4155440" y="2755886"/>
            <a:ext cx="178879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914400">
              <a:lnSpc>
                <a:spcPct val="100000"/>
              </a:lnSpc>
              <a:spcBef>
                <a:spcPts val="100"/>
              </a:spcBef>
            </a:pP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or,</a:t>
            </a:r>
            <a:r>
              <a:rPr dirty="0" sz="1000" spc="-7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v</a:t>
            </a:r>
            <a:r>
              <a:rPr dirty="0" sz="1000" spc="-25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d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v</a:t>
            </a:r>
            <a:r>
              <a:rPr dirty="0" sz="1000" spc="-40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=</a:t>
            </a:r>
            <a:r>
              <a:rPr dirty="0" sz="1000" spc="-40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a</a:t>
            </a:r>
            <a:r>
              <a:rPr dirty="0" sz="1000" spc="-45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d</a:t>
            </a:r>
            <a:r>
              <a:rPr dirty="0" sz="1000" spc="-25" i="1">
                <a:solidFill>
                  <a:srgbClr val="231F20"/>
                </a:solidFill>
                <a:latin typeface="Bookman Old Style"/>
                <a:cs typeface="Bookman Old Style"/>
              </a:rPr>
              <a:t>x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Integrating</a:t>
            </a:r>
            <a:r>
              <a:rPr dirty="0" sz="1000" spc="-7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both</a:t>
            </a:r>
            <a:r>
              <a:rPr dirty="0" sz="1000" spc="-6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sides,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5197872" y="3133681"/>
            <a:ext cx="746760" cy="1162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692150" algn="l"/>
              </a:tabLst>
            </a:pPr>
            <a:r>
              <a:rPr dirty="0" sz="600" spc="-50" i="1">
                <a:latin typeface="Bookman Old Style"/>
                <a:cs typeface="Bookman Old Style"/>
              </a:rPr>
              <a:t>v</a:t>
            </a:r>
            <a:r>
              <a:rPr dirty="0" sz="600" i="1">
                <a:latin typeface="Bookman Old Style"/>
                <a:cs typeface="Bookman Old Style"/>
              </a:rPr>
              <a:t>	</a:t>
            </a:r>
            <a:r>
              <a:rPr dirty="0" sz="600" spc="-50" i="1">
                <a:latin typeface="Bookman Old Style"/>
                <a:cs typeface="Bookman Old Style"/>
              </a:rPr>
              <a:t>x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5154180" y="3301321"/>
            <a:ext cx="158750" cy="1162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600" spc="-25" i="1">
                <a:latin typeface="Bookman Old Style"/>
                <a:cs typeface="Bookman Old Style"/>
              </a:rPr>
              <a:t>v</a:t>
            </a:r>
            <a:r>
              <a:rPr dirty="0" baseline="-16666" sz="750" spc="-37">
                <a:latin typeface="Bookman Old Style"/>
                <a:cs typeface="Bookman Old Style"/>
              </a:rPr>
              <a:t>0</a:t>
            </a:r>
            <a:endParaRPr baseline="-16666" sz="750">
              <a:latin typeface="Bookman Old Style"/>
              <a:cs typeface="Bookman Old Style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5833878" y="3301321"/>
            <a:ext cx="164465" cy="1162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600" spc="-10" i="1">
                <a:latin typeface="Bookman Old Style"/>
                <a:cs typeface="Bookman Old Style"/>
              </a:rPr>
              <a:t>x</a:t>
            </a:r>
            <a:r>
              <a:rPr dirty="0" sz="600" spc="-120" i="1">
                <a:latin typeface="Bookman Old Style"/>
                <a:cs typeface="Bookman Old Style"/>
              </a:rPr>
              <a:t> </a:t>
            </a:r>
            <a:r>
              <a:rPr dirty="0" baseline="-16666" sz="750" spc="-89">
                <a:latin typeface="Bookman Old Style"/>
                <a:cs typeface="Bookman Old Style"/>
              </a:rPr>
              <a:t>0</a:t>
            </a:r>
            <a:endParaRPr baseline="-16666" sz="750">
              <a:latin typeface="Bookman Old Style"/>
              <a:cs typeface="Bookman Old Style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5091174" y="3157823"/>
            <a:ext cx="78105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-50">
                <a:latin typeface="Symbol"/>
                <a:cs typeface="Symbol"/>
              </a:rPr>
              <a:t></a:t>
            </a:r>
            <a:endParaRPr sz="1450">
              <a:latin typeface="Symbol"/>
              <a:cs typeface="Symbol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5767805" y="3157823"/>
            <a:ext cx="78105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-50">
                <a:latin typeface="Symbol"/>
                <a:cs typeface="Symbol"/>
              </a:rPr>
              <a:t></a:t>
            </a:r>
            <a:endParaRPr sz="1450">
              <a:latin typeface="Symbol"/>
              <a:cs typeface="Symbol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5286253" y="3180988"/>
            <a:ext cx="972185" cy="17653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701040" algn="l"/>
              </a:tabLst>
            </a:pPr>
            <a:r>
              <a:rPr dirty="0" sz="950" i="1">
                <a:latin typeface="Bookman Old Style"/>
                <a:cs typeface="Bookman Old Style"/>
              </a:rPr>
              <a:t>v</a:t>
            </a:r>
            <a:r>
              <a:rPr dirty="0" sz="950" spc="-70" i="1">
                <a:latin typeface="Bookman Old Style"/>
                <a:cs typeface="Bookman Old Style"/>
              </a:rPr>
              <a:t> </a:t>
            </a:r>
            <a:r>
              <a:rPr dirty="0" sz="950">
                <a:latin typeface="Bookman Old Style"/>
                <a:cs typeface="Bookman Old Style"/>
              </a:rPr>
              <a:t>d</a:t>
            </a:r>
            <a:r>
              <a:rPr dirty="0" sz="950" i="1">
                <a:latin typeface="Bookman Old Style"/>
                <a:cs typeface="Bookman Old Style"/>
              </a:rPr>
              <a:t>v</a:t>
            </a:r>
            <a:r>
              <a:rPr dirty="0" sz="950" spc="459" i="1">
                <a:latin typeface="Bookman Old Style"/>
                <a:cs typeface="Bookman Old Style"/>
              </a:rPr>
              <a:t> </a:t>
            </a:r>
            <a:r>
              <a:rPr dirty="0" sz="950" spc="-50">
                <a:latin typeface="Symbol"/>
                <a:cs typeface="Symbol"/>
              </a:rPr>
              <a:t></a:t>
            </a:r>
            <a:r>
              <a:rPr dirty="0" sz="950">
                <a:latin typeface="Times New Roman"/>
                <a:cs typeface="Times New Roman"/>
              </a:rPr>
              <a:t>	</a:t>
            </a:r>
            <a:r>
              <a:rPr dirty="0" sz="950" i="1">
                <a:latin typeface="Bookman Old Style"/>
                <a:cs typeface="Bookman Old Style"/>
              </a:rPr>
              <a:t>a</a:t>
            </a:r>
            <a:r>
              <a:rPr dirty="0" sz="950" spc="-45" i="1">
                <a:latin typeface="Bookman Old Style"/>
                <a:cs typeface="Bookman Old Style"/>
              </a:rPr>
              <a:t> </a:t>
            </a:r>
            <a:r>
              <a:rPr dirty="0" sz="950" spc="-25">
                <a:latin typeface="Bookman Old Style"/>
                <a:cs typeface="Bookman Old Style"/>
              </a:rPr>
              <a:t>d</a:t>
            </a:r>
            <a:r>
              <a:rPr dirty="0" sz="950" spc="-25" i="1">
                <a:latin typeface="Bookman Old Style"/>
                <a:cs typeface="Bookman Old Style"/>
              </a:rPr>
              <a:t>x</a:t>
            </a:r>
            <a:endParaRPr sz="950">
              <a:latin typeface="Bookman Old Style"/>
              <a:cs typeface="Bookman Old Style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5844037" y="3574384"/>
            <a:ext cx="71755" cy="2203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 spc="-50">
                <a:latin typeface="Symbol"/>
                <a:cs typeface="Symbol"/>
              </a:rPr>
              <a:t></a:t>
            </a:r>
            <a:endParaRPr sz="1250">
              <a:latin typeface="Symbol"/>
              <a:cs typeface="Symbol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6197605" y="3682562"/>
            <a:ext cx="72390" cy="1155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600" spc="-50">
                <a:latin typeface="Bookman Old Style"/>
                <a:cs typeface="Bookman Old Style"/>
              </a:rPr>
              <a:t>0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5094237" y="3594779"/>
            <a:ext cx="443230" cy="2806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  <a:tabLst>
                <a:tab pos="344170" algn="l"/>
              </a:tabLst>
            </a:pPr>
            <a:r>
              <a:rPr dirty="0" u="sng" sz="600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	</a:t>
            </a:r>
            <a:r>
              <a:rPr dirty="0" u="sng" sz="600" spc="-50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0</a:t>
            </a:r>
            <a:r>
              <a:rPr dirty="0" u="sng" sz="600" spc="500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 </a:t>
            </a:r>
            <a:endParaRPr sz="600">
              <a:latin typeface="Bookman Old Style"/>
              <a:cs typeface="Bookman Old Style"/>
            </a:endParaRPr>
          </a:p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950" spc="-50">
                <a:latin typeface="Bookman Old Style"/>
                <a:cs typeface="Bookman Old Style"/>
              </a:rPr>
              <a:t>2</a:t>
            </a:r>
            <a:endParaRPr sz="950">
              <a:latin typeface="Bookman Old Style"/>
              <a:cs typeface="Bookman Old Style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5068827" y="3519710"/>
            <a:ext cx="470534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 sz="950" i="1">
                <a:latin typeface="Bookman Old Style"/>
                <a:cs typeface="Bookman Old Style"/>
              </a:rPr>
              <a:t>v</a:t>
            </a:r>
            <a:r>
              <a:rPr dirty="0" sz="950" spc="-195" i="1">
                <a:latin typeface="Bookman Old Style"/>
                <a:cs typeface="Bookman Old Style"/>
              </a:rPr>
              <a:t> </a:t>
            </a:r>
            <a:r>
              <a:rPr dirty="0" baseline="41666" sz="900">
                <a:latin typeface="Bookman Old Style"/>
                <a:cs typeface="Bookman Old Style"/>
              </a:rPr>
              <a:t>2</a:t>
            </a:r>
            <a:r>
              <a:rPr dirty="0" baseline="41666" sz="900" spc="315">
                <a:latin typeface="Bookman Old Style"/>
                <a:cs typeface="Bookman Old Style"/>
              </a:rPr>
              <a:t> </a:t>
            </a:r>
            <a:r>
              <a:rPr dirty="0" sz="950">
                <a:latin typeface="Bookman Old Style"/>
                <a:cs typeface="Bookman Old Style"/>
              </a:rPr>
              <a:t>–</a:t>
            </a:r>
            <a:r>
              <a:rPr dirty="0" sz="950" spc="-50">
                <a:latin typeface="Bookman Old Style"/>
                <a:cs typeface="Bookman Old Style"/>
              </a:rPr>
              <a:t> </a:t>
            </a:r>
            <a:r>
              <a:rPr dirty="0" sz="950" spc="-25" i="1">
                <a:latin typeface="Bookman Old Style"/>
                <a:cs typeface="Bookman Old Style"/>
              </a:rPr>
              <a:t>v</a:t>
            </a:r>
            <a:r>
              <a:rPr dirty="0" baseline="41666" sz="900" spc="-37">
                <a:latin typeface="Bookman Old Style"/>
                <a:cs typeface="Bookman Old Style"/>
              </a:rPr>
              <a:t>2</a:t>
            </a:r>
            <a:endParaRPr baseline="41666" sz="900">
              <a:latin typeface="Bookman Old Style"/>
              <a:cs typeface="Bookman Old Style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5594101" y="3602006"/>
            <a:ext cx="617855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>
                <a:latin typeface="Symbol"/>
                <a:cs typeface="Symbol"/>
              </a:rPr>
              <a:t></a:t>
            </a:r>
            <a:r>
              <a:rPr dirty="0" sz="950" spc="365">
                <a:latin typeface="Times New Roman"/>
                <a:cs typeface="Times New Roman"/>
              </a:rPr>
              <a:t> </a:t>
            </a:r>
            <a:r>
              <a:rPr dirty="0" sz="950" i="1">
                <a:latin typeface="Bookman Old Style"/>
                <a:cs typeface="Bookman Old Style"/>
              </a:rPr>
              <a:t>a</a:t>
            </a:r>
            <a:r>
              <a:rPr dirty="0" sz="950" spc="370" i="1">
                <a:latin typeface="Bookman Old Style"/>
                <a:cs typeface="Bookman Old Style"/>
              </a:rPr>
              <a:t> </a:t>
            </a:r>
            <a:r>
              <a:rPr dirty="0" sz="950" i="1">
                <a:latin typeface="Bookman Old Style"/>
                <a:cs typeface="Bookman Old Style"/>
              </a:rPr>
              <a:t>x</a:t>
            </a:r>
            <a:r>
              <a:rPr dirty="0" sz="950" spc="155" i="1">
                <a:latin typeface="Bookman Old Style"/>
                <a:cs typeface="Bookman Old Style"/>
              </a:rPr>
              <a:t> </a:t>
            </a:r>
            <a:r>
              <a:rPr dirty="0" sz="950">
                <a:latin typeface="Bookman Old Style"/>
                <a:cs typeface="Bookman Old Style"/>
              </a:rPr>
              <a:t>–</a:t>
            </a:r>
            <a:r>
              <a:rPr dirty="0" sz="950" spc="5">
                <a:latin typeface="Bookman Old Style"/>
                <a:cs typeface="Bookman Old Style"/>
              </a:rPr>
              <a:t> </a:t>
            </a:r>
            <a:r>
              <a:rPr dirty="0" sz="950" spc="-50" i="1">
                <a:latin typeface="Bookman Old Style"/>
                <a:cs typeface="Bookman Old Style"/>
              </a:rPr>
              <a:t>x</a:t>
            </a:r>
            <a:endParaRPr sz="950">
              <a:latin typeface="Bookman Old Style"/>
              <a:cs typeface="Bookman Old Style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5164331" y="3917970"/>
            <a:ext cx="351155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289560" algn="l"/>
              </a:tabLst>
            </a:pPr>
            <a:r>
              <a:rPr dirty="0" sz="600" spc="-50">
                <a:latin typeface="Bookman Old Style"/>
                <a:cs typeface="Bookman Old Style"/>
              </a:rPr>
              <a:t>2</a:t>
            </a:r>
            <a:r>
              <a:rPr dirty="0" sz="600">
                <a:latin typeface="Bookman Old Style"/>
                <a:cs typeface="Bookman Old Style"/>
              </a:rPr>
              <a:t>	</a:t>
            </a:r>
            <a:r>
              <a:rPr dirty="0" sz="600" spc="-50">
                <a:latin typeface="Bookman Old Style"/>
                <a:cs typeface="Bookman Old Style"/>
              </a:rPr>
              <a:t>2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5435605" y="4006362"/>
            <a:ext cx="814705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753110" algn="l"/>
              </a:tabLst>
            </a:pPr>
            <a:r>
              <a:rPr dirty="0" sz="600" spc="-50">
                <a:latin typeface="Bookman Old Style"/>
                <a:cs typeface="Bookman Old Style"/>
              </a:rPr>
              <a:t>0</a:t>
            </a:r>
            <a:r>
              <a:rPr dirty="0" sz="600">
                <a:latin typeface="Bookman Old Style"/>
                <a:cs typeface="Bookman Old Style"/>
              </a:rPr>
              <a:t>	</a:t>
            </a:r>
            <a:r>
              <a:rPr dirty="0" sz="600" spc="-50">
                <a:latin typeface="Bookman Old Style"/>
                <a:cs typeface="Bookman Old Style"/>
              </a:rPr>
              <a:t>0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5819653" y="3574384"/>
            <a:ext cx="522605" cy="54419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25"/>
              </a:spcBef>
            </a:pPr>
            <a:r>
              <a:rPr dirty="0" sz="1250" spc="-50">
                <a:latin typeface="Symbol"/>
                <a:cs typeface="Symbol"/>
              </a:rPr>
              <a:t></a:t>
            </a:r>
            <a:endParaRPr sz="1250">
              <a:latin typeface="Symbol"/>
              <a:cs typeface="Symbol"/>
            </a:endParaRPr>
          </a:p>
          <a:p>
            <a:pPr marL="12700">
              <a:lnSpc>
                <a:spcPct val="100000"/>
              </a:lnSpc>
              <a:spcBef>
                <a:spcPts val="995"/>
              </a:spcBef>
            </a:pPr>
            <a:r>
              <a:rPr dirty="0" sz="1300">
                <a:latin typeface="Symbol"/>
                <a:cs typeface="Symbol"/>
              </a:rPr>
              <a:t></a:t>
            </a:r>
            <a:r>
              <a:rPr dirty="0" baseline="2777" sz="1500" i="1">
                <a:latin typeface="Bookman Old Style"/>
                <a:cs typeface="Bookman Old Style"/>
              </a:rPr>
              <a:t>x</a:t>
            </a:r>
            <a:r>
              <a:rPr dirty="0" baseline="2777" sz="1500" spc="120" i="1">
                <a:latin typeface="Bookman Old Style"/>
                <a:cs typeface="Bookman Old Style"/>
              </a:rPr>
              <a:t> </a:t>
            </a:r>
            <a:r>
              <a:rPr dirty="0" baseline="2777" sz="1500">
                <a:latin typeface="Bookman Old Style"/>
                <a:cs typeface="Bookman Old Style"/>
              </a:rPr>
              <a:t>–</a:t>
            </a:r>
            <a:r>
              <a:rPr dirty="0" baseline="2777" sz="1500" spc="-22">
                <a:latin typeface="Bookman Old Style"/>
                <a:cs typeface="Bookman Old Style"/>
              </a:rPr>
              <a:t> </a:t>
            </a:r>
            <a:r>
              <a:rPr dirty="0" baseline="2777" sz="1500" i="1">
                <a:latin typeface="Bookman Old Style"/>
                <a:cs typeface="Bookman Old Style"/>
              </a:rPr>
              <a:t>x</a:t>
            </a:r>
            <a:r>
              <a:rPr dirty="0" baseline="2777" sz="1500" spc="517" i="1">
                <a:latin typeface="Bookman Old Style"/>
                <a:cs typeface="Bookman Old Style"/>
              </a:rPr>
              <a:t> </a:t>
            </a:r>
            <a:r>
              <a:rPr dirty="0" sz="1300" spc="-50">
                <a:latin typeface="Symbol"/>
                <a:cs typeface="Symbol"/>
              </a:rPr>
              <a:t></a:t>
            </a:r>
            <a:endParaRPr sz="1300">
              <a:latin typeface="Symbol"/>
              <a:cs typeface="Symbol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5085083" y="3924231"/>
            <a:ext cx="730885" cy="1803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000" i="1">
                <a:latin typeface="Bookman Old Style"/>
                <a:cs typeface="Bookman Old Style"/>
              </a:rPr>
              <a:t>v</a:t>
            </a:r>
            <a:r>
              <a:rPr dirty="0" sz="1000" spc="125" i="1">
                <a:latin typeface="Bookman Old Style"/>
                <a:cs typeface="Bookman Old Style"/>
              </a:rPr>
              <a:t>  </a:t>
            </a:r>
            <a:r>
              <a:rPr dirty="0" sz="1000">
                <a:latin typeface="Symbol"/>
                <a:cs typeface="Symbol"/>
              </a:rPr>
              <a:t>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 i="1">
                <a:latin typeface="Bookman Old Style"/>
                <a:cs typeface="Bookman Old Style"/>
              </a:rPr>
              <a:t>v</a:t>
            </a:r>
            <a:r>
              <a:rPr dirty="0" sz="1000" spc="110" i="1">
                <a:latin typeface="Bookman Old Style"/>
                <a:cs typeface="Bookman Old Style"/>
              </a:rPr>
              <a:t>  </a:t>
            </a:r>
            <a:r>
              <a:rPr dirty="0" sz="1000">
                <a:latin typeface="Symbol"/>
                <a:cs typeface="Symbol"/>
              </a:rPr>
              <a:t>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25">
                <a:latin typeface="Bookman Old Style"/>
                <a:cs typeface="Bookman Old Style"/>
              </a:rPr>
              <a:t>2</a:t>
            </a:r>
            <a:r>
              <a:rPr dirty="0" sz="1000" spc="-25" i="1">
                <a:latin typeface="Bookman Old Style"/>
                <a:cs typeface="Bookman Old Style"/>
              </a:rPr>
              <a:t>a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4155440" y="4127500"/>
            <a:ext cx="2933700" cy="787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000" spc="-65" i="1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-10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40" i="1">
                <a:solidFill>
                  <a:srgbClr val="231F20"/>
                </a:solidFill>
                <a:latin typeface="Bookman Old Style"/>
                <a:cs typeface="Bookman Old Style"/>
              </a:rPr>
              <a:t>advantage</a:t>
            </a:r>
            <a:r>
              <a:rPr dirty="0" sz="1000" spc="-30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70" i="1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1000" spc="-5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40" i="1">
                <a:solidFill>
                  <a:srgbClr val="231F20"/>
                </a:solidFill>
                <a:latin typeface="Bookman Old Style"/>
                <a:cs typeface="Bookman Old Style"/>
              </a:rPr>
              <a:t>this</a:t>
            </a:r>
            <a:r>
              <a:rPr dirty="0" sz="1000" spc="-10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35" i="1">
                <a:solidFill>
                  <a:srgbClr val="231F20"/>
                </a:solidFill>
                <a:latin typeface="Bookman Old Style"/>
                <a:cs typeface="Bookman Old Style"/>
              </a:rPr>
              <a:t>method</a:t>
            </a:r>
            <a:r>
              <a:rPr dirty="0" sz="1000" spc="-10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70" i="1">
                <a:solidFill>
                  <a:srgbClr val="231F20"/>
                </a:solidFill>
                <a:latin typeface="Bookman Old Style"/>
                <a:cs typeface="Bookman Old Style"/>
              </a:rPr>
              <a:t>is</a:t>
            </a:r>
            <a:r>
              <a:rPr dirty="0" sz="1000" spc="-5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50" i="1">
                <a:solidFill>
                  <a:srgbClr val="231F20"/>
                </a:solidFill>
                <a:latin typeface="Bookman Old Style"/>
                <a:cs typeface="Bookman Old Style"/>
              </a:rPr>
              <a:t>that</a:t>
            </a:r>
            <a:r>
              <a:rPr dirty="0" sz="1000" spc="-10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65" i="1">
                <a:solidFill>
                  <a:srgbClr val="231F20"/>
                </a:solidFill>
                <a:latin typeface="Bookman Old Style"/>
                <a:cs typeface="Bookman Old Style"/>
              </a:rPr>
              <a:t>it</a:t>
            </a:r>
            <a:r>
              <a:rPr dirty="0" sz="1000" spc="-10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65" i="1">
                <a:solidFill>
                  <a:srgbClr val="231F20"/>
                </a:solidFill>
                <a:latin typeface="Bookman Old Style"/>
                <a:cs typeface="Bookman Old Style"/>
              </a:rPr>
              <a:t>can</a:t>
            </a:r>
            <a:r>
              <a:rPr dirty="0" sz="1000" spc="-10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70" i="1">
                <a:solidFill>
                  <a:srgbClr val="231F20"/>
                </a:solidFill>
                <a:latin typeface="Bookman Old Style"/>
                <a:cs typeface="Bookman Old Style"/>
              </a:rPr>
              <a:t>be</a:t>
            </a:r>
            <a:r>
              <a:rPr dirty="0" sz="1000" spc="-5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20" i="1">
                <a:solidFill>
                  <a:srgbClr val="231F20"/>
                </a:solidFill>
                <a:latin typeface="Bookman Old Style"/>
                <a:cs typeface="Bookman Old Style"/>
              </a:rPr>
              <a:t>used </a:t>
            </a:r>
            <a:r>
              <a:rPr dirty="0" sz="1000" spc="45" i="1">
                <a:solidFill>
                  <a:srgbClr val="231F20"/>
                </a:solidFill>
                <a:latin typeface="Bookman Old Style"/>
                <a:cs typeface="Bookman Old Style"/>
              </a:rPr>
              <a:t>for</a:t>
            </a:r>
            <a:r>
              <a:rPr dirty="0" sz="1000" spc="315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55" i="1">
                <a:solidFill>
                  <a:srgbClr val="231F20"/>
                </a:solidFill>
                <a:latin typeface="Bookman Old Style"/>
                <a:cs typeface="Bookman Old Style"/>
              </a:rPr>
              <a:t>motion</a:t>
            </a:r>
            <a:r>
              <a:rPr dirty="0" sz="1000" spc="315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50" i="1">
                <a:solidFill>
                  <a:srgbClr val="231F20"/>
                </a:solidFill>
                <a:latin typeface="Bookman Old Style"/>
                <a:cs typeface="Bookman Old Style"/>
              </a:rPr>
              <a:t>with</a:t>
            </a:r>
            <a:r>
              <a:rPr dirty="0" sz="1000" spc="320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60" i="1">
                <a:solidFill>
                  <a:srgbClr val="231F20"/>
                </a:solidFill>
                <a:latin typeface="Bookman Old Style"/>
                <a:cs typeface="Bookman Old Style"/>
              </a:rPr>
              <a:t>non-</a:t>
            </a:r>
            <a:r>
              <a:rPr dirty="0" sz="1000" spc="50" i="1">
                <a:solidFill>
                  <a:srgbClr val="231F20"/>
                </a:solidFill>
                <a:latin typeface="Bookman Old Style"/>
                <a:cs typeface="Bookman Old Style"/>
              </a:rPr>
              <a:t>uniform</a:t>
            </a:r>
            <a:r>
              <a:rPr dirty="0" sz="1000" spc="315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60" i="1">
                <a:solidFill>
                  <a:srgbClr val="231F20"/>
                </a:solidFill>
                <a:latin typeface="Bookman Old Style"/>
                <a:cs typeface="Bookman Old Style"/>
              </a:rPr>
              <a:t>acceleration </a:t>
            </a:r>
            <a:r>
              <a:rPr dirty="0" sz="1000" spc="-10" i="1">
                <a:solidFill>
                  <a:srgbClr val="231F20"/>
                </a:solidFill>
                <a:latin typeface="Bookman Old Style"/>
                <a:cs typeface="Bookman Old Style"/>
              </a:rPr>
              <a:t>also.</a:t>
            </a:r>
            <a:endParaRPr sz="1000">
              <a:latin typeface="Bookman Old Style"/>
              <a:cs typeface="Bookman Old Style"/>
            </a:endParaRPr>
          </a:p>
          <a:p>
            <a:pPr algn="just" marL="12700" marR="13335" indent="152400">
              <a:lnSpc>
                <a:spcPct val="100000"/>
              </a:lnSpc>
              <a:tabLst>
                <a:tab pos="2795270" algn="l"/>
              </a:tabLst>
            </a:pP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Now,</a:t>
            </a:r>
            <a:r>
              <a:rPr dirty="0" sz="1000" spc="9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we</a:t>
            </a:r>
            <a:r>
              <a:rPr dirty="0" sz="1000" spc="9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shall</a:t>
            </a:r>
            <a:r>
              <a:rPr dirty="0" sz="1000" spc="9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use</a:t>
            </a:r>
            <a:r>
              <a:rPr dirty="0" sz="1000" spc="9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these</a:t>
            </a:r>
            <a:r>
              <a:rPr dirty="0" sz="1000" spc="9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equations</a:t>
            </a:r>
            <a:r>
              <a:rPr dirty="0" sz="1000" spc="9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to</a:t>
            </a:r>
            <a:r>
              <a:rPr dirty="0" sz="1000" spc="9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some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important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 cases.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	</a:t>
            </a:r>
            <a:r>
              <a:rPr dirty="0" sz="1000" spc="-50">
                <a:solidFill>
                  <a:srgbClr val="00AEEF"/>
                </a:solidFill>
                <a:latin typeface="Wingdings 3"/>
                <a:cs typeface="Wingdings 3"/>
              </a:rPr>
              <a:t></a:t>
            </a:r>
            <a:endParaRPr sz="1000">
              <a:latin typeface="Wingdings 3"/>
              <a:cs typeface="Wingdings 3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4181855" y="4978389"/>
            <a:ext cx="2882265" cy="1392555"/>
          </a:xfrm>
          <a:prstGeom prst="rect">
            <a:avLst/>
          </a:prstGeom>
          <a:solidFill>
            <a:srgbClr val="D4EFFC"/>
          </a:solidFill>
          <a:ln w="6095">
            <a:solidFill>
              <a:srgbClr val="231F20"/>
            </a:solidFill>
          </a:ln>
        </p:spPr>
        <p:txBody>
          <a:bodyPr wrap="square" lIns="0" tIns="45720" rIns="0" bIns="0" rtlCol="0" vert="horz">
            <a:spAutoFit/>
          </a:bodyPr>
          <a:lstStyle/>
          <a:p>
            <a:pPr algn="just" marL="153670" marR="153035">
              <a:lnSpc>
                <a:spcPct val="100000"/>
              </a:lnSpc>
              <a:spcBef>
                <a:spcPts val="360"/>
              </a:spcBef>
            </a:pPr>
            <a:r>
              <a:rPr dirty="0" sz="1000" spc="-10" b="1" i="1">
                <a:solidFill>
                  <a:srgbClr val="00AEEF"/>
                </a:solidFill>
                <a:latin typeface="Bookman Old Style"/>
                <a:cs typeface="Bookman Old Style"/>
              </a:rPr>
              <a:t>Example</a:t>
            </a:r>
            <a:r>
              <a:rPr dirty="0" sz="1000" spc="105" b="1" i="1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b="1" i="1">
                <a:solidFill>
                  <a:srgbClr val="00AEEF"/>
                </a:solidFill>
                <a:latin typeface="Bookman Old Style"/>
                <a:cs typeface="Bookman Old Style"/>
              </a:rPr>
              <a:t>2.3</a:t>
            </a:r>
            <a:r>
              <a:rPr dirty="0" sz="1000" spc="125" b="1" i="1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A</a:t>
            </a:r>
            <a:r>
              <a:rPr dirty="0" sz="1000" spc="100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ball</a:t>
            </a:r>
            <a:r>
              <a:rPr dirty="0" sz="1000" spc="100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-5">
                <a:solidFill>
                  <a:srgbClr val="00AEEF"/>
                </a:solidFill>
                <a:latin typeface="Bookman Old Style"/>
                <a:cs typeface="Bookman Old Style"/>
              </a:rPr>
              <a:t>is</a:t>
            </a:r>
            <a:r>
              <a:rPr dirty="0" sz="1000" spc="100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thrown</a:t>
            </a:r>
            <a:r>
              <a:rPr dirty="0" sz="1000" spc="100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vertically upwards</a:t>
            </a:r>
            <a:r>
              <a:rPr dirty="0" sz="1000" spc="40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with</a:t>
            </a:r>
            <a:r>
              <a:rPr dirty="0" sz="1000" spc="40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a</a:t>
            </a:r>
            <a:r>
              <a:rPr dirty="0" sz="1000" spc="40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-5">
                <a:solidFill>
                  <a:srgbClr val="00AEEF"/>
                </a:solidFill>
                <a:latin typeface="Bookman Old Style"/>
                <a:cs typeface="Bookman Old Style"/>
              </a:rPr>
              <a:t>velocity</a:t>
            </a:r>
            <a:r>
              <a:rPr dirty="0" sz="1000" spc="40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-5">
                <a:solidFill>
                  <a:srgbClr val="00AEEF"/>
                </a:solidFill>
                <a:latin typeface="Bookman Old Style"/>
                <a:cs typeface="Bookman Old Style"/>
              </a:rPr>
              <a:t>of</a:t>
            </a:r>
            <a:r>
              <a:rPr dirty="0" sz="1000" spc="40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00AEEF"/>
                </a:solidFill>
                <a:latin typeface="Bookman Old Style"/>
                <a:cs typeface="Bookman Old Style"/>
              </a:rPr>
              <a:t>20</a:t>
            </a:r>
            <a:r>
              <a:rPr dirty="0" sz="1000" spc="40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m</a:t>
            </a:r>
            <a:r>
              <a:rPr dirty="0" sz="1000" spc="40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s</a:t>
            </a:r>
            <a:r>
              <a:rPr dirty="0" baseline="29914" sz="975">
                <a:solidFill>
                  <a:srgbClr val="00AEEF"/>
                </a:solidFill>
                <a:latin typeface="Bookman Old Style"/>
                <a:cs typeface="Bookman Old Style"/>
              </a:rPr>
              <a:t>–1</a:t>
            </a:r>
            <a:r>
              <a:rPr dirty="0" baseline="29914" sz="975" spc="232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-5">
                <a:solidFill>
                  <a:srgbClr val="00AEEF"/>
                </a:solidFill>
                <a:latin typeface="Bookman Old Style"/>
                <a:cs typeface="Bookman Old Style"/>
              </a:rPr>
              <a:t>from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10">
                <a:solidFill>
                  <a:srgbClr val="00AEEF"/>
                </a:solidFill>
                <a:latin typeface="Bookman Old Style"/>
                <a:cs typeface="Bookman Old Style"/>
              </a:rPr>
              <a:t>the</a:t>
            </a:r>
            <a:r>
              <a:rPr dirty="0" sz="1000" spc="220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10">
                <a:solidFill>
                  <a:srgbClr val="00AEEF"/>
                </a:solidFill>
                <a:latin typeface="Bookman Old Style"/>
                <a:cs typeface="Bookman Old Style"/>
              </a:rPr>
              <a:t>top</a:t>
            </a:r>
            <a:r>
              <a:rPr dirty="0" sz="1000" spc="220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5">
                <a:solidFill>
                  <a:srgbClr val="00AEEF"/>
                </a:solidFill>
                <a:latin typeface="Bookman Old Style"/>
                <a:cs typeface="Bookman Old Style"/>
              </a:rPr>
              <a:t>of</a:t>
            </a:r>
            <a:r>
              <a:rPr dirty="0" sz="1000" spc="220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a</a:t>
            </a:r>
            <a:r>
              <a:rPr dirty="0" sz="1000" spc="220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25">
                <a:solidFill>
                  <a:srgbClr val="00AEEF"/>
                </a:solidFill>
                <a:latin typeface="Bookman Old Style"/>
                <a:cs typeface="Bookman Old Style"/>
              </a:rPr>
              <a:t>multistore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y</a:t>
            </a:r>
            <a:r>
              <a:rPr dirty="0" sz="1000" spc="220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15">
                <a:solidFill>
                  <a:srgbClr val="00AEEF"/>
                </a:solidFill>
                <a:latin typeface="Bookman Old Style"/>
                <a:cs typeface="Bookman Old Style"/>
              </a:rPr>
              <a:t>building.</a:t>
            </a:r>
            <a:r>
              <a:rPr dirty="0" sz="1000" spc="220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15">
                <a:solidFill>
                  <a:srgbClr val="00AEEF"/>
                </a:solidFill>
                <a:latin typeface="Bookman Old Style"/>
                <a:cs typeface="Bookman Old Style"/>
              </a:rPr>
              <a:t>The</a:t>
            </a:r>
            <a:r>
              <a:rPr dirty="0" sz="1000" spc="20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-5">
                <a:solidFill>
                  <a:srgbClr val="00AEEF"/>
                </a:solidFill>
                <a:latin typeface="Bookman Old Style"/>
                <a:cs typeface="Bookman Old Style"/>
              </a:rPr>
              <a:t>height</a:t>
            </a:r>
            <a:r>
              <a:rPr dirty="0" sz="1000" spc="10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-5">
                <a:solidFill>
                  <a:srgbClr val="00AEEF"/>
                </a:solidFill>
                <a:latin typeface="Bookman Old Style"/>
                <a:cs typeface="Bookman Old Style"/>
              </a:rPr>
              <a:t>of</a:t>
            </a:r>
            <a:r>
              <a:rPr dirty="0" sz="1000" spc="10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-5">
                <a:solidFill>
                  <a:srgbClr val="00AEEF"/>
                </a:solidFill>
                <a:latin typeface="Bookman Old Style"/>
                <a:cs typeface="Bookman Old Style"/>
              </a:rPr>
              <a:t>the</a:t>
            </a:r>
            <a:r>
              <a:rPr dirty="0" sz="1000" spc="10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-5">
                <a:solidFill>
                  <a:srgbClr val="00AEEF"/>
                </a:solidFill>
                <a:latin typeface="Bookman Old Style"/>
                <a:cs typeface="Bookman Old Style"/>
              </a:rPr>
              <a:t>point</a:t>
            </a:r>
            <a:r>
              <a:rPr dirty="0" sz="1000" spc="10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-5">
                <a:solidFill>
                  <a:srgbClr val="00AEEF"/>
                </a:solidFill>
                <a:latin typeface="Bookman Old Style"/>
                <a:cs typeface="Bookman Old Style"/>
              </a:rPr>
              <a:t>from</a:t>
            </a:r>
            <a:r>
              <a:rPr dirty="0" sz="1000" spc="10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-5">
                <a:solidFill>
                  <a:srgbClr val="00AEEF"/>
                </a:solidFill>
                <a:latin typeface="Bookman Old Style"/>
                <a:cs typeface="Bookman Old Style"/>
              </a:rPr>
              <a:t>where</a:t>
            </a:r>
            <a:r>
              <a:rPr dirty="0" sz="1000" spc="10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-5">
                <a:solidFill>
                  <a:srgbClr val="00AEEF"/>
                </a:solidFill>
                <a:latin typeface="Bookman Old Style"/>
                <a:cs typeface="Bookman Old Style"/>
              </a:rPr>
              <a:t>the</a:t>
            </a:r>
            <a:r>
              <a:rPr dirty="0" sz="1000" spc="10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5">
                <a:solidFill>
                  <a:srgbClr val="00AEEF"/>
                </a:solidFill>
                <a:latin typeface="Bookman Old Style"/>
                <a:cs typeface="Bookman Old Style"/>
              </a:rPr>
              <a:t>bal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l</a:t>
            </a:r>
            <a:r>
              <a:rPr dirty="0" sz="1000" spc="10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is </a:t>
            </a:r>
            <a:r>
              <a:rPr dirty="0" sz="1000" spc="-5">
                <a:solidFill>
                  <a:srgbClr val="00AEEF"/>
                </a:solidFill>
                <a:latin typeface="Bookman Old Style"/>
                <a:cs typeface="Bookman Old Style"/>
              </a:rPr>
              <a:t>throw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n</a:t>
            </a:r>
            <a:r>
              <a:rPr dirty="0" sz="1000" spc="-90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00AEEF"/>
                </a:solidFill>
                <a:latin typeface="Bookman Old Style"/>
                <a:cs typeface="Bookman Old Style"/>
              </a:rPr>
              <a:t>is</a:t>
            </a:r>
            <a:r>
              <a:rPr dirty="0" sz="1000" spc="-90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00AEEF"/>
                </a:solidFill>
                <a:latin typeface="Bookman Old Style"/>
                <a:cs typeface="Bookman Old Style"/>
              </a:rPr>
              <a:t>25.0</a:t>
            </a:r>
            <a:r>
              <a:rPr dirty="0" sz="1000" spc="-90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m</a:t>
            </a:r>
            <a:r>
              <a:rPr dirty="0" sz="1000" spc="-90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00AEEF"/>
                </a:solidFill>
                <a:latin typeface="Bookman Old Style"/>
                <a:cs typeface="Bookman Old Style"/>
              </a:rPr>
              <a:t>from</a:t>
            </a:r>
            <a:r>
              <a:rPr dirty="0" sz="1000" spc="-90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00AEEF"/>
                </a:solidFill>
                <a:latin typeface="Bookman Old Style"/>
                <a:cs typeface="Bookman Old Style"/>
              </a:rPr>
              <a:t>the</a:t>
            </a:r>
            <a:r>
              <a:rPr dirty="0" sz="1000" spc="-90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00AEEF"/>
                </a:solidFill>
                <a:latin typeface="Bookman Old Style"/>
                <a:cs typeface="Bookman Old Style"/>
              </a:rPr>
              <a:t>ground.</a:t>
            </a:r>
            <a:r>
              <a:rPr dirty="0" sz="1000" spc="-90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-5">
                <a:solidFill>
                  <a:srgbClr val="00AEEF"/>
                </a:solidFill>
                <a:latin typeface="Bookman Old Style"/>
                <a:cs typeface="Bookman Old Style"/>
              </a:rPr>
              <a:t>(a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)</a:t>
            </a:r>
            <a:r>
              <a:rPr dirty="0" sz="1000" spc="-90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-5">
                <a:solidFill>
                  <a:srgbClr val="00AEEF"/>
                </a:solidFill>
                <a:latin typeface="Bookman Old Style"/>
                <a:cs typeface="Bookman Old Style"/>
              </a:rPr>
              <a:t>How high</a:t>
            </a:r>
            <a:r>
              <a:rPr dirty="0" sz="1000" spc="20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5">
                <a:solidFill>
                  <a:srgbClr val="00AEEF"/>
                </a:solidFill>
                <a:latin typeface="Bookman Old Style"/>
                <a:cs typeface="Bookman Old Style"/>
              </a:rPr>
              <a:t>wil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l</a:t>
            </a:r>
            <a:r>
              <a:rPr dirty="0" sz="1000" spc="20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-5">
                <a:solidFill>
                  <a:srgbClr val="00AEEF"/>
                </a:solidFill>
                <a:latin typeface="Bookman Old Style"/>
                <a:cs typeface="Bookman Old Style"/>
              </a:rPr>
              <a:t>the</a:t>
            </a:r>
            <a:r>
              <a:rPr dirty="0" sz="1000" spc="20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5">
                <a:solidFill>
                  <a:srgbClr val="00AEEF"/>
                </a:solidFill>
                <a:latin typeface="Bookman Old Style"/>
                <a:cs typeface="Bookman Old Style"/>
              </a:rPr>
              <a:t>bal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l</a:t>
            </a:r>
            <a:r>
              <a:rPr dirty="0" sz="1000" spc="20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-5">
                <a:solidFill>
                  <a:srgbClr val="00AEEF"/>
                </a:solidFill>
                <a:latin typeface="Bookman Old Style"/>
                <a:cs typeface="Bookman Old Style"/>
              </a:rPr>
              <a:t>rise</a:t>
            </a:r>
            <a:r>
              <a:rPr dirty="0" sz="1000" spc="20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?</a:t>
            </a:r>
            <a:r>
              <a:rPr dirty="0" sz="1000" spc="360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-5">
                <a:solidFill>
                  <a:srgbClr val="00AEEF"/>
                </a:solidFill>
                <a:latin typeface="Bookman Old Style"/>
                <a:cs typeface="Bookman Old Style"/>
              </a:rPr>
              <a:t>and</a:t>
            </a:r>
            <a:r>
              <a:rPr dirty="0" sz="1000" spc="20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-5">
                <a:solidFill>
                  <a:srgbClr val="00AEEF"/>
                </a:solidFill>
                <a:latin typeface="Bookman Old Style"/>
                <a:cs typeface="Bookman Old Style"/>
              </a:rPr>
              <a:t>(b)</a:t>
            </a:r>
            <a:r>
              <a:rPr dirty="0" sz="1000" spc="20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5">
                <a:solidFill>
                  <a:srgbClr val="00AEEF"/>
                </a:solidFill>
                <a:latin typeface="Bookman Old Style"/>
                <a:cs typeface="Bookman Old Style"/>
              </a:rPr>
              <a:t>ho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w</a:t>
            </a:r>
            <a:r>
              <a:rPr dirty="0" sz="1000" spc="20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-5">
                <a:solidFill>
                  <a:srgbClr val="00AEEF"/>
                </a:solidFill>
                <a:latin typeface="Bookman Old Style"/>
                <a:cs typeface="Bookman Old Style"/>
              </a:rPr>
              <a:t>long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5">
                <a:solidFill>
                  <a:srgbClr val="00AEEF"/>
                </a:solidFill>
                <a:latin typeface="Bookman Old Style"/>
                <a:cs typeface="Bookman Old Style"/>
              </a:rPr>
              <a:t>wil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l</a:t>
            </a:r>
            <a:r>
              <a:rPr dirty="0" sz="1000" spc="20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5">
                <a:solidFill>
                  <a:srgbClr val="00AEEF"/>
                </a:solidFill>
                <a:latin typeface="Bookman Old Style"/>
                <a:cs typeface="Bookman Old Style"/>
              </a:rPr>
              <a:t>i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t</a:t>
            </a:r>
            <a:r>
              <a:rPr dirty="0" sz="1000" spc="20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-5">
                <a:solidFill>
                  <a:srgbClr val="00AEEF"/>
                </a:solidFill>
                <a:latin typeface="Bookman Old Style"/>
                <a:cs typeface="Bookman Old Style"/>
              </a:rPr>
              <a:t>be</a:t>
            </a:r>
            <a:r>
              <a:rPr dirty="0" sz="1000" spc="20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-5">
                <a:solidFill>
                  <a:srgbClr val="00AEEF"/>
                </a:solidFill>
                <a:latin typeface="Bookman Old Style"/>
                <a:cs typeface="Bookman Old Style"/>
              </a:rPr>
              <a:t>before</a:t>
            </a:r>
            <a:r>
              <a:rPr dirty="0" sz="1000" spc="20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-5">
                <a:solidFill>
                  <a:srgbClr val="00AEEF"/>
                </a:solidFill>
                <a:latin typeface="Bookman Old Style"/>
                <a:cs typeface="Bookman Old Style"/>
              </a:rPr>
              <a:t>the</a:t>
            </a:r>
            <a:r>
              <a:rPr dirty="0" sz="1000" spc="20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5">
                <a:solidFill>
                  <a:srgbClr val="00AEEF"/>
                </a:solidFill>
                <a:latin typeface="Bookman Old Style"/>
                <a:cs typeface="Bookman Old Style"/>
              </a:rPr>
              <a:t>bal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l</a:t>
            </a:r>
            <a:r>
              <a:rPr dirty="0" sz="1000" spc="20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-5">
                <a:solidFill>
                  <a:srgbClr val="00AEEF"/>
                </a:solidFill>
                <a:latin typeface="Bookman Old Style"/>
                <a:cs typeface="Bookman Old Style"/>
              </a:rPr>
              <a:t>hits</a:t>
            </a:r>
            <a:r>
              <a:rPr dirty="0" sz="1000" spc="20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-5">
                <a:solidFill>
                  <a:srgbClr val="00AEEF"/>
                </a:solidFill>
                <a:latin typeface="Bookman Old Style"/>
                <a:cs typeface="Bookman Old Style"/>
              </a:rPr>
              <a:t>the</a:t>
            </a:r>
            <a:r>
              <a:rPr dirty="0" sz="1000" spc="20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5">
                <a:solidFill>
                  <a:srgbClr val="00AEEF"/>
                </a:solidFill>
                <a:latin typeface="Bookman Old Style"/>
                <a:cs typeface="Bookman Old Style"/>
              </a:rPr>
              <a:t>ground? </a:t>
            </a:r>
            <a:r>
              <a:rPr dirty="0" sz="1000" spc="-10">
                <a:solidFill>
                  <a:srgbClr val="00AEEF"/>
                </a:solidFill>
                <a:latin typeface="Bookman Old Style"/>
                <a:cs typeface="Bookman Old Style"/>
              </a:rPr>
              <a:t>Take</a:t>
            </a:r>
            <a:r>
              <a:rPr dirty="0" sz="1000" spc="-20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g</a:t>
            </a:r>
            <a:r>
              <a:rPr dirty="0" sz="1000" spc="-20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=</a:t>
            </a:r>
            <a:r>
              <a:rPr dirty="0" sz="1000" spc="-20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00AEEF"/>
                </a:solidFill>
                <a:latin typeface="Bookman Old Style"/>
                <a:cs typeface="Bookman Old Style"/>
              </a:rPr>
              <a:t>10</a:t>
            </a:r>
            <a:r>
              <a:rPr dirty="0" sz="1000" spc="-20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m</a:t>
            </a:r>
            <a:r>
              <a:rPr dirty="0" sz="1000" spc="-20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s</a:t>
            </a:r>
            <a:r>
              <a:rPr dirty="0" baseline="29914" sz="975">
                <a:solidFill>
                  <a:srgbClr val="00AEEF"/>
                </a:solidFill>
                <a:latin typeface="Bookman Old Style"/>
                <a:cs typeface="Bookman Old Style"/>
              </a:rPr>
              <a:t>–</a:t>
            </a:r>
            <a:r>
              <a:rPr dirty="0" baseline="29914" sz="975" spc="-15">
                <a:solidFill>
                  <a:srgbClr val="00AEEF"/>
                </a:solidFill>
                <a:latin typeface="Bookman Old Style"/>
                <a:cs typeface="Bookman Old Style"/>
              </a:rPr>
              <a:t>2</a:t>
            </a:r>
            <a:r>
              <a:rPr dirty="0" sz="1000" spc="-10">
                <a:solidFill>
                  <a:srgbClr val="00AEEF"/>
                </a:solidFill>
                <a:latin typeface="Bookman Old Style"/>
                <a:cs typeface="Bookman Old Style"/>
              </a:rPr>
              <a:t>.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4155440" y="6465315"/>
            <a:ext cx="292925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73735" algn="l"/>
              </a:tabLst>
            </a:pPr>
            <a:r>
              <a:rPr dirty="0" sz="1000" spc="-10" b="1" i="1">
                <a:solidFill>
                  <a:srgbClr val="00AEEF"/>
                </a:solidFill>
                <a:latin typeface="Bookman Old Style"/>
                <a:cs typeface="Bookman Old Style"/>
              </a:rPr>
              <a:t>Answer</a:t>
            </a:r>
            <a:r>
              <a:rPr dirty="0" sz="1000" b="1" i="1">
                <a:solidFill>
                  <a:srgbClr val="00AEEF"/>
                </a:solidFill>
                <a:latin typeface="Bookman Old Style"/>
                <a:cs typeface="Bookman Old Style"/>
              </a:rPr>
              <a:t>	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(a)</a:t>
            </a:r>
            <a:r>
              <a:rPr dirty="0" sz="1000" spc="31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Let</a:t>
            </a:r>
            <a:r>
              <a:rPr dirty="0" sz="1000" spc="31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us</a:t>
            </a:r>
            <a:r>
              <a:rPr dirty="0" sz="1000" spc="31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take</a:t>
            </a:r>
            <a:r>
              <a:rPr dirty="0" sz="1000" spc="31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30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y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-axis</a:t>
            </a:r>
            <a:r>
              <a:rPr dirty="0" sz="1000" spc="31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in</a:t>
            </a:r>
            <a:r>
              <a:rPr dirty="0" sz="1000" spc="31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4155440" y="6617715"/>
            <a:ext cx="2927350" cy="3549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8000"/>
              </a:lnSpc>
              <a:spcBef>
                <a:spcPts val="100"/>
              </a:spcBef>
            </a:pP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vertically</a:t>
            </a:r>
            <a:r>
              <a:rPr dirty="0" sz="1000" spc="29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upward</a:t>
            </a:r>
            <a:r>
              <a:rPr dirty="0" sz="1000" spc="29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direction</a:t>
            </a:r>
            <a:r>
              <a:rPr dirty="0" sz="1000" spc="29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with</a:t>
            </a:r>
            <a:r>
              <a:rPr dirty="0" sz="1000" spc="29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zero</a:t>
            </a:r>
            <a:r>
              <a:rPr dirty="0" sz="1000" spc="30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at</a:t>
            </a:r>
            <a:r>
              <a:rPr dirty="0" sz="1000" spc="29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the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ground,</a:t>
            </a:r>
            <a:r>
              <a:rPr dirty="0" sz="1000" spc="-6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as</a:t>
            </a:r>
            <a:r>
              <a:rPr dirty="0" sz="1000" spc="-5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shown</a:t>
            </a:r>
            <a:r>
              <a:rPr dirty="0" sz="1000" spc="-5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in</a:t>
            </a:r>
            <a:r>
              <a:rPr dirty="0" sz="1000" spc="-5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Fig.</a:t>
            </a:r>
            <a:r>
              <a:rPr dirty="0" sz="1000" spc="-5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2.6.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4728971" y="7058152"/>
            <a:ext cx="40005" cy="1143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 sz="550" spc="-50" i="1">
                <a:solidFill>
                  <a:srgbClr val="231F20"/>
                </a:solidFill>
                <a:latin typeface="Bookman Old Style"/>
                <a:cs typeface="Bookman Old Style"/>
              </a:rPr>
              <a:t>o</a:t>
            </a:r>
            <a:endParaRPr sz="550">
              <a:latin typeface="Bookman Old Style"/>
              <a:cs typeface="Bookman Old Style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4282440" y="6959091"/>
            <a:ext cx="131508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Now</a:t>
            </a:r>
            <a:r>
              <a:rPr dirty="0" sz="1000" spc="25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v</a:t>
            </a:r>
            <a:r>
              <a:rPr dirty="0" sz="1000" spc="210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=</a:t>
            </a:r>
            <a:r>
              <a:rPr dirty="0" sz="1000" spc="-3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+</a:t>
            </a:r>
            <a:r>
              <a:rPr dirty="0" sz="1000" spc="-3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20</a:t>
            </a:r>
            <a:r>
              <a:rPr dirty="0" sz="1000" spc="-3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m</a:t>
            </a:r>
            <a:r>
              <a:rPr dirty="0" sz="1000" spc="-3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s</a:t>
            </a:r>
            <a:r>
              <a:rPr dirty="0" baseline="35353" sz="825">
                <a:solidFill>
                  <a:srgbClr val="231F20"/>
                </a:solidFill>
                <a:latin typeface="Bookman Old Style"/>
                <a:cs typeface="Bookman Old Style"/>
              </a:rPr>
              <a:t>–</a:t>
            </a:r>
            <a:r>
              <a:rPr dirty="0" baseline="35353" sz="825" spc="-37">
                <a:solidFill>
                  <a:srgbClr val="231F20"/>
                </a:solidFill>
                <a:latin typeface="Bookman Old Style"/>
                <a:cs typeface="Bookman Old Style"/>
              </a:rPr>
              <a:t>1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,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4142740" y="7108443"/>
            <a:ext cx="2950845" cy="519430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marL="588010">
              <a:lnSpc>
                <a:spcPct val="100000"/>
              </a:lnSpc>
              <a:spcBef>
                <a:spcPts val="195"/>
              </a:spcBef>
            </a:pP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a</a:t>
            </a:r>
            <a:r>
              <a:rPr dirty="0" sz="1000" spc="295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=</a:t>
            </a:r>
            <a:r>
              <a:rPr dirty="0" sz="1000" spc="28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–</a:t>
            </a:r>
            <a:r>
              <a:rPr dirty="0" sz="1000" spc="-3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g</a:t>
            </a:r>
            <a:r>
              <a:rPr dirty="0" sz="1000" spc="-15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=</a:t>
            </a:r>
            <a:r>
              <a:rPr dirty="0" sz="1000" spc="-20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–10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m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s</a:t>
            </a:r>
            <a:r>
              <a:rPr dirty="0" baseline="35353" sz="825">
                <a:solidFill>
                  <a:srgbClr val="231F20"/>
                </a:solidFill>
                <a:latin typeface="Bookman Old Style"/>
                <a:cs typeface="Bookman Old Style"/>
              </a:rPr>
              <a:t>–</a:t>
            </a:r>
            <a:r>
              <a:rPr dirty="0" baseline="35353" sz="825" spc="-37">
                <a:solidFill>
                  <a:srgbClr val="231F20"/>
                </a:solidFill>
                <a:latin typeface="Bookman Old Style"/>
                <a:cs typeface="Bookman Old Style"/>
              </a:rPr>
              <a:t>2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,</a:t>
            </a:r>
            <a:endParaRPr sz="1000">
              <a:latin typeface="Bookman Old Style"/>
              <a:cs typeface="Bookman Old Style"/>
            </a:endParaRPr>
          </a:p>
          <a:p>
            <a:pPr marL="593725">
              <a:lnSpc>
                <a:spcPct val="100000"/>
              </a:lnSpc>
              <a:spcBef>
                <a:spcPts val="95"/>
              </a:spcBef>
            </a:pP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v</a:t>
            </a:r>
            <a:r>
              <a:rPr dirty="0" sz="1000" spc="305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=</a:t>
            </a:r>
            <a:r>
              <a:rPr dirty="0" sz="1000" spc="30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0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m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s</a:t>
            </a:r>
            <a:r>
              <a:rPr dirty="0" baseline="35353" sz="825">
                <a:solidFill>
                  <a:srgbClr val="231F20"/>
                </a:solidFill>
                <a:latin typeface="Bookman Old Style"/>
                <a:cs typeface="Bookman Old Style"/>
              </a:rPr>
              <a:t>–</a:t>
            </a:r>
            <a:r>
              <a:rPr dirty="0" baseline="35353" sz="825" spc="-75">
                <a:solidFill>
                  <a:srgbClr val="231F20"/>
                </a:solidFill>
                <a:latin typeface="Bookman Old Style"/>
                <a:cs typeface="Bookman Old Style"/>
              </a:rPr>
              <a:t>1</a:t>
            </a:r>
            <a:endParaRPr baseline="35353" sz="825">
              <a:latin typeface="Bookman Old Style"/>
              <a:cs typeface="Bookman Old Style"/>
            </a:endParaRPr>
          </a:p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If</a:t>
            </a:r>
            <a:r>
              <a:rPr dirty="0" sz="1000" spc="13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13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ball</a:t>
            </a:r>
            <a:r>
              <a:rPr dirty="0" sz="1000" spc="13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rises</a:t>
            </a:r>
            <a:r>
              <a:rPr dirty="0" sz="1000" spc="13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to</a:t>
            </a:r>
            <a:r>
              <a:rPr dirty="0" sz="1000" spc="13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height</a:t>
            </a:r>
            <a:r>
              <a:rPr dirty="0" sz="1000" spc="12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y</a:t>
            </a:r>
            <a:r>
              <a:rPr dirty="0" sz="1000" spc="145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from</a:t>
            </a:r>
            <a:r>
              <a:rPr dirty="0" sz="1000" spc="13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13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point</a:t>
            </a:r>
            <a:r>
              <a:rPr dirty="0" sz="1000" spc="13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4155440" y="7614411"/>
            <a:ext cx="2044064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launch,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then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using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 equation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5523997" y="7701340"/>
            <a:ext cx="466725" cy="2787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411480" algn="l"/>
              </a:tabLst>
            </a:pPr>
            <a:r>
              <a:rPr dirty="0" sz="1650" spc="-50">
                <a:latin typeface="Symbol"/>
                <a:cs typeface="Symbol"/>
              </a:rPr>
              <a:t></a:t>
            </a:r>
            <a:r>
              <a:rPr dirty="0" sz="1650">
                <a:latin typeface="Times New Roman"/>
                <a:cs typeface="Times New Roman"/>
              </a:rPr>
              <a:t>	</a:t>
            </a:r>
            <a:r>
              <a:rPr dirty="0" sz="1650" spc="-165">
                <a:latin typeface="Symbol"/>
                <a:cs typeface="Symbol"/>
              </a:rPr>
              <a:t></a:t>
            </a:r>
            <a:endParaRPr sz="1650">
              <a:latin typeface="Symbol"/>
              <a:cs typeface="Symbol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5856228" y="7849917"/>
            <a:ext cx="73660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-50">
                <a:latin typeface="Bookman Old Style"/>
                <a:cs typeface="Bookman Old Style"/>
              </a:rPr>
              <a:t>0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4704083" y="7761526"/>
            <a:ext cx="405765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344805" algn="l"/>
              </a:tabLst>
            </a:pPr>
            <a:r>
              <a:rPr dirty="0" sz="600" spc="-50" i="1">
                <a:latin typeface="Bookman Old Style"/>
                <a:cs typeface="Bookman Old Style"/>
              </a:rPr>
              <a:t>2</a:t>
            </a:r>
            <a:r>
              <a:rPr dirty="0" sz="600" i="1">
                <a:latin typeface="Bookman Old Style"/>
                <a:cs typeface="Bookman Old Style"/>
              </a:rPr>
              <a:t>	</a:t>
            </a:r>
            <a:r>
              <a:rPr dirty="0" sz="600" spc="-50" i="1">
                <a:latin typeface="Bookman Old Style"/>
                <a:cs typeface="Bookman Old Style"/>
              </a:rPr>
              <a:t>2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5030219" y="7849917"/>
            <a:ext cx="73660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-50" i="1">
                <a:latin typeface="Bookman Old Style"/>
                <a:cs typeface="Bookman Old Style"/>
              </a:rPr>
              <a:t>0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4627883" y="7768688"/>
            <a:ext cx="1249680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 i="1">
                <a:latin typeface="Bookman Old Style"/>
                <a:cs typeface="Bookman Old Style"/>
              </a:rPr>
              <a:t>v</a:t>
            </a:r>
            <a:r>
              <a:rPr dirty="0" sz="950" spc="165" i="1">
                <a:latin typeface="Bookman Old Style"/>
                <a:cs typeface="Bookman Old Style"/>
              </a:rPr>
              <a:t>  </a:t>
            </a:r>
            <a:r>
              <a:rPr dirty="0" sz="950">
                <a:latin typeface="Symbol"/>
                <a:cs typeface="Symbol"/>
              </a:rPr>
              <a:t></a:t>
            </a:r>
            <a:r>
              <a:rPr dirty="0" sz="950" spc="440">
                <a:latin typeface="Times New Roman"/>
                <a:cs typeface="Times New Roman"/>
              </a:rPr>
              <a:t> </a:t>
            </a:r>
            <a:r>
              <a:rPr dirty="0" sz="950" i="1">
                <a:latin typeface="Bookman Old Style"/>
                <a:cs typeface="Bookman Old Style"/>
              </a:rPr>
              <a:t>v</a:t>
            </a:r>
            <a:r>
              <a:rPr dirty="0" sz="950" spc="155" i="1">
                <a:latin typeface="Bookman Old Style"/>
                <a:cs typeface="Bookman Old Style"/>
              </a:rPr>
              <a:t>  </a:t>
            </a:r>
            <a:r>
              <a:rPr dirty="0" sz="950">
                <a:latin typeface="Symbol"/>
                <a:cs typeface="Symbol"/>
              </a:rPr>
              <a:t></a:t>
            </a:r>
            <a:r>
              <a:rPr dirty="0" sz="950" spc="20">
                <a:latin typeface="Times New Roman"/>
                <a:cs typeface="Times New Roman"/>
              </a:rPr>
              <a:t> </a:t>
            </a:r>
            <a:r>
              <a:rPr dirty="0" sz="950" i="1">
                <a:latin typeface="Bookman Old Style"/>
                <a:cs typeface="Bookman Old Style"/>
              </a:rPr>
              <a:t>2</a:t>
            </a:r>
            <a:r>
              <a:rPr dirty="0" sz="950" spc="114" i="1">
                <a:latin typeface="Bookman Old Style"/>
                <a:cs typeface="Bookman Old Style"/>
              </a:rPr>
              <a:t> </a:t>
            </a:r>
            <a:r>
              <a:rPr dirty="0" sz="950" i="1">
                <a:latin typeface="Bookman Old Style"/>
                <a:cs typeface="Bookman Old Style"/>
              </a:rPr>
              <a:t>a</a:t>
            </a:r>
            <a:r>
              <a:rPr dirty="0" sz="950" spc="200" i="1">
                <a:latin typeface="Bookman Old Style"/>
                <a:cs typeface="Bookman Old Style"/>
              </a:rPr>
              <a:t>  </a:t>
            </a:r>
            <a:r>
              <a:rPr dirty="0" sz="950" i="1">
                <a:latin typeface="Bookman Old Style"/>
                <a:cs typeface="Bookman Old Style"/>
              </a:rPr>
              <a:t>y</a:t>
            </a:r>
            <a:r>
              <a:rPr dirty="0" sz="950" spc="-5" i="1">
                <a:latin typeface="Bookman Old Style"/>
                <a:cs typeface="Bookman Old Style"/>
              </a:rPr>
              <a:t> </a:t>
            </a:r>
            <a:r>
              <a:rPr dirty="0" sz="950" i="1">
                <a:latin typeface="Bookman Old Style"/>
                <a:cs typeface="Bookman Old Style"/>
              </a:rPr>
              <a:t>–</a:t>
            </a:r>
            <a:r>
              <a:rPr dirty="0" sz="950" spc="45" i="1">
                <a:latin typeface="Bookman Old Style"/>
                <a:cs typeface="Bookman Old Style"/>
              </a:rPr>
              <a:t> </a:t>
            </a:r>
            <a:r>
              <a:rPr dirty="0" sz="950" spc="-50" i="1">
                <a:latin typeface="Bookman Old Style"/>
                <a:cs typeface="Bookman Old Style"/>
              </a:rPr>
              <a:t>y</a:t>
            </a:r>
            <a:endParaRPr sz="950">
              <a:latin typeface="Bookman Old Style"/>
              <a:cs typeface="Bookman Old Style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4155440" y="7940547"/>
            <a:ext cx="407034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we</a:t>
            </a:r>
            <a:r>
              <a:rPr dirty="0" sz="1000" spc="-7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get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4587240" y="8141715"/>
            <a:ext cx="154432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0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=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(20)</a:t>
            </a:r>
            <a:r>
              <a:rPr dirty="0" baseline="35353" sz="825">
                <a:solidFill>
                  <a:srgbClr val="231F20"/>
                </a:solidFill>
                <a:latin typeface="Bookman Old Style"/>
                <a:cs typeface="Bookman Old Style"/>
              </a:rPr>
              <a:t>2</a:t>
            </a:r>
            <a:r>
              <a:rPr dirty="0" baseline="35353" sz="825" spc="19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+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 2(–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10)(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y</a:t>
            </a:r>
            <a:r>
              <a:rPr dirty="0" sz="1000" spc="15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–</a:t>
            </a:r>
            <a:r>
              <a:rPr dirty="0" sz="1000" spc="-10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y</a:t>
            </a:r>
            <a:r>
              <a:rPr dirty="0" sz="1000" spc="60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50">
                <a:solidFill>
                  <a:srgbClr val="231F20"/>
                </a:solidFill>
                <a:latin typeface="Bookman Old Style"/>
                <a:cs typeface="Bookman Old Style"/>
              </a:rPr>
              <a:t>)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4130040" y="8226236"/>
            <a:ext cx="2976245" cy="712470"/>
          </a:xfrm>
          <a:prstGeom prst="rect">
            <a:avLst/>
          </a:prstGeom>
        </p:spPr>
        <p:txBody>
          <a:bodyPr wrap="square" lIns="0" tIns="27940" rIns="0" bIns="0" rtlCol="0" vert="horz">
            <a:spAutoFit/>
          </a:bodyPr>
          <a:lstStyle/>
          <a:p>
            <a:pPr algn="ctr" marL="828040">
              <a:lnSpc>
                <a:spcPct val="100000"/>
              </a:lnSpc>
              <a:spcBef>
                <a:spcPts val="220"/>
              </a:spcBef>
            </a:pPr>
            <a:r>
              <a:rPr dirty="0" sz="550" spc="-50">
                <a:solidFill>
                  <a:srgbClr val="231F20"/>
                </a:solidFill>
                <a:latin typeface="Bookman Old Style"/>
                <a:cs typeface="Bookman Old Style"/>
              </a:rPr>
              <a:t>0</a:t>
            </a:r>
            <a:endParaRPr sz="550">
              <a:latin typeface="Bookman Old Style"/>
              <a:cs typeface="Bookman Old Style"/>
            </a:endParaRPr>
          </a:p>
          <a:p>
            <a:pPr marL="38100">
              <a:lnSpc>
                <a:spcPct val="100000"/>
              </a:lnSpc>
              <a:spcBef>
                <a:spcPts val="160"/>
              </a:spcBef>
            </a:pP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Solving,</a:t>
            </a:r>
            <a:r>
              <a:rPr dirty="0" sz="1000" spc="26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we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get,</a:t>
            </a:r>
            <a:r>
              <a:rPr dirty="0" sz="1000" spc="-3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(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y</a:t>
            </a:r>
            <a:r>
              <a:rPr dirty="0" sz="1000" spc="-25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–</a:t>
            </a:r>
            <a:r>
              <a:rPr dirty="0" sz="1000" spc="-30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y</a:t>
            </a:r>
            <a:r>
              <a:rPr dirty="0" baseline="-35353" sz="825">
                <a:solidFill>
                  <a:srgbClr val="231F20"/>
                </a:solidFill>
                <a:latin typeface="Bookman Old Style"/>
                <a:cs typeface="Bookman Old Style"/>
              </a:rPr>
              <a:t>0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)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=</a:t>
            </a:r>
            <a:r>
              <a:rPr dirty="0" sz="1000" spc="-3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20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 m.</a:t>
            </a:r>
            <a:endParaRPr sz="1000">
              <a:latin typeface="Bookman Old Style"/>
              <a:cs typeface="Bookman Old Style"/>
            </a:endParaRPr>
          </a:p>
          <a:p>
            <a:pPr marL="38100" marR="30480">
              <a:lnSpc>
                <a:spcPct val="108000"/>
              </a:lnSpc>
              <a:spcBef>
                <a:spcPts val="675"/>
              </a:spcBef>
            </a:pP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(b)</a:t>
            </a:r>
            <a:r>
              <a:rPr dirty="0" sz="1000" spc="-5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We</a:t>
            </a:r>
            <a:r>
              <a:rPr dirty="0" sz="1000" spc="-5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can</a:t>
            </a:r>
            <a:r>
              <a:rPr dirty="0" sz="1000" spc="-5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solve</a:t>
            </a:r>
            <a:r>
              <a:rPr dirty="0" sz="1000" spc="-5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this</a:t>
            </a:r>
            <a:r>
              <a:rPr dirty="0" sz="1000" spc="-5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part</a:t>
            </a:r>
            <a:r>
              <a:rPr dirty="0" sz="1000" spc="-5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1000" spc="-5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-5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problem</a:t>
            </a:r>
            <a:r>
              <a:rPr dirty="0" sz="1000" spc="-5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in</a:t>
            </a:r>
            <a:r>
              <a:rPr dirty="0" sz="1000" spc="-5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two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ways.</a:t>
            </a:r>
            <a:r>
              <a:rPr dirty="0" sz="1000" spc="24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b="1">
                <a:solidFill>
                  <a:srgbClr val="231F20"/>
                </a:solidFill>
                <a:latin typeface="Bookman Old Style"/>
                <a:cs typeface="Bookman Old Style"/>
              </a:rPr>
              <a:t>Note</a:t>
            </a:r>
            <a:r>
              <a:rPr dirty="0" sz="1000" spc="-40" b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b="1">
                <a:solidFill>
                  <a:srgbClr val="231F20"/>
                </a:solidFill>
                <a:latin typeface="Bookman Old Style"/>
                <a:cs typeface="Bookman Old Style"/>
              </a:rPr>
              <a:t>carefully</a:t>
            </a:r>
            <a:r>
              <a:rPr dirty="0" sz="1000" spc="-40" b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b="1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-40" b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b="1">
                <a:solidFill>
                  <a:srgbClr val="231F20"/>
                </a:solidFill>
                <a:latin typeface="Bookman Old Style"/>
                <a:cs typeface="Bookman Old Style"/>
              </a:rPr>
              <a:t>methods</a:t>
            </a:r>
            <a:r>
              <a:rPr dirty="0" sz="1000" spc="-40" b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20" b="1">
                <a:solidFill>
                  <a:srgbClr val="231F20"/>
                </a:solidFill>
                <a:latin typeface="Bookman Old Style"/>
                <a:cs typeface="Bookman Old Style"/>
              </a:rPr>
              <a:t>used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.</a:t>
            </a:r>
            <a:endParaRPr sz="1000">
              <a:latin typeface="Bookman Old Style"/>
              <a:cs typeface="Bookman Old Style"/>
            </a:endParaRPr>
          </a:p>
        </p:txBody>
      </p:sp>
      <p:pic>
        <p:nvPicPr>
          <p:cNvPr id="111" name="object 1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4273" y="2476958"/>
            <a:ext cx="5987215" cy="5987215"/>
          </a:xfrm>
          <a:prstGeom prst="rect">
            <a:avLst/>
          </a:prstGeom>
        </p:spPr>
      </p:pic>
      <p:sp>
        <p:nvSpPr>
          <p:cNvPr id="112" name="object 1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Reprint </a:t>
            </a:r>
            <a:r>
              <a:rPr dirty="0" spc="-10"/>
              <a:t>2026-</a:t>
            </a:r>
            <a:r>
              <a:rPr dirty="0" spc="-25"/>
              <a:t>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7087" y="711695"/>
            <a:ext cx="164592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00AEEF"/>
                </a:solidFill>
                <a:latin typeface="Bookman Old Style"/>
                <a:cs typeface="Bookman Old Style"/>
              </a:rPr>
              <a:t>MOTION</a:t>
            </a:r>
            <a:r>
              <a:rPr dirty="0" sz="800" spc="160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800">
                <a:solidFill>
                  <a:srgbClr val="00AEEF"/>
                </a:solidFill>
                <a:latin typeface="Bookman Old Style"/>
                <a:cs typeface="Bookman Old Style"/>
              </a:rPr>
              <a:t>IN</a:t>
            </a:r>
            <a:r>
              <a:rPr dirty="0" sz="800" spc="165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800">
                <a:solidFill>
                  <a:srgbClr val="00AEEF"/>
                </a:solidFill>
                <a:latin typeface="Bookman Old Style"/>
                <a:cs typeface="Bookman Old Style"/>
              </a:rPr>
              <a:t>A</a:t>
            </a:r>
            <a:r>
              <a:rPr dirty="0" sz="800" spc="165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800">
                <a:solidFill>
                  <a:srgbClr val="00AEEF"/>
                </a:solidFill>
                <a:latin typeface="Bookman Old Style"/>
                <a:cs typeface="Bookman Old Style"/>
              </a:rPr>
              <a:t>STRAIGHT</a:t>
            </a:r>
            <a:r>
              <a:rPr dirty="0" sz="800" spc="165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800" spc="-20">
                <a:solidFill>
                  <a:srgbClr val="00AEEF"/>
                </a:solidFill>
                <a:latin typeface="Bookman Old Style"/>
                <a:cs typeface="Bookman Old Style"/>
              </a:rPr>
              <a:t>LINE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465823" y="711695"/>
            <a:ext cx="16192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5">
                <a:solidFill>
                  <a:srgbClr val="00AEEF"/>
                </a:solidFill>
                <a:latin typeface="Bookman Old Style"/>
                <a:cs typeface="Bookman Old Style"/>
              </a:rPr>
              <a:t>19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89787" y="880878"/>
            <a:ext cx="6019800" cy="50800"/>
          </a:xfrm>
          <a:custGeom>
            <a:avLst/>
            <a:gdLst/>
            <a:ahLst/>
            <a:cxnLst/>
            <a:rect l="l" t="t" r="r" b="b"/>
            <a:pathLst>
              <a:path w="6019800" h="50800">
                <a:moveTo>
                  <a:pt x="6019799" y="0"/>
                </a:moveTo>
                <a:lnTo>
                  <a:pt x="0" y="0"/>
                </a:lnTo>
                <a:lnTo>
                  <a:pt x="0" y="50804"/>
                </a:lnTo>
                <a:lnTo>
                  <a:pt x="6019799" y="50804"/>
                </a:lnTo>
                <a:lnTo>
                  <a:pt x="6019799" y="0"/>
                </a:lnTo>
                <a:close/>
              </a:path>
            </a:pathLst>
          </a:custGeom>
          <a:solidFill>
            <a:srgbClr val="00AE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726423" y="2614812"/>
            <a:ext cx="2875915" cy="581025"/>
          </a:xfrm>
          <a:custGeom>
            <a:avLst/>
            <a:gdLst/>
            <a:ahLst/>
            <a:cxnLst/>
            <a:rect l="l" t="t" r="r" b="b"/>
            <a:pathLst>
              <a:path w="2875915" h="581025">
                <a:moveTo>
                  <a:pt x="2875787" y="0"/>
                </a:moveTo>
                <a:lnTo>
                  <a:pt x="0" y="0"/>
                </a:lnTo>
                <a:lnTo>
                  <a:pt x="0" y="580893"/>
                </a:lnTo>
                <a:lnTo>
                  <a:pt x="2875787" y="580893"/>
                </a:lnTo>
                <a:lnTo>
                  <a:pt x="2875787" y="0"/>
                </a:lnTo>
                <a:close/>
              </a:path>
            </a:pathLst>
          </a:custGeom>
          <a:solidFill>
            <a:srgbClr val="D4EFF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 rot="10800000">
            <a:off x="3695420" y="2651389"/>
            <a:ext cx="169172" cy="127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000"/>
              </a:lnSpc>
            </a:pPr>
            <a:r>
              <a:rPr dirty="0" sz="1000" spc="-50">
                <a:solidFill>
                  <a:srgbClr val="00AEEF"/>
                </a:solidFill>
                <a:latin typeface="Wingdings 3"/>
                <a:cs typeface="Wingdings 3"/>
              </a:rPr>
              <a:t></a:t>
            </a:r>
            <a:endParaRPr sz="1000">
              <a:latin typeface="Wingdings 3"/>
              <a:cs typeface="Wingdings 3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87145" y="4100570"/>
            <a:ext cx="492759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 i="1">
                <a:solidFill>
                  <a:srgbClr val="00AEEF"/>
                </a:solidFill>
                <a:latin typeface="Bookman Old Style"/>
                <a:cs typeface="Bookman Old Style"/>
              </a:rPr>
              <a:t>Fig.</a:t>
            </a:r>
            <a:r>
              <a:rPr dirty="0" sz="900" spc="20" b="1" i="1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900" spc="-25" b="1" i="1">
                <a:solidFill>
                  <a:srgbClr val="00AEEF"/>
                </a:solidFill>
                <a:latin typeface="Bookman Old Style"/>
                <a:cs typeface="Bookman Old Style"/>
              </a:rPr>
              <a:t>2.6</a:t>
            </a:r>
            <a:endParaRPr sz="900">
              <a:latin typeface="Bookman Old Style"/>
              <a:cs typeface="Bookman Old Styl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26289" y="4316470"/>
            <a:ext cx="3017520" cy="20707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63500" marR="55880">
              <a:lnSpc>
                <a:spcPct val="100000"/>
              </a:lnSpc>
              <a:spcBef>
                <a:spcPts val="100"/>
              </a:spcBef>
            </a:pPr>
            <a:r>
              <a:rPr dirty="0" sz="1000" spc="5" b="1" i="1">
                <a:solidFill>
                  <a:srgbClr val="00AEEF"/>
                </a:solidFill>
                <a:latin typeface="Bookman Old Style"/>
                <a:cs typeface="Bookman Old Style"/>
              </a:rPr>
              <a:t>FIRS</a:t>
            </a:r>
            <a:r>
              <a:rPr dirty="0" sz="1000" b="1" i="1">
                <a:solidFill>
                  <a:srgbClr val="00AEEF"/>
                </a:solidFill>
                <a:latin typeface="Bookman Old Style"/>
                <a:cs typeface="Bookman Old Style"/>
              </a:rPr>
              <a:t>T</a:t>
            </a:r>
            <a:r>
              <a:rPr dirty="0" sz="1000" spc="-40" b="1" i="1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-5" b="1" i="1">
                <a:solidFill>
                  <a:srgbClr val="00AEEF"/>
                </a:solidFill>
                <a:latin typeface="Bookman Old Style"/>
                <a:cs typeface="Bookman Old Style"/>
              </a:rPr>
              <a:t>METHOD</a:t>
            </a:r>
            <a:r>
              <a:rPr dirty="0" sz="1000" spc="-55" b="1" i="1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:</a:t>
            </a:r>
            <a:r>
              <a:rPr dirty="0" sz="1000" spc="24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In</a:t>
            </a:r>
            <a:r>
              <a:rPr dirty="0" sz="1000" spc="-4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-4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5">
                <a:solidFill>
                  <a:srgbClr val="231F20"/>
                </a:solidFill>
                <a:latin typeface="Bookman Old Style"/>
                <a:cs typeface="Bookman Old Style"/>
              </a:rPr>
              <a:t>first</a:t>
            </a:r>
            <a:r>
              <a:rPr dirty="0" sz="1000" spc="-4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method,</a:t>
            </a:r>
            <a:r>
              <a:rPr dirty="0" sz="1000" spc="-4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we</a:t>
            </a:r>
            <a:r>
              <a:rPr dirty="0" sz="1000" spc="-4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5">
                <a:solidFill>
                  <a:srgbClr val="231F20"/>
                </a:solidFill>
                <a:latin typeface="Bookman Old Style"/>
                <a:cs typeface="Bookman Old Style"/>
              </a:rPr>
              <a:t>split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-7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path</a:t>
            </a:r>
            <a:r>
              <a:rPr dirty="0" sz="1000" spc="-7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5">
                <a:solidFill>
                  <a:srgbClr val="231F20"/>
                </a:solidFill>
                <a:latin typeface="Bookman Old Style"/>
                <a:cs typeface="Bookman Old Style"/>
              </a:rPr>
              <a:t>in</a:t>
            </a:r>
            <a:r>
              <a:rPr dirty="0" sz="1000" spc="-7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two</a:t>
            </a:r>
            <a:r>
              <a:rPr dirty="0" sz="1000" spc="-7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parts</a:t>
            </a:r>
            <a:r>
              <a:rPr dirty="0" sz="1000" spc="-7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:</a:t>
            </a:r>
            <a:r>
              <a:rPr dirty="0" sz="1000" spc="-7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-7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upward</a:t>
            </a:r>
            <a:r>
              <a:rPr dirty="0" sz="1000" spc="-7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motion</a:t>
            </a:r>
            <a:r>
              <a:rPr dirty="0" sz="1000" spc="17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(A</a:t>
            </a:r>
            <a:r>
              <a:rPr dirty="0" sz="1000" spc="-7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to </a:t>
            </a:r>
            <a:r>
              <a:rPr dirty="0" sz="1000" spc="25">
                <a:solidFill>
                  <a:srgbClr val="231F20"/>
                </a:solidFill>
                <a:latin typeface="Bookman Old Style"/>
                <a:cs typeface="Bookman Old Style"/>
              </a:rPr>
              <a:t>B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)</a:t>
            </a:r>
            <a:r>
              <a:rPr dirty="0" sz="1000" spc="22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10">
                <a:solidFill>
                  <a:srgbClr val="231F20"/>
                </a:solidFill>
                <a:latin typeface="Bookman Old Style"/>
                <a:cs typeface="Bookman Old Style"/>
              </a:rPr>
              <a:t>and</a:t>
            </a:r>
            <a:r>
              <a:rPr dirty="0" sz="1000" spc="22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1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22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25">
                <a:solidFill>
                  <a:srgbClr val="231F20"/>
                </a:solidFill>
                <a:latin typeface="Bookman Old Style"/>
                <a:cs typeface="Bookman Old Style"/>
              </a:rPr>
              <a:t>downwar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d</a:t>
            </a:r>
            <a:r>
              <a:rPr dirty="0" sz="1000" spc="22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25">
                <a:solidFill>
                  <a:srgbClr val="231F20"/>
                </a:solidFill>
                <a:latin typeface="Bookman Old Style"/>
                <a:cs typeface="Bookman Old Style"/>
              </a:rPr>
              <a:t>motio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n</a:t>
            </a:r>
            <a:r>
              <a:rPr dirty="0" sz="1000" spc="22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25">
                <a:solidFill>
                  <a:srgbClr val="231F20"/>
                </a:solidFill>
                <a:latin typeface="Bookman Old Style"/>
                <a:cs typeface="Bookman Old Style"/>
              </a:rPr>
              <a:t>(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B</a:t>
            </a:r>
            <a:r>
              <a:rPr dirty="0" sz="1000" spc="22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25">
                <a:solidFill>
                  <a:srgbClr val="231F20"/>
                </a:solidFill>
                <a:latin typeface="Bookman Old Style"/>
                <a:cs typeface="Bookman Old Style"/>
              </a:rPr>
              <a:t>t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</a:t>
            </a:r>
            <a:r>
              <a:rPr dirty="0" sz="1000" spc="22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25">
                <a:solidFill>
                  <a:srgbClr val="231F20"/>
                </a:solidFill>
                <a:latin typeface="Bookman Old Style"/>
                <a:cs typeface="Bookman Old Style"/>
              </a:rPr>
              <a:t>C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)</a:t>
            </a:r>
            <a:r>
              <a:rPr dirty="0" sz="1000" spc="22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15">
                <a:solidFill>
                  <a:srgbClr val="231F20"/>
                </a:solidFill>
                <a:latin typeface="Bookman Old Style"/>
                <a:cs typeface="Bookman Old Style"/>
              </a:rPr>
              <a:t>and</a:t>
            </a:r>
            <a:r>
              <a:rPr dirty="0" sz="1000" spc="2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calculate</a:t>
            </a:r>
            <a:r>
              <a:rPr dirty="0" sz="1000" spc="4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4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corresponding</a:t>
            </a:r>
            <a:r>
              <a:rPr dirty="0" sz="1000" spc="4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time</a:t>
            </a:r>
            <a:r>
              <a:rPr dirty="0" sz="1000" spc="4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taken</a:t>
            </a:r>
            <a:r>
              <a:rPr dirty="0" sz="1000" spc="6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 i="1">
                <a:solidFill>
                  <a:srgbClr val="231F20"/>
                </a:solidFill>
                <a:latin typeface="Bookman Old Style"/>
                <a:cs typeface="Bookman Old Style"/>
              </a:rPr>
              <a:t>t</a:t>
            </a:r>
            <a:r>
              <a:rPr dirty="0" baseline="-32407" sz="900" spc="-15">
                <a:solidFill>
                  <a:srgbClr val="231F20"/>
                </a:solidFill>
                <a:latin typeface="Bookman Old Style"/>
                <a:cs typeface="Bookman Old Style"/>
              </a:rPr>
              <a:t>1</a:t>
            </a:r>
            <a:r>
              <a:rPr dirty="0" baseline="-32407" sz="900" spc="232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and</a:t>
            </a:r>
            <a:r>
              <a:rPr dirty="0" sz="1000" spc="-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5" i="1">
                <a:solidFill>
                  <a:srgbClr val="231F20"/>
                </a:solidFill>
                <a:latin typeface="Bookman Old Style"/>
                <a:cs typeface="Bookman Old Style"/>
              </a:rPr>
              <a:t>t</a:t>
            </a:r>
            <a:r>
              <a:rPr dirty="0" baseline="-32407" sz="900" spc="-7">
                <a:solidFill>
                  <a:srgbClr val="231F20"/>
                </a:solidFill>
                <a:latin typeface="Bookman Old Style"/>
                <a:cs typeface="Bookman Old Style"/>
              </a:rPr>
              <a:t>2</a:t>
            </a:r>
            <a:r>
              <a:rPr dirty="0" sz="1000" spc="-5">
                <a:solidFill>
                  <a:srgbClr val="231F20"/>
                </a:solidFill>
                <a:latin typeface="Bookman Old Style"/>
                <a:cs typeface="Bookman Old Style"/>
              </a:rPr>
              <a:t>.</a:t>
            </a:r>
            <a:r>
              <a:rPr dirty="0" sz="1000" spc="28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5">
                <a:solidFill>
                  <a:srgbClr val="231F20"/>
                </a:solidFill>
                <a:latin typeface="Bookman Old Style"/>
                <a:cs typeface="Bookman Old Style"/>
              </a:rPr>
              <a:t>Since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5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5">
                <a:solidFill>
                  <a:srgbClr val="231F20"/>
                </a:solidFill>
                <a:latin typeface="Bookman Old Style"/>
                <a:cs typeface="Bookman Old Style"/>
              </a:rPr>
              <a:t>velocity</a:t>
            </a:r>
            <a:r>
              <a:rPr dirty="0" sz="1000" spc="28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5">
                <a:solidFill>
                  <a:srgbClr val="231F20"/>
                </a:solidFill>
                <a:latin typeface="Bookman Old Style"/>
                <a:cs typeface="Bookman Old Style"/>
              </a:rPr>
              <a:t>at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B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5">
                <a:solidFill>
                  <a:srgbClr val="231F20"/>
                </a:solidFill>
                <a:latin typeface="Bookman Old Style"/>
                <a:cs typeface="Bookman Old Style"/>
              </a:rPr>
              <a:t>is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5">
                <a:solidFill>
                  <a:srgbClr val="231F20"/>
                </a:solidFill>
                <a:latin typeface="Bookman Old Style"/>
                <a:cs typeface="Bookman Old Style"/>
              </a:rPr>
              <a:t>zero,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5">
                <a:solidFill>
                  <a:srgbClr val="231F20"/>
                </a:solidFill>
                <a:latin typeface="Bookman Old Style"/>
                <a:cs typeface="Bookman Old Style"/>
              </a:rPr>
              <a:t>w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e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5">
                <a:solidFill>
                  <a:srgbClr val="231F20"/>
                </a:solidFill>
                <a:latin typeface="Bookman Old Style"/>
                <a:cs typeface="Bookman Old Style"/>
              </a:rPr>
              <a:t>have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:</a:t>
            </a:r>
            <a:endParaRPr sz="1000">
              <a:latin typeface="Bookman Old Style"/>
              <a:cs typeface="Bookman Old Style"/>
            </a:endParaRPr>
          </a:p>
          <a:p>
            <a:pPr algn="just" marL="904240">
              <a:lnSpc>
                <a:spcPct val="100000"/>
              </a:lnSpc>
            </a:pP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v</a:t>
            </a:r>
            <a:r>
              <a:rPr dirty="0" sz="1000" spc="305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=</a:t>
            </a:r>
            <a:r>
              <a:rPr dirty="0" sz="1000" spc="24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v</a:t>
            </a:r>
            <a:r>
              <a:rPr dirty="0" baseline="-32407" sz="900">
                <a:solidFill>
                  <a:srgbClr val="231F20"/>
                </a:solidFill>
                <a:latin typeface="Bookman Old Style"/>
                <a:cs typeface="Bookman Old Style"/>
              </a:rPr>
              <a:t>o</a:t>
            </a:r>
            <a:r>
              <a:rPr dirty="0" baseline="-32407" sz="900" spc="13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+</a:t>
            </a:r>
            <a:r>
              <a:rPr dirty="0" sz="1000" spc="265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25" i="1">
                <a:solidFill>
                  <a:srgbClr val="231F20"/>
                </a:solidFill>
                <a:latin typeface="Bookman Old Style"/>
                <a:cs typeface="Bookman Old Style"/>
              </a:rPr>
              <a:t>at</a:t>
            </a:r>
            <a:endParaRPr sz="1000">
              <a:latin typeface="Bookman Old Style"/>
              <a:cs typeface="Bookman Old Style"/>
            </a:endParaRPr>
          </a:p>
          <a:p>
            <a:pPr algn="just" marL="977900">
              <a:lnSpc>
                <a:spcPct val="100000"/>
              </a:lnSpc>
            </a:pP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0</a:t>
            </a:r>
            <a:r>
              <a:rPr dirty="0" sz="1000" spc="-3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=</a:t>
            </a:r>
            <a:r>
              <a:rPr dirty="0" sz="1000" spc="-3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20</a:t>
            </a:r>
            <a:r>
              <a:rPr dirty="0" sz="1000" spc="254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–</a:t>
            </a:r>
            <a:r>
              <a:rPr dirty="0" sz="1000" spc="-3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10</a:t>
            </a:r>
            <a:r>
              <a:rPr dirty="0" sz="1000" spc="-20" i="1">
                <a:solidFill>
                  <a:srgbClr val="231F20"/>
                </a:solidFill>
                <a:latin typeface="Bookman Old Style"/>
                <a:cs typeface="Bookman Old Style"/>
              </a:rPr>
              <a:t>t</a:t>
            </a:r>
            <a:r>
              <a:rPr dirty="0" baseline="-32407" sz="900" spc="-30">
                <a:solidFill>
                  <a:srgbClr val="231F20"/>
                </a:solidFill>
                <a:latin typeface="Bookman Old Style"/>
                <a:cs typeface="Bookman Old Style"/>
              </a:rPr>
              <a:t>1</a:t>
            </a:r>
            <a:endParaRPr baseline="-32407" sz="900">
              <a:latin typeface="Bookman Old Style"/>
              <a:cs typeface="Bookman Old Style"/>
            </a:endParaRPr>
          </a:p>
          <a:p>
            <a:pPr algn="just" marL="63500">
              <a:lnSpc>
                <a:spcPct val="100000"/>
              </a:lnSpc>
              <a:tabLst>
                <a:tab pos="946785" algn="l"/>
              </a:tabLst>
            </a:pP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Or,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	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t</a:t>
            </a:r>
            <a:r>
              <a:rPr dirty="0" baseline="-32407" sz="900">
                <a:solidFill>
                  <a:srgbClr val="231F20"/>
                </a:solidFill>
                <a:latin typeface="Bookman Old Style"/>
                <a:cs typeface="Bookman Old Style"/>
              </a:rPr>
              <a:t>1</a:t>
            </a:r>
            <a:r>
              <a:rPr dirty="0" baseline="-32407" sz="900" spc="-22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=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2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50">
                <a:solidFill>
                  <a:srgbClr val="231F20"/>
                </a:solidFill>
                <a:latin typeface="Bookman Old Style"/>
                <a:cs typeface="Bookman Old Style"/>
              </a:rPr>
              <a:t>s</a:t>
            </a:r>
            <a:endParaRPr sz="1000">
              <a:latin typeface="Bookman Old Style"/>
              <a:cs typeface="Bookman Old Style"/>
            </a:endParaRPr>
          </a:p>
          <a:p>
            <a:pPr algn="just" marL="63500" marR="56515">
              <a:lnSpc>
                <a:spcPct val="100000"/>
              </a:lnSpc>
              <a:spcBef>
                <a:spcPts val="505"/>
              </a:spcBef>
            </a:pP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This</a:t>
            </a:r>
            <a:r>
              <a:rPr dirty="0" sz="1000" spc="-6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30">
                <a:solidFill>
                  <a:srgbClr val="231F20"/>
                </a:solidFill>
                <a:latin typeface="Bookman Old Style"/>
                <a:cs typeface="Bookman Old Style"/>
              </a:rPr>
              <a:t>is</a:t>
            </a:r>
            <a:r>
              <a:rPr dirty="0" sz="1000" spc="-5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-6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time</a:t>
            </a:r>
            <a:r>
              <a:rPr dirty="0" sz="1000" spc="-7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30">
                <a:solidFill>
                  <a:srgbClr val="231F20"/>
                </a:solidFill>
                <a:latin typeface="Bookman Old Style"/>
                <a:cs typeface="Bookman Old Style"/>
              </a:rPr>
              <a:t>in</a:t>
            </a:r>
            <a:r>
              <a:rPr dirty="0" sz="1000" spc="-5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going</a:t>
            </a:r>
            <a:r>
              <a:rPr dirty="0" sz="1000" spc="-7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from</a:t>
            </a:r>
            <a:r>
              <a:rPr dirty="0" sz="1000" spc="-6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A</a:t>
            </a:r>
            <a:r>
              <a:rPr dirty="0" sz="1000" spc="-70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to</a:t>
            </a:r>
            <a:r>
              <a:rPr dirty="0" sz="1000" spc="-6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B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.</a:t>
            </a:r>
            <a:r>
              <a:rPr dirty="0" sz="1000" spc="19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From</a:t>
            </a:r>
            <a:r>
              <a:rPr dirty="0" sz="1000" spc="-6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20" i="1">
                <a:solidFill>
                  <a:srgbClr val="231F20"/>
                </a:solidFill>
                <a:latin typeface="Bookman Old Style"/>
                <a:cs typeface="Bookman Old Style"/>
              </a:rPr>
              <a:t>B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,</a:t>
            </a:r>
            <a:r>
              <a:rPr dirty="0" sz="1000" spc="-5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or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-6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point</a:t>
            </a:r>
            <a:r>
              <a:rPr dirty="0" sz="1000" spc="-6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1000" spc="204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-6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maximum</a:t>
            </a:r>
            <a:r>
              <a:rPr dirty="0" sz="1000" spc="-6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height,</a:t>
            </a:r>
            <a:r>
              <a:rPr dirty="0" sz="1000" spc="-6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-6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ball</a:t>
            </a:r>
            <a:r>
              <a:rPr dirty="0" sz="1000" spc="-5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falls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freely</a:t>
            </a:r>
            <a:r>
              <a:rPr dirty="0" sz="1000" spc="-6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under</a:t>
            </a:r>
            <a:r>
              <a:rPr dirty="0" sz="1000" spc="-5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-5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acceleration</a:t>
            </a:r>
            <a:r>
              <a:rPr dirty="0" sz="1000" spc="-5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35">
                <a:solidFill>
                  <a:srgbClr val="231F20"/>
                </a:solidFill>
                <a:latin typeface="Bookman Old Style"/>
                <a:cs typeface="Bookman Old Style"/>
              </a:rPr>
              <a:t>due</a:t>
            </a:r>
            <a:r>
              <a:rPr dirty="0" sz="1000" spc="-4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30">
                <a:solidFill>
                  <a:srgbClr val="231F20"/>
                </a:solidFill>
                <a:latin typeface="Bookman Old Style"/>
                <a:cs typeface="Bookman Old Style"/>
              </a:rPr>
              <a:t>to</a:t>
            </a:r>
            <a:r>
              <a:rPr dirty="0" sz="1000" spc="-5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gravity.</a:t>
            </a:r>
            <a:r>
              <a:rPr dirty="0" sz="1000" spc="22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The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ball</a:t>
            </a:r>
            <a:r>
              <a:rPr dirty="0" sz="1000" spc="1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is</a:t>
            </a:r>
            <a:r>
              <a:rPr dirty="0" sz="1000" spc="1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moving</a:t>
            </a:r>
            <a:r>
              <a:rPr dirty="0" sz="1000" spc="1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in</a:t>
            </a:r>
            <a:r>
              <a:rPr dirty="0" sz="1000" spc="1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negative</a:t>
            </a:r>
            <a:r>
              <a:rPr dirty="0" sz="1000" spc="1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y</a:t>
            </a:r>
            <a:r>
              <a:rPr dirty="0" sz="1000" spc="25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direction.</a:t>
            </a:r>
            <a:r>
              <a:rPr dirty="0" sz="1000" spc="35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We</a:t>
            </a:r>
            <a:r>
              <a:rPr dirty="0" sz="1000" spc="1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use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equation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958339" y="6592823"/>
            <a:ext cx="85725" cy="0"/>
          </a:xfrm>
          <a:custGeom>
            <a:avLst/>
            <a:gdLst/>
            <a:ahLst/>
            <a:cxnLst/>
            <a:rect l="l" t="t" r="r" b="b"/>
            <a:pathLst>
              <a:path w="85725" h="0">
                <a:moveTo>
                  <a:pt x="0" y="0"/>
                </a:moveTo>
                <a:lnTo>
                  <a:pt x="85343" y="0"/>
                </a:lnTo>
              </a:path>
            </a:pathLst>
          </a:custGeom>
          <a:ln w="62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436625" y="6565910"/>
            <a:ext cx="342265" cy="1193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280670" algn="l"/>
              </a:tabLst>
            </a:pPr>
            <a:r>
              <a:rPr dirty="0" sz="600" spc="-50">
                <a:latin typeface="Bookman Old Style"/>
                <a:cs typeface="Bookman Old Style"/>
              </a:rPr>
              <a:t>0</a:t>
            </a:r>
            <a:r>
              <a:rPr dirty="0" sz="600">
                <a:latin typeface="Bookman Old Style"/>
                <a:cs typeface="Bookman Old Style"/>
              </a:rPr>
              <a:t>	</a:t>
            </a:r>
            <a:r>
              <a:rPr dirty="0" sz="600" spc="-50">
                <a:latin typeface="Bookman Old Style"/>
                <a:cs typeface="Bookman Old Style"/>
              </a:rPr>
              <a:t>0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48689" y="6584756"/>
            <a:ext cx="104139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latin typeface="Bookman Old Style"/>
                <a:cs typeface="Bookman Old Style"/>
              </a:rPr>
              <a:t>2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12521" y="6487221"/>
            <a:ext cx="1176655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 i="1">
                <a:latin typeface="Bookman Old Style"/>
                <a:cs typeface="Bookman Old Style"/>
              </a:rPr>
              <a:t>y</a:t>
            </a:r>
            <a:r>
              <a:rPr dirty="0" sz="1000" spc="5" i="1">
                <a:latin typeface="Bookman Old Style"/>
                <a:cs typeface="Bookman Old Style"/>
              </a:rPr>
              <a:t> </a:t>
            </a:r>
            <a:r>
              <a:rPr dirty="0" sz="1000">
                <a:latin typeface="Symbol"/>
                <a:cs typeface="Symbol"/>
              </a:rPr>
              <a:t></a:t>
            </a:r>
            <a:r>
              <a:rPr dirty="0" sz="1000" spc="40">
                <a:latin typeface="Times New Roman"/>
                <a:cs typeface="Times New Roman"/>
              </a:rPr>
              <a:t> </a:t>
            </a:r>
            <a:r>
              <a:rPr dirty="0" sz="1000" i="1">
                <a:latin typeface="Bookman Old Style"/>
                <a:cs typeface="Bookman Old Style"/>
              </a:rPr>
              <a:t>y</a:t>
            </a:r>
            <a:r>
              <a:rPr dirty="0" sz="1000" spc="470" i="1">
                <a:latin typeface="Bookman Old Style"/>
                <a:cs typeface="Bookman Old Style"/>
              </a:rPr>
              <a:t> </a:t>
            </a:r>
            <a:r>
              <a:rPr dirty="0" sz="1000">
                <a:latin typeface="Symbol"/>
                <a:cs typeface="Symbol"/>
              </a:rPr>
              <a:t>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 i="1">
                <a:latin typeface="Bookman Old Style"/>
                <a:cs typeface="Bookman Old Style"/>
              </a:rPr>
              <a:t>v</a:t>
            </a:r>
            <a:r>
              <a:rPr dirty="0" sz="1000" spc="95" i="1">
                <a:latin typeface="Bookman Old Style"/>
                <a:cs typeface="Bookman Old Style"/>
              </a:rPr>
              <a:t> </a:t>
            </a:r>
            <a:r>
              <a:rPr dirty="0" sz="1000" i="1">
                <a:latin typeface="Bookman Old Style"/>
                <a:cs typeface="Bookman Old Style"/>
              </a:rPr>
              <a:t>t</a:t>
            </a:r>
            <a:r>
              <a:rPr dirty="0" sz="1000" spc="55" i="1">
                <a:latin typeface="Bookman Old Style"/>
                <a:cs typeface="Bookman Old Style"/>
              </a:rPr>
              <a:t> </a:t>
            </a:r>
            <a:r>
              <a:rPr dirty="0" sz="1000">
                <a:latin typeface="Symbol"/>
                <a:cs typeface="Symbol"/>
              </a:rPr>
              <a:t></a:t>
            </a:r>
            <a:r>
              <a:rPr dirty="0" sz="1000" spc="65">
                <a:latin typeface="Times New Roman"/>
                <a:cs typeface="Times New Roman"/>
              </a:rPr>
              <a:t> </a:t>
            </a:r>
            <a:r>
              <a:rPr dirty="0" baseline="36111" sz="1500" spc="-30">
                <a:latin typeface="Bookman Old Style"/>
                <a:cs typeface="Bookman Old Style"/>
              </a:rPr>
              <a:t>1</a:t>
            </a:r>
            <a:r>
              <a:rPr dirty="0" baseline="36111" sz="1500" spc="-187">
                <a:latin typeface="Bookman Old Style"/>
                <a:cs typeface="Bookman Old Style"/>
              </a:rPr>
              <a:t> </a:t>
            </a:r>
            <a:r>
              <a:rPr dirty="0" sz="1000" spc="-10" i="1">
                <a:latin typeface="Bookman Old Style"/>
                <a:cs typeface="Bookman Old Style"/>
              </a:rPr>
              <a:t>at</a:t>
            </a:r>
            <a:r>
              <a:rPr dirty="0" sz="1000" spc="-185" i="1">
                <a:latin typeface="Bookman Old Style"/>
                <a:cs typeface="Bookman Old Style"/>
              </a:rPr>
              <a:t> </a:t>
            </a:r>
            <a:r>
              <a:rPr dirty="0" baseline="41666" sz="900" spc="-75">
                <a:latin typeface="Bookman Old Style"/>
                <a:cs typeface="Bookman Old Style"/>
              </a:rPr>
              <a:t>2</a:t>
            </a:r>
            <a:endParaRPr baseline="41666" sz="900">
              <a:latin typeface="Bookman Old Style"/>
              <a:cs typeface="Bookman Old Styl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86688" y="6813041"/>
            <a:ext cx="1002030" cy="1155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41705" algn="l"/>
              </a:tabLst>
            </a:pPr>
            <a:r>
              <a:rPr dirty="0" sz="600" spc="-50">
                <a:solidFill>
                  <a:srgbClr val="231F20"/>
                </a:solidFill>
                <a:latin typeface="Bookman Old Style"/>
                <a:cs typeface="Bookman Old Style"/>
              </a:rPr>
              <a:t>0</a:t>
            </a:r>
            <a:r>
              <a:rPr dirty="0" sz="600">
                <a:solidFill>
                  <a:srgbClr val="231F20"/>
                </a:solidFill>
                <a:latin typeface="Bookman Old Style"/>
                <a:cs typeface="Bookman Old Style"/>
              </a:rPr>
              <a:t>	</a:t>
            </a:r>
            <a:r>
              <a:rPr dirty="0" sz="600" spc="-50" i="1">
                <a:solidFill>
                  <a:srgbClr val="231F20"/>
                </a:solidFill>
                <a:latin typeface="Bookman Old Style"/>
                <a:cs typeface="Bookman Old Style"/>
              </a:rPr>
              <a:t>0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51687" y="6718300"/>
            <a:ext cx="296354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000" spc="-65">
                <a:solidFill>
                  <a:srgbClr val="231F20"/>
                </a:solidFill>
                <a:latin typeface="Bookman Old Style"/>
                <a:cs typeface="Bookman Old Style"/>
              </a:rPr>
              <a:t>We</a:t>
            </a:r>
            <a:r>
              <a:rPr dirty="0" sz="1000" spc="-11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45">
                <a:solidFill>
                  <a:srgbClr val="231F20"/>
                </a:solidFill>
                <a:latin typeface="Bookman Old Style"/>
                <a:cs typeface="Bookman Old Style"/>
              </a:rPr>
              <a:t>have,</a:t>
            </a:r>
            <a:r>
              <a:rPr dirty="0" sz="1000" spc="-12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y</a:t>
            </a:r>
            <a:r>
              <a:rPr dirty="0" sz="1000" spc="290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=</a:t>
            </a:r>
            <a:r>
              <a:rPr dirty="0" sz="1000" spc="-12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35">
                <a:solidFill>
                  <a:srgbClr val="231F20"/>
                </a:solidFill>
                <a:latin typeface="Bookman Old Style"/>
                <a:cs typeface="Bookman Old Style"/>
              </a:rPr>
              <a:t>45</a:t>
            </a:r>
            <a:r>
              <a:rPr dirty="0" sz="1000" spc="-12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35">
                <a:solidFill>
                  <a:srgbClr val="231F20"/>
                </a:solidFill>
                <a:latin typeface="Bookman Old Style"/>
                <a:cs typeface="Bookman Old Style"/>
              </a:rPr>
              <a:t>m,</a:t>
            </a:r>
            <a:r>
              <a:rPr dirty="0" sz="1000" spc="-13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y</a:t>
            </a:r>
            <a:r>
              <a:rPr dirty="0" sz="1000" spc="-130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=</a:t>
            </a:r>
            <a:r>
              <a:rPr dirty="0" sz="1000" spc="-12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40">
                <a:solidFill>
                  <a:srgbClr val="231F20"/>
                </a:solidFill>
                <a:latin typeface="Bookman Old Style"/>
                <a:cs typeface="Bookman Old Style"/>
              </a:rPr>
              <a:t>0,</a:t>
            </a:r>
            <a:r>
              <a:rPr dirty="0" sz="1000" spc="-13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v</a:t>
            </a:r>
            <a:r>
              <a:rPr dirty="0" sz="1000" spc="235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=</a:t>
            </a:r>
            <a:r>
              <a:rPr dirty="0" sz="1000" spc="-13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40">
                <a:solidFill>
                  <a:srgbClr val="231F20"/>
                </a:solidFill>
                <a:latin typeface="Bookman Old Style"/>
                <a:cs typeface="Bookman Old Style"/>
              </a:rPr>
              <a:t>0,</a:t>
            </a:r>
            <a:r>
              <a:rPr dirty="0" sz="1000" spc="-14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 i="1">
                <a:solidFill>
                  <a:srgbClr val="231F20"/>
                </a:solidFill>
                <a:latin typeface="Bookman Old Style"/>
                <a:cs typeface="Bookman Old Style"/>
              </a:rPr>
              <a:t>a</a:t>
            </a:r>
            <a:r>
              <a:rPr dirty="0" sz="1000" spc="-120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=</a:t>
            </a:r>
            <a:r>
              <a:rPr dirty="0" sz="1000" spc="-110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–</a:t>
            </a:r>
            <a:r>
              <a:rPr dirty="0" sz="1000" spc="-55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g</a:t>
            </a:r>
            <a:r>
              <a:rPr dirty="0" sz="1000" spc="145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=</a:t>
            </a:r>
            <a:r>
              <a:rPr dirty="0" sz="1000" spc="-13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45">
                <a:solidFill>
                  <a:srgbClr val="231F20"/>
                </a:solidFill>
                <a:latin typeface="Bookman Old Style"/>
                <a:cs typeface="Bookman Old Style"/>
              </a:rPr>
              <a:t>–</a:t>
            </a:r>
            <a:r>
              <a:rPr dirty="0" sz="1000" spc="-40">
                <a:solidFill>
                  <a:srgbClr val="231F20"/>
                </a:solidFill>
                <a:latin typeface="Bookman Old Style"/>
                <a:cs typeface="Bookman Old Style"/>
              </a:rPr>
              <a:t>10</a:t>
            </a:r>
            <a:r>
              <a:rPr dirty="0" sz="1000" spc="-13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m</a:t>
            </a:r>
            <a:r>
              <a:rPr dirty="0" sz="1000" spc="-12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45">
                <a:solidFill>
                  <a:srgbClr val="231F20"/>
                </a:solidFill>
                <a:latin typeface="Bookman Old Style"/>
                <a:cs typeface="Bookman Old Style"/>
              </a:rPr>
              <a:t>s</a:t>
            </a:r>
            <a:r>
              <a:rPr dirty="0" baseline="32407" sz="900" spc="-67">
                <a:solidFill>
                  <a:srgbClr val="231F20"/>
                </a:solidFill>
                <a:latin typeface="Bookman Old Style"/>
                <a:cs typeface="Bookman Old Style"/>
              </a:rPr>
              <a:t>–</a:t>
            </a:r>
            <a:r>
              <a:rPr dirty="0" baseline="32407" sz="900" spc="-75">
                <a:solidFill>
                  <a:srgbClr val="231F20"/>
                </a:solidFill>
                <a:latin typeface="Bookman Old Style"/>
                <a:cs typeface="Bookman Old Style"/>
              </a:rPr>
              <a:t>2</a:t>
            </a:r>
            <a:endParaRPr baseline="32407" sz="900">
              <a:latin typeface="Bookman Old Style"/>
              <a:cs typeface="Bookman Old Styl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378455" y="6965441"/>
            <a:ext cx="72390" cy="1155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600" spc="-50">
                <a:solidFill>
                  <a:srgbClr val="231F20"/>
                </a:solidFill>
                <a:latin typeface="Bookman Old Style"/>
                <a:cs typeface="Bookman Old Style"/>
              </a:rPr>
              <a:t>2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21599" y="6870700"/>
            <a:ext cx="140335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0</a:t>
            </a:r>
            <a:r>
              <a:rPr dirty="0" sz="1000" spc="27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=</a:t>
            </a:r>
            <a:r>
              <a:rPr dirty="0" sz="1000" spc="28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45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+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(½)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(–10)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t</a:t>
            </a:r>
            <a:r>
              <a:rPr dirty="0" sz="1000" spc="80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baseline="32407" sz="900" spc="-75">
                <a:solidFill>
                  <a:srgbClr val="231F20"/>
                </a:solidFill>
                <a:latin typeface="Bookman Old Style"/>
                <a:cs typeface="Bookman Old Style"/>
              </a:rPr>
              <a:t>2</a:t>
            </a:r>
            <a:endParaRPr baseline="32407" sz="900">
              <a:latin typeface="Bookman Old Style"/>
              <a:cs typeface="Bookman Old Style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51687" y="7020052"/>
            <a:ext cx="2962275" cy="434340"/>
          </a:xfrm>
          <a:prstGeom prst="rect">
            <a:avLst/>
          </a:prstGeom>
        </p:spPr>
        <p:txBody>
          <a:bodyPr wrap="square" lIns="0" tIns="641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5"/>
              </a:spcBef>
            </a:pP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Solving,</a:t>
            </a:r>
            <a:r>
              <a:rPr dirty="0" sz="1000" spc="-4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we</a:t>
            </a:r>
            <a:r>
              <a:rPr dirty="0" sz="1000" spc="-4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get</a:t>
            </a:r>
            <a:r>
              <a:rPr dirty="0" sz="1000" spc="-4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</a:t>
            </a:r>
            <a:r>
              <a:rPr dirty="0" baseline="-32407" sz="900">
                <a:solidFill>
                  <a:srgbClr val="231F20"/>
                </a:solidFill>
                <a:latin typeface="Bookman Old Style"/>
                <a:cs typeface="Bookman Old Style"/>
              </a:rPr>
              <a:t>2</a:t>
            </a:r>
            <a:r>
              <a:rPr dirty="0" baseline="-32407" sz="900" spc="13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=</a:t>
            </a:r>
            <a:r>
              <a:rPr dirty="0" sz="1000" spc="-4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3</a:t>
            </a:r>
            <a:r>
              <a:rPr dirty="0" sz="1000" spc="-4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50">
                <a:solidFill>
                  <a:srgbClr val="231F20"/>
                </a:solidFill>
                <a:latin typeface="Bookman Old Style"/>
                <a:cs typeface="Bookman Old Style"/>
              </a:rPr>
              <a:t>s</a:t>
            </a:r>
            <a:endParaRPr sz="1000">
              <a:latin typeface="Bookman Old Style"/>
              <a:cs typeface="Bookman Old Style"/>
            </a:endParaRPr>
          </a:p>
          <a:p>
            <a:pPr marL="38100">
              <a:lnSpc>
                <a:spcPct val="100000"/>
              </a:lnSpc>
              <a:spcBef>
                <a:spcPts val="409"/>
              </a:spcBef>
            </a:pP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Therefore,</a:t>
            </a:r>
            <a:r>
              <a:rPr dirty="0" sz="1000" spc="-7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-7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total</a:t>
            </a:r>
            <a:r>
              <a:rPr dirty="0" sz="1000" spc="-7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time</a:t>
            </a:r>
            <a:r>
              <a:rPr dirty="0" sz="1000" spc="-7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taken</a:t>
            </a:r>
            <a:r>
              <a:rPr dirty="0" sz="1000" spc="-7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by</a:t>
            </a:r>
            <a:r>
              <a:rPr dirty="0" sz="1000" spc="-7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-7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ball</a:t>
            </a:r>
            <a:r>
              <a:rPr dirty="0" sz="1000" spc="-7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before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77087" y="7428483"/>
            <a:ext cx="272097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it</a:t>
            </a:r>
            <a:r>
              <a:rPr dirty="0" sz="1000" spc="-1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hits</a:t>
            </a:r>
            <a:r>
              <a:rPr dirty="0" sz="1000" spc="-1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-1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ground</a:t>
            </a:r>
            <a:r>
              <a:rPr dirty="0" sz="1000" spc="-1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=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t</a:t>
            </a:r>
            <a:r>
              <a:rPr dirty="0" sz="1000" spc="245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+</a:t>
            </a:r>
            <a:r>
              <a:rPr dirty="0" sz="1000" spc="200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t</a:t>
            </a:r>
            <a:r>
              <a:rPr dirty="0" sz="1000" spc="190" i="1">
                <a:solidFill>
                  <a:srgbClr val="231F20"/>
                </a:solidFill>
                <a:latin typeface="Bookman Old Style"/>
                <a:cs typeface="Bookman Old Style"/>
              </a:rPr>
              <a:t> 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=</a:t>
            </a:r>
            <a:r>
              <a:rPr dirty="0" sz="1000" spc="15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2</a:t>
            </a:r>
            <a:r>
              <a:rPr dirty="0" sz="1000" spc="4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s</a:t>
            </a:r>
            <a:r>
              <a:rPr dirty="0" sz="1000" spc="-12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+</a:t>
            </a:r>
            <a:r>
              <a:rPr dirty="0" sz="1000" spc="-1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3</a:t>
            </a:r>
            <a:r>
              <a:rPr dirty="0" sz="1000" spc="-1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s</a:t>
            </a:r>
            <a:r>
              <a:rPr dirty="0" sz="1000" spc="-1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=</a:t>
            </a:r>
            <a:r>
              <a:rPr dirty="0" sz="1000" spc="-1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5</a:t>
            </a:r>
            <a:r>
              <a:rPr dirty="0" sz="1000" spc="-1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s.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77087" y="7511686"/>
            <a:ext cx="2912745" cy="756285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98575">
              <a:lnSpc>
                <a:spcPct val="100000"/>
              </a:lnSpc>
              <a:spcBef>
                <a:spcPts val="180"/>
              </a:spcBef>
              <a:tabLst>
                <a:tab pos="1554480" algn="l"/>
              </a:tabLst>
            </a:pPr>
            <a:r>
              <a:rPr dirty="0" sz="600" spc="-50">
                <a:solidFill>
                  <a:srgbClr val="231F20"/>
                </a:solidFill>
                <a:latin typeface="Bookman Old Style"/>
                <a:cs typeface="Bookman Old Style"/>
              </a:rPr>
              <a:t>1</a:t>
            </a:r>
            <a:r>
              <a:rPr dirty="0" sz="600">
                <a:solidFill>
                  <a:srgbClr val="231F20"/>
                </a:solidFill>
                <a:latin typeface="Bookman Old Style"/>
                <a:cs typeface="Bookman Old Style"/>
              </a:rPr>
              <a:t>	</a:t>
            </a:r>
            <a:r>
              <a:rPr dirty="0" sz="600" spc="-50">
                <a:solidFill>
                  <a:srgbClr val="231F20"/>
                </a:solidFill>
                <a:latin typeface="Bookman Old Style"/>
                <a:cs typeface="Bookman Old Style"/>
              </a:rPr>
              <a:t>2</a:t>
            </a:r>
            <a:endParaRPr sz="600">
              <a:latin typeface="Bookman Old Style"/>
              <a:cs typeface="Bookman Old Style"/>
            </a:endParaRPr>
          </a:p>
          <a:p>
            <a:pPr algn="just" marL="12700" marR="5080">
              <a:lnSpc>
                <a:spcPct val="100000"/>
              </a:lnSpc>
              <a:spcBef>
                <a:spcPts val="150"/>
              </a:spcBef>
            </a:pPr>
            <a:r>
              <a:rPr dirty="0" sz="1000" b="1" i="1">
                <a:solidFill>
                  <a:srgbClr val="00AEEF"/>
                </a:solidFill>
                <a:latin typeface="Bookman Old Style"/>
                <a:cs typeface="Bookman Old Style"/>
              </a:rPr>
              <a:t>SECOND</a:t>
            </a:r>
            <a:r>
              <a:rPr dirty="0" sz="1000" spc="40" b="1" i="1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b="1" i="1">
                <a:solidFill>
                  <a:srgbClr val="00AEEF"/>
                </a:solidFill>
                <a:latin typeface="Bookman Old Style"/>
                <a:cs typeface="Bookman Old Style"/>
              </a:rPr>
              <a:t>METHOD</a:t>
            </a:r>
            <a:r>
              <a:rPr dirty="0" sz="1000" spc="25" b="1" i="1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:</a:t>
            </a:r>
            <a:r>
              <a:rPr dirty="0" sz="1000" spc="4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3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total</a:t>
            </a:r>
            <a:r>
              <a:rPr dirty="0" sz="1000" spc="3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time</a:t>
            </a:r>
            <a:r>
              <a:rPr dirty="0" sz="1000" spc="4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taken</a:t>
            </a:r>
            <a:r>
              <a:rPr dirty="0" sz="1000" spc="3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can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also</a:t>
            </a:r>
            <a:r>
              <a:rPr dirty="0" sz="1000" spc="-4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be</a:t>
            </a:r>
            <a:r>
              <a:rPr dirty="0" sz="1000" spc="-3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calculated</a:t>
            </a:r>
            <a:r>
              <a:rPr dirty="0" sz="1000" spc="-3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by</a:t>
            </a:r>
            <a:r>
              <a:rPr dirty="0" sz="1000" spc="-4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noting</a:t>
            </a:r>
            <a:r>
              <a:rPr dirty="0" sz="1000" spc="-3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-3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coordinates</a:t>
            </a:r>
            <a:r>
              <a:rPr dirty="0" sz="1000" spc="-4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of 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initial</a:t>
            </a:r>
            <a:r>
              <a:rPr dirty="0" sz="1000" spc="-35">
                <a:solidFill>
                  <a:srgbClr val="231F20"/>
                </a:solidFill>
                <a:latin typeface="Bookman Old Style"/>
                <a:cs typeface="Bookman Old Style"/>
              </a:rPr>
              <a:t> and</a:t>
            </a:r>
            <a:r>
              <a:rPr dirty="0" sz="1000" spc="-3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final</a:t>
            </a:r>
            <a:r>
              <a:rPr dirty="0" sz="1000" spc="-3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positions</a:t>
            </a:r>
            <a:r>
              <a:rPr dirty="0" sz="1000" spc="-3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35">
                <a:solidFill>
                  <a:srgbClr val="231F20"/>
                </a:solidFill>
                <a:latin typeface="Bookman Old Style"/>
                <a:cs typeface="Bookman Old Style"/>
              </a:rPr>
              <a:t>of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-3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ball</a:t>
            </a:r>
            <a:r>
              <a:rPr dirty="0" sz="1000" spc="-3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with</a:t>
            </a:r>
            <a:r>
              <a:rPr dirty="0" sz="1000" spc="-3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respect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to</a:t>
            </a:r>
            <a:r>
              <a:rPr dirty="0" sz="1000" spc="-3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-3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origin</a:t>
            </a:r>
            <a:r>
              <a:rPr dirty="0" sz="1000" spc="-3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chosen</a:t>
            </a:r>
            <a:r>
              <a:rPr dirty="0" sz="1000" spc="-3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and</a:t>
            </a:r>
            <a:r>
              <a:rPr dirty="0" sz="1000" spc="-3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using</a:t>
            </a:r>
            <a:r>
              <a:rPr dirty="0" sz="1000" spc="-3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equation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872995" y="8470391"/>
            <a:ext cx="85725" cy="0"/>
          </a:xfrm>
          <a:custGeom>
            <a:avLst/>
            <a:gdLst/>
            <a:ahLst/>
            <a:cxnLst/>
            <a:rect l="l" t="t" r="r" b="b"/>
            <a:pathLst>
              <a:path w="85725" h="0">
                <a:moveTo>
                  <a:pt x="0" y="0"/>
                </a:moveTo>
                <a:lnTo>
                  <a:pt x="85343" y="0"/>
                </a:lnTo>
              </a:path>
            </a:pathLst>
          </a:custGeom>
          <a:ln w="62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1351281" y="8445816"/>
            <a:ext cx="342900" cy="1206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80670" algn="l"/>
              </a:tabLst>
            </a:pPr>
            <a:r>
              <a:rPr dirty="0" sz="600" spc="-50">
                <a:latin typeface="Bookman Old Style"/>
                <a:cs typeface="Bookman Old Style"/>
              </a:rPr>
              <a:t>0</a:t>
            </a:r>
            <a:r>
              <a:rPr dirty="0" sz="600">
                <a:latin typeface="Bookman Old Style"/>
                <a:cs typeface="Bookman Old Style"/>
              </a:rPr>
              <a:t>	</a:t>
            </a:r>
            <a:r>
              <a:rPr dirty="0" sz="600" spc="-50">
                <a:latin typeface="Bookman Old Style"/>
                <a:cs typeface="Bookman Old Style"/>
              </a:rPr>
              <a:t>0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863345" y="8461195"/>
            <a:ext cx="10477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-50">
                <a:latin typeface="Bookman Old Style"/>
                <a:cs typeface="Bookman Old Style"/>
              </a:rPr>
              <a:t>2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27177" y="8363660"/>
            <a:ext cx="117729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1000" i="1">
                <a:latin typeface="Bookman Old Style"/>
                <a:cs typeface="Bookman Old Style"/>
              </a:rPr>
              <a:t>y</a:t>
            </a:r>
            <a:r>
              <a:rPr dirty="0" sz="1000" spc="5" i="1">
                <a:latin typeface="Bookman Old Style"/>
                <a:cs typeface="Bookman Old Style"/>
              </a:rPr>
              <a:t> </a:t>
            </a:r>
            <a:r>
              <a:rPr dirty="0" sz="1000">
                <a:latin typeface="Symbol"/>
                <a:cs typeface="Symbol"/>
              </a:rPr>
              <a:t></a:t>
            </a:r>
            <a:r>
              <a:rPr dirty="0" sz="1000" spc="35">
                <a:latin typeface="Times New Roman"/>
                <a:cs typeface="Times New Roman"/>
              </a:rPr>
              <a:t> </a:t>
            </a:r>
            <a:r>
              <a:rPr dirty="0" sz="1000" i="1">
                <a:latin typeface="Bookman Old Style"/>
                <a:cs typeface="Bookman Old Style"/>
              </a:rPr>
              <a:t>y</a:t>
            </a:r>
            <a:r>
              <a:rPr dirty="0" sz="1000" spc="475" i="1">
                <a:latin typeface="Bookman Old Style"/>
                <a:cs typeface="Bookman Old Style"/>
              </a:rPr>
              <a:t> </a:t>
            </a:r>
            <a:r>
              <a:rPr dirty="0" sz="1000">
                <a:latin typeface="Symbol"/>
                <a:cs typeface="Symbol"/>
              </a:rPr>
              <a:t>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 i="1">
                <a:latin typeface="Bookman Old Style"/>
                <a:cs typeface="Bookman Old Style"/>
              </a:rPr>
              <a:t>v</a:t>
            </a:r>
            <a:r>
              <a:rPr dirty="0" sz="1000" spc="95" i="1">
                <a:latin typeface="Bookman Old Style"/>
                <a:cs typeface="Bookman Old Style"/>
              </a:rPr>
              <a:t> </a:t>
            </a:r>
            <a:r>
              <a:rPr dirty="0" sz="1000" i="1">
                <a:latin typeface="Bookman Old Style"/>
                <a:cs typeface="Bookman Old Style"/>
              </a:rPr>
              <a:t>t</a:t>
            </a:r>
            <a:r>
              <a:rPr dirty="0" sz="1000" spc="50" i="1">
                <a:latin typeface="Bookman Old Style"/>
                <a:cs typeface="Bookman Old Style"/>
              </a:rPr>
              <a:t> </a:t>
            </a:r>
            <a:r>
              <a:rPr dirty="0" sz="1000">
                <a:latin typeface="Symbol"/>
                <a:cs typeface="Symbol"/>
              </a:rPr>
              <a:t></a:t>
            </a:r>
            <a:r>
              <a:rPr dirty="0" sz="1000" spc="65">
                <a:latin typeface="Times New Roman"/>
                <a:cs typeface="Times New Roman"/>
              </a:rPr>
              <a:t> </a:t>
            </a:r>
            <a:r>
              <a:rPr dirty="0" baseline="36111" sz="1500" spc="-15">
                <a:latin typeface="Bookman Old Style"/>
                <a:cs typeface="Bookman Old Style"/>
              </a:rPr>
              <a:t>1</a:t>
            </a:r>
            <a:r>
              <a:rPr dirty="0" baseline="36111" sz="1500" spc="-195">
                <a:latin typeface="Bookman Old Style"/>
                <a:cs typeface="Bookman Old Style"/>
              </a:rPr>
              <a:t> </a:t>
            </a:r>
            <a:r>
              <a:rPr dirty="0" sz="1000" spc="-10" i="1">
                <a:latin typeface="Bookman Old Style"/>
                <a:cs typeface="Bookman Old Style"/>
              </a:rPr>
              <a:t>at</a:t>
            </a:r>
            <a:r>
              <a:rPr dirty="0" sz="1000" spc="-185" i="1">
                <a:latin typeface="Bookman Old Style"/>
                <a:cs typeface="Bookman Old Style"/>
              </a:rPr>
              <a:t> </a:t>
            </a:r>
            <a:r>
              <a:rPr dirty="0" baseline="41666" sz="900" spc="-75">
                <a:latin typeface="Bookman Old Style"/>
                <a:cs typeface="Bookman Old Style"/>
              </a:rPr>
              <a:t>2</a:t>
            </a:r>
            <a:endParaRPr baseline="41666" sz="900">
              <a:latin typeface="Bookman Old Style"/>
              <a:cs typeface="Bookman Old Style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51687" y="8635491"/>
            <a:ext cx="191452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494665" algn="l"/>
                <a:tab pos="1406525" algn="l"/>
              </a:tabLst>
            </a:pP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Now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	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y</a:t>
            </a:r>
            <a:r>
              <a:rPr dirty="0" baseline="-32407" sz="900">
                <a:solidFill>
                  <a:srgbClr val="231F20"/>
                </a:solidFill>
                <a:latin typeface="Bookman Old Style"/>
                <a:cs typeface="Bookman Old Style"/>
              </a:rPr>
              <a:t>0</a:t>
            </a:r>
            <a:r>
              <a:rPr dirty="0" baseline="-32407" sz="900" spc="247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=</a:t>
            </a:r>
            <a:r>
              <a:rPr dirty="0" sz="1000" spc="3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25</a:t>
            </a:r>
            <a:r>
              <a:rPr dirty="0" sz="1000" spc="-1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50">
                <a:solidFill>
                  <a:srgbClr val="231F20"/>
                </a:solidFill>
                <a:latin typeface="Bookman Old Style"/>
                <a:cs typeface="Bookman Old Style"/>
              </a:rPr>
              <a:t>m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	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y</a:t>
            </a:r>
            <a:r>
              <a:rPr dirty="0" sz="1000" spc="5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=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0</a:t>
            </a:r>
            <a:r>
              <a:rPr dirty="0" sz="1000" spc="-1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50">
                <a:solidFill>
                  <a:srgbClr val="231F20"/>
                </a:solidFill>
                <a:latin typeface="Bookman Old Style"/>
                <a:cs typeface="Bookman Old Style"/>
              </a:rPr>
              <a:t>m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104391" y="8882633"/>
            <a:ext cx="66040" cy="1155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600" spc="-50" i="1">
                <a:solidFill>
                  <a:srgbClr val="231F20"/>
                </a:solidFill>
                <a:latin typeface="Bookman Old Style"/>
                <a:cs typeface="Bookman Old Style"/>
              </a:rPr>
              <a:t>o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008888" y="8787891"/>
            <a:ext cx="227711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v</a:t>
            </a:r>
            <a:r>
              <a:rPr dirty="0" sz="1000" spc="275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=</a:t>
            </a:r>
            <a:r>
              <a:rPr dirty="0" sz="1000" spc="-6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20</a:t>
            </a:r>
            <a:r>
              <a:rPr dirty="0" sz="1000" spc="-6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m</a:t>
            </a:r>
            <a:r>
              <a:rPr dirty="0" sz="1000" spc="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s</a:t>
            </a:r>
            <a:r>
              <a:rPr dirty="0" baseline="32407" sz="900">
                <a:solidFill>
                  <a:srgbClr val="231F20"/>
                </a:solidFill>
                <a:latin typeface="Bookman Old Style"/>
                <a:cs typeface="Bookman Old Style"/>
              </a:rPr>
              <a:t>-1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,</a:t>
            </a:r>
            <a:r>
              <a:rPr dirty="0" sz="1000" spc="165">
                <a:solidFill>
                  <a:srgbClr val="231F20"/>
                </a:solidFill>
                <a:latin typeface="Bookman Old Style"/>
                <a:cs typeface="Bookman Old Style"/>
              </a:rPr>
              <a:t>  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a</a:t>
            </a:r>
            <a:r>
              <a:rPr dirty="0" sz="1000" spc="290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=</a:t>
            </a:r>
            <a:r>
              <a:rPr dirty="0" sz="1000" spc="-3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–10m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 s</a:t>
            </a:r>
            <a:r>
              <a:rPr dirty="0" baseline="32407" sz="900" spc="-37">
                <a:solidFill>
                  <a:srgbClr val="231F20"/>
                </a:solidFill>
                <a:latin typeface="Bookman Old Style"/>
                <a:cs typeface="Bookman Old Style"/>
              </a:rPr>
              <a:t>–</a:t>
            </a:r>
            <a:r>
              <a:rPr dirty="0" baseline="32407" sz="900">
                <a:solidFill>
                  <a:srgbClr val="231F20"/>
                </a:solidFill>
                <a:latin typeface="Bookman Old Style"/>
                <a:cs typeface="Bookman Old Style"/>
              </a:rPr>
              <a:t>2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,</a:t>
            </a:r>
            <a:r>
              <a:rPr dirty="0" sz="1000" spc="114">
                <a:solidFill>
                  <a:srgbClr val="231F20"/>
                </a:solidFill>
                <a:latin typeface="Bookman Old Style"/>
                <a:cs typeface="Bookman Old Style"/>
              </a:rPr>
              <a:t>  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t</a:t>
            </a:r>
            <a:r>
              <a:rPr dirty="0" sz="1000" spc="285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=</a:t>
            </a:r>
            <a:r>
              <a:rPr dirty="0" sz="1000" spc="26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50">
                <a:solidFill>
                  <a:srgbClr val="231F20"/>
                </a:solidFill>
                <a:latin typeface="Bookman Old Style"/>
                <a:cs typeface="Bookman Old Style"/>
              </a:rPr>
              <a:t>?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707384" y="1201419"/>
            <a:ext cx="20955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30">
                <a:solidFill>
                  <a:srgbClr val="231F20"/>
                </a:solidFill>
                <a:latin typeface="Bookman Old Style"/>
                <a:cs typeface="Bookman Old Style"/>
              </a:rPr>
              <a:t>Or,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139184" y="969771"/>
            <a:ext cx="1717039" cy="409575"/>
          </a:xfrm>
          <a:prstGeom prst="rect">
            <a:avLst/>
          </a:prstGeom>
        </p:spPr>
        <p:txBody>
          <a:bodyPr wrap="square" lIns="0" tIns="52069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09"/>
              </a:spcBef>
            </a:pP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0</a:t>
            </a:r>
            <a:r>
              <a:rPr dirty="0" sz="1000" spc="-4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=</a:t>
            </a:r>
            <a:r>
              <a:rPr dirty="0" sz="1000" spc="-4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25</a:t>
            </a:r>
            <a:r>
              <a:rPr dirty="0" sz="1000" spc="24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+20</a:t>
            </a:r>
            <a:r>
              <a:rPr dirty="0" sz="1000" spc="-1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t</a:t>
            </a:r>
            <a:r>
              <a:rPr dirty="0" sz="1000" spc="250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+</a:t>
            </a:r>
            <a:r>
              <a:rPr dirty="0" sz="1000" spc="-4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(½)</a:t>
            </a:r>
            <a:r>
              <a:rPr dirty="0" sz="1000" spc="24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(-10)</a:t>
            </a:r>
            <a:r>
              <a:rPr dirty="0" sz="1000" spc="-4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35" i="1">
                <a:solidFill>
                  <a:srgbClr val="231F20"/>
                </a:solidFill>
                <a:latin typeface="Bookman Old Style"/>
                <a:cs typeface="Bookman Old Style"/>
              </a:rPr>
              <a:t>t</a:t>
            </a:r>
            <a:r>
              <a:rPr dirty="0" baseline="32407" sz="900" spc="-52">
                <a:solidFill>
                  <a:srgbClr val="231F20"/>
                </a:solidFill>
                <a:latin typeface="Bookman Old Style"/>
                <a:cs typeface="Bookman Old Style"/>
              </a:rPr>
              <a:t>2</a:t>
            </a:r>
            <a:endParaRPr baseline="32407" sz="900">
              <a:latin typeface="Bookman Old Style"/>
              <a:cs typeface="Bookman Old Style"/>
            </a:endParaRPr>
          </a:p>
          <a:p>
            <a:pPr marL="38100">
              <a:lnSpc>
                <a:spcPct val="100000"/>
              </a:lnSpc>
              <a:spcBef>
                <a:spcPts val="310"/>
              </a:spcBef>
            </a:pP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5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t</a:t>
            </a:r>
            <a:r>
              <a:rPr dirty="0" baseline="32407" sz="900">
                <a:solidFill>
                  <a:srgbClr val="231F20"/>
                </a:solidFill>
                <a:latin typeface="Bookman Old Style"/>
                <a:cs typeface="Bookman Old Style"/>
              </a:rPr>
              <a:t>2</a:t>
            </a:r>
            <a:r>
              <a:rPr dirty="0" baseline="32407" sz="900" spc="12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–</a:t>
            </a:r>
            <a:r>
              <a:rPr dirty="0" sz="1000" spc="-3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20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t</a:t>
            </a:r>
            <a:r>
              <a:rPr dirty="0" sz="1000" spc="280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–</a:t>
            </a:r>
            <a:r>
              <a:rPr dirty="0" sz="1000" spc="-3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25</a:t>
            </a:r>
            <a:r>
              <a:rPr dirty="0" sz="1000" spc="25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=</a:t>
            </a:r>
            <a:r>
              <a:rPr dirty="0" sz="1000" spc="25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50">
                <a:solidFill>
                  <a:srgbClr val="231F20"/>
                </a:solidFill>
                <a:latin typeface="Bookman Old Style"/>
                <a:cs typeface="Bookman Old Style"/>
              </a:rPr>
              <a:t>0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707384" y="1378203"/>
            <a:ext cx="2915285" cy="1092200"/>
          </a:xfrm>
          <a:prstGeom prst="rect">
            <a:avLst/>
          </a:prstGeom>
        </p:spPr>
        <p:txBody>
          <a:bodyPr wrap="square" lIns="0" tIns="6413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505"/>
              </a:spcBef>
            </a:pP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Solving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this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quadratic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equation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for</a:t>
            </a:r>
            <a:r>
              <a:rPr dirty="0" sz="1000" spc="-3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t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,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we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 get</a:t>
            </a:r>
            <a:endParaRPr sz="1000">
              <a:latin typeface="Bookman Old Style"/>
              <a:cs typeface="Bookman Old Style"/>
            </a:endParaRPr>
          </a:p>
          <a:p>
            <a:pPr algn="just" marL="469900">
              <a:lnSpc>
                <a:spcPct val="100000"/>
              </a:lnSpc>
              <a:spcBef>
                <a:spcPts val="409"/>
              </a:spcBef>
            </a:pP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t</a:t>
            </a:r>
            <a:r>
              <a:rPr dirty="0" sz="1000" spc="-20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=</a:t>
            </a:r>
            <a:r>
              <a:rPr dirty="0" sz="1000" spc="-5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5s</a:t>
            </a:r>
            <a:endParaRPr sz="1000">
              <a:latin typeface="Bookman Old Style"/>
              <a:cs typeface="Bookman Old Style"/>
            </a:endParaRPr>
          </a:p>
          <a:p>
            <a:pPr algn="just" marL="12700" marR="6985">
              <a:lnSpc>
                <a:spcPct val="100000"/>
              </a:lnSpc>
              <a:spcBef>
                <a:spcPts val="385"/>
              </a:spcBef>
            </a:pP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Note</a:t>
            </a:r>
            <a:r>
              <a:rPr dirty="0" sz="1000" spc="-6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that</a:t>
            </a:r>
            <a:r>
              <a:rPr dirty="0" sz="1000" spc="-6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-6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second</a:t>
            </a:r>
            <a:r>
              <a:rPr dirty="0" sz="1000" spc="-5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method</a:t>
            </a:r>
            <a:r>
              <a:rPr dirty="0" sz="1000" spc="-6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is</a:t>
            </a:r>
            <a:r>
              <a:rPr dirty="0" sz="1000" spc="-6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better</a:t>
            </a:r>
            <a:r>
              <a:rPr dirty="0" sz="1000" spc="-6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since</a:t>
            </a:r>
            <a:r>
              <a:rPr dirty="0" sz="1000" spc="-5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we </a:t>
            </a:r>
            <a:r>
              <a:rPr dirty="0" sz="1000" spc="-80">
                <a:solidFill>
                  <a:srgbClr val="231F20"/>
                </a:solidFill>
                <a:latin typeface="Bookman Old Style"/>
                <a:cs typeface="Bookman Old Style"/>
              </a:rPr>
              <a:t>do</a:t>
            </a:r>
            <a:r>
              <a:rPr dirty="0" sz="1000" spc="-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45">
                <a:solidFill>
                  <a:srgbClr val="231F20"/>
                </a:solidFill>
                <a:latin typeface="Bookman Old Style"/>
                <a:cs typeface="Bookman Old Style"/>
              </a:rPr>
              <a:t>not</a:t>
            </a:r>
            <a:r>
              <a:rPr dirty="0" sz="1000" spc="-3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50">
                <a:solidFill>
                  <a:srgbClr val="231F20"/>
                </a:solidFill>
                <a:latin typeface="Bookman Old Style"/>
                <a:cs typeface="Bookman Old Style"/>
              </a:rPr>
              <a:t>have</a:t>
            </a:r>
            <a:r>
              <a:rPr dirty="0" sz="1000" spc="-3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60">
                <a:solidFill>
                  <a:srgbClr val="231F20"/>
                </a:solidFill>
                <a:latin typeface="Bookman Old Style"/>
                <a:cs typeface="Bookman Old Style"/>
              </a:rPr>
              <a:t>to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30">
                <a:solidFill>
                  <a:srgbClr val="231F20"/>
                </a:solidFill>
                <a:latin typeface="Bookman Old Style"/>
                <a:cs typeface="Bookman Old Style"/>
              </a:rPr>
              <a:t>worry about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5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40">
                <a:solidFill>
                  <a:srgbClr val="231F20"/>
                </a:solidFill>
                <a:latin typeface="Bookman Old Style"/>
                <a:cs typeface="Bookman Old Style"/>
              </a:rPr>
              <a:t>path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75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1000" spc="-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5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motion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as</a:t>
            </a:r>
            <a:r>
              <a:rPr dirty="0" sz="1000" spc="-1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-1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motion</a:t>
            </a:r>
            <a:r>
              <a:rPr dirty="0" sz="1000" spc="-1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is</a:t>
            </a:r>
            <a:r>
              <a:rPr dirty="0" sz="1000" spc="-1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under</a:t>
            </a:r>
            <a:r>
              <a:rPr dirty="0" sz="1000" spc="-1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constant</a:t>
            </a:r>
            <a:r>
              <a:rPr dirty="0" sz="1000" spc="-1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acceleration.</a:t>
            </a:r>
            <a:endParaRPr sz="1000">
              <a:latin typeface="Bookman Old Style"/>
              <a:cs typeface="Bookman Old Style"/>
            </a:endParaRPr>
          </a:p>
          <a:p>
            <a:pPr algn="r" marR="5080">
              <a:lnSpc>
                <a:spcPct val="100000"/>
              </a:lnSpc>
            </a:pPr>
            <a:r>
              <a:rPr dirty="0" sz="1000" spc="-50">
                <a:solidFill>
                  <a:srgbClr val="00AEEF"/>
                </a:solidFill>
                <a:latin typeface="Wingdings 3"/>
                <a:cs typeface="Wingdings 3"/>
              </a:rPr>
              <a:t></a:t>
            </a:r>
            <a:endParaRPr sz="1000">
              <a:latin typeface="Wingdings 3"/>
              <a:cs typeface="Wingdings 3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726423" y="2614812"/>
            <a:ext cx="2875915" cy="581025"/>
          </a:xfrm>
          <a:prstGeom prst="rect">
            <a:avLst/>
          </a:prstGeom>
          <a:ln w="12191">
            <a:solidFill>
              <a:srgbClr val="231F20"/>
            </a:solidFill>
          </a:ln>
        </p:spPr>
        <p:txBody>
          <a:bodyPr wrap="square" lIns="0" tIns="40640" rIns="0" bIns="0" rtlCol="0" vert="horz">
            <a:spAutoFit/>
          </a:bodyPr>
          <a:lstStyle/>
          <a:p>
            <a:pPr algn="just" marL="161290" marR="149860">
              <a:lnSpc>
                <a:spcPct val="100000"/>
              </a:lnSpc>
              <a:spcBef>
                <a:spcPts val="320"/>
              </a:spcBef>
            </a:pPr>
            <a:r>
              <a:rPr dirty="0" sz="1000" b="1" i="1">
                <a:solidFill>
                  <a:srgbClr val="00AEEF"/>
                </a:solidFill>
                <a:latin typeface="Bookman Old Style"/>
                <a:cs typeface="Bookman Old Style"/>
              </a:rPr>
              <a:t>Example</a:t>
            </a:r>
            <a:r>
              <a:rPr dirty="0" sz="1000" spc="254" b="1" i="1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b="1" i="1">
                <a:solidFill>
                  <a:srgbClr val="00AEEF"/>
                </a:solidFill>
                <a:latin typeface="Bookman Old Style"/>
                <a:cs typeface="Bookman Old Style"/>
              </a:rPr>
              <a:t>2.4</a:t>
            </a:r>
            <a:r>
              <a:rPr dirty="0" sz="1000" spc="254" b="1" i="1">
                <a:solidFill>
                  <a:srgbClr val="00AEEF"/>
                </a:solidFill>
                <a:latin typeface="Bookman Old Style"/>
                <a:cs typeface="Bookman Old Style"/>
              </a:rPr>
              <a:t>  </a:t>
            </a:r>
            <a:r>
              <a:rPr dirty="0" sz="1000" b="1">
                <a:solidFill>
                  <a:srgbClr val="00AEEF"/>
                </a:solidFill>
                <a:latin typeface="Bookman Old Style"/>
                <a:cs typeface="Bookman Old Style"/>
              </a:rPr>
              <a:t>Free-fall</a:t>
            </a:r>
            <a:r>
              <a:rPr dirty="0" sz="1000" spc="265" b="1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b="1">
                <a:solidFill>
                  <a:srgbClr val="00AEEF"/>
                </a:solidFill>
                <a:latin typeface="Bookman Old Style"/>
                <a:cs typeface="Bookman Old Style"/>
              </a:rPr>
              <a:t>:</a:t>
            </a:r>
            <a:r>
              <a:rPr dirty="0" sz="1000" spc="265" b="1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Discuss</a:t>
            </a:r>
            <a:r>
              <a:rPr dirty="0" sz="1000" spc="250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-25">
                <a:solidFill>
                  <a:srgbClr val="00AEEF"/>
                </a:solidFill>
                <a:latin typeface="Bookman Old Style"/>
                <a:cs typeface="Bookman Old Style"/>
              </a:rPr>
              <a:t>the motion</a:t>
            </a:r>
            <a:r>
              <a:rPr dirty="0" sz="1000" spc="-60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-50">
                <a:solidFill>
                  <a:srgbClr val="00AEEF"/>
                </a:solidFill>
                <a:latin typeface="Bookman Old Style"/>
                <a:cs typeface="Bookman Old Style"/>
              </a:rPr>
              <a:t>of</a:t>
            </a:r>
            <a:r>
              <a:rPr dirty="0" sz="1000" spc="-30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-45">
                <a:solidFill>
                  <a:srgbClr val="00AEEF"/>
                </a:solidFill>
                <a:latin typeface="Bookman Old Style"/>
                <a:cs typeface="Bookman Old Style"/>
              </a:rPr>
              <a:t>an</a:t>
            </a:r>
            <a:r>
              <a:rPr dirty="0" sz="1000" spc="-35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-30">
                <a:solidFill>
                  <a:srgbClr val="00AEEF"/>
                </a:solidFill>
                <a:latin typeface="Bookman Old Style"/>
                <a:cs typeface="Bookman Old Style"/>
              </a:rPr>
              <a:t>object</a:t>
            </a:r>
            <a:r>
              <a:rPr dirty="0" sz="1000" spc="-50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-30">
                <a:solidFill>
                  <a:srgbClr val="00AEEF"/>
                </a:solidFill>
                <a:latin typeface="Bookman Old Style"/>
                <a:cs typeface="Bookman Old Style"/>
              </a:rPr>
              <a:t>under</a:t>
            </a:r>
            <a:r>
              <a:rPr dirty="0" sz="1000" spc="-55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free</a:t>
            </a:r>
            <a:r>
              <a:rPr dirty="0" sz="1000" spc="-5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fall.</a:t>
            </a:r>
            <a:r>
              <a:rPr dirty="0" sz="1000" spc="170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00AEEF"/>
                </a:solidFill>
                <a:latin typeface="Bookman Old Style"/>
                <a:cs typeface="Bookman Old Style"/>
              </a:rPr>
              <a:t>Neglect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air</a:t>
            </a:r>
            <a:r>
              <a:rPr dirty="0" sz="1000" spc="80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00AEEF"/>
                </a:solidFill>
                <a:latin typeface="Bookman Old Style"/>
                <a:cs typeface="Bookman Old Style"/>
              </a:rPr>
              <a:t>resistance.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681984" y="3298443"/>
            <a:ext cx="2971800" cy="26562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38100" marR="35560">
              <a:lnSpc>
                <a:spcPct val="100000"/>
              </a:lnSpc>
              <a:spcBef>
                <a:spcPts val="100"/>
              </a:spcBef>
            </a:pPr>
            <a:r>
              <a:rPr dirty="0" sz="1000" b="1" i="1">
                <a:solidFill>
                  <a:srgbClr val="00AEEF"/>
                </a:solidFill>
                <a:latin typeface="Bookman Old Style"/>
                <a:cs typeface="Bookman Old Style"/>
              </a:rPr>
              <a:t>Answer</a:t>
            </a:r>
            <a:r>
              <a:rPr dirty="0" sz="1000" spc="240" b="1" i="1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An</a:t>
            </a:r>
            <a:r>
              <a:rPr dirty="0" sz="1000" spc="-5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object</a:t>
            </a:r>
            <a:r>
              <a:rPr dirty="0" sz="1000" spc="-5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released</a:t>
            </a:r>
            <a:r>
              <a:rPr dirty="0" sz="1000" spc="-5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near</a:t>
            </a:r>
            <a:r>
              <a:rPr dirty="0" sz="1000" spc="-5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-5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surface</a:t>
            </a:r>
            <a:r>
              <a:rPr dirty="0" sz="1000" spc="-5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of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6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Earth</a:t>
            </a:r>
            <a:r>
              <a:rPr dirty="0" sz="1000" spc="6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is</a:t>
            </a:r>
            <a:r>
              <a:rPr dirty="0" sz="1000" spc="6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accelerated</a:t>
            </a:r>
            <a:r>
              <a:rPr dirty="0" sz="1000" spc="6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downward</a:t>
            </a:r>
            <a:r>
              <a:rPr dirty="0" sz="1000" spc="6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under</a:t>
            </a:r>
            <a:r>
              <a:rPr dirty="0" sz="1000" spc="6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the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influence</a:t>
            </a:r>
            <a:r>
              <a:rPr dirty="0" sz="1000" spc="-6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1000" spc="-6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-6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force</a:t>
            </a:r>
            <a:r>
              <a:rPr dirty="0" sz="1000" spc="-5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1000" spc="-6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gravity.</a:t>
            </a:r>
            <a:r>
              <a:rPr dirty="0" sz="1000" spc="-6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-6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magnitude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acceleration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due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to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gravity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is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represented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 by</a:t>
            </a:r>
            <a:endParaRPr sz="1000">
              <a:latin typeface="Bookman Old Style"/>
              <a:cs typeface="Bookman Old Style"/>
            </a:endParaRPr>
          </a:p>
          <a:p>
            <a:pPr algn="just" marL="38100" marR="35560">
              <a:lnSpc>
                <a:spcPct val="100000"/>
              </a:lnSpc>
            </a:pPr>
            <a:r>
              <a:rPr dirty="0" sz="1000" b="1" i="1">
                <a:solidFill>
                  <a:srgbClr val="231F20"/>
                </a:solidFill>
                <a:latin typeface="Bookman Old Style"/>
                <a:cs typeface="Bookman Old Style"/>
              </a:rPr>
              <a:t>g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.</a:t>
            </a:r>
            <a:r>
              <a:rPr dirty="0" sz="1000" spc="47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If</a:t>
            </a:r>
            <a:r>
              <a:rPr dirty="0" sz="1000" spc="7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air</a:t>
            </a:r>
            <a:r>
              <a:rPr dirty="0" sz="1000" spc="7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resistance</a:t>
            </a:r>
            <a:r>
              <a:rPr dirty="0" sz="1000" spc="7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is</a:t>
            </a:r>
            <a:r>
              <a:rPr dirty="0" sz="1000" spc="7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neglected,</a:t>
            </a:r>
            <a:r>
              <a:rPr dirty="0" sz="1000" spc="7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7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object</a:t>
            </a:r>
            <a:r>
              <a:rPr dirty="0" sz="1000" spc="7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is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said</a:t>
            </a:r>
            <a:r>
              <a:rPr dirty="0" sz="1000" spc="16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to</a:t>
            </a:r>
            <a:r>
              <a:rPr dirty="0" sz="1000" spc="16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be</a:t>
            </a:r>
            <a:r>
              <a:rPr dirty="0" sz="1000" spc="16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in</a:t>
            </a:r>
            <a:r>
              <a:rPr dirty="0" sz="1000" spc="16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b="1">
                <a:solidFill>
                  <a:srgbClr val="231F20"/>
                </a:solidFill>
                <a:latin typeface="Bookman Old Style"/>
                <a:cs typeface="Bookman Old Style"/>
              </a:rPr>
              <a:t>free</a:t>
            </a:r>
            <a:r>
              <a:rPr dirty="0" sz="1000" spc="170" b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b="1">
                <a:solidFill>
                  <a:srgbClr val="231F20"/>
                </a:solidFill>
                <a:latin typeface="Bookman Old Style"/>
                <a:cs typeface="Bookman Old Style"/>
              </a:rPr>
              <a:t>fall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.</a:t>
            </a:r>
            <a:r>
              <a:rPr dirty="0" sz="1000" spc="185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If</a:t>
            </a:r>
            <a:r>
              <a:rPr dirty="0" sz="1000" spc="16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17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height</a:t>
            </a:r>
            <a:r>
              <a:rPr dirty="0" sz="1000" spc="16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through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which</a:t>
            </a:r>
            <a:r>
              <a:rPr dirty="0" sz="1000" spc="-4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-4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object</a:t>
            </a:r>
            <a:r>
              <a:rPr dirty="0" sz="1000" spc="-4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falls</a:t>
            </a:r>
            <a:r>
              <a:rPr dirty="0" sz="1000" spc="-4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is</a:t>
            </a:r>
            <a:r>
              <a:rPr dirty="0" sz="1000" spc="-3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small</a:t>
            </a:r>
            <a:r>
              <a:rPr dirty="0" sz="1000" spc="-4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compared</a:t>
            </a:r>
            <a:r>
              <a:rPr dirty="0" sz="1000" spc="-4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to</a:t>
            </a:r>
            <a:r>
              <a:rPr dirty="0" sz="1000" spc="-4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the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earth’s</a:t>
            </a:r>
            <a:r>
              <a:rPr dirty="0" sz="1000" spc="2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radius,</a:t>
            </a:r>
            <a:r>
              <a:rPr dirty="0" sz="1000" spc="5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g</a:t>
            </a:r>
            <a:r>
              <a:rPr dirty="0" sz="1000" spc="40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can</a:t>
            </a:r>
            <a:r>
              <a:rPr dirty="0" sz="1000" spc="3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be</a:t>
            </a:r>
            <a:r>
              <a:rPr dirty="0" sz="1000" spc="3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taken</a:t>
            </a:r>
            <a:r>
              <a:rPr dirty="0" sz="1000" spc="3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to</a:t>
            </a:r>
            <a:r>
              <a:rPr dirty="0" sz="1000" spc="3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be</a:t>
            </a:r>
            <a:r>
              <a:rPr dirty="0" sz="1000" spc="3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constant,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equal</a:t>
            </a:r>
            <a:r>
              <a:rPr dirty="0" sz="1000" spc="3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to</a:t>
            </a:r>
            <a:r>
              <a:rPr dirty="0" sz="1000" spc="215">
                <a:solidFill>
                  <a:srgbClr val="231F20"/>
                </a:solidFill>
                <a:latin typeface="Bookman Old Style"/>
                <a:cs typeface="Bookman Old Style"/>
              </a:rPr>
              <a:t> 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9.8</a:t>
            </a:r>
            <a:r>
              <a:rPr dirty="0" sz="1000" spc="4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m</a:t>
            </a:r>
            <a:r>
              <a:rPr dirty="0" sz="1000" spc="4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s</a:t>
            </a:r>
            <a:r>
              <a:rPr dirty="0" baseline="32407" sz="900" spc="-15">
                <a:solidFill>
                  <a:srgbClr val="231F20"/>
                </a:solidFill>
                <a:latin typeface="Bookman Old Style"/>
                <a:cs typeface="Bookman Old Style"/>
              </a:rPr>
              <a:t>–</a:t>
            </a:r>
            <a:r>
              <a:rPr dirty="0" baseline="32407" sz="900">
                <a:solidFill>
                  <a:srgbClr val="231F20"/>
                </a:solidFill>
                <a:latin typeface="Bookman Old Style"/>
                <a:cs typeface="Bookman Old Style"/>
              </a:rPr>
              <a:t>2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.</a:t>
            </a:r>
            <a:r>
              <a:rPr dirty="0" sz="1000" spc="4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Free</a:t>
            </a:r>
            <a:r>
              <a:rPr dirty="0" sz="1000" spc="4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fall</a:t>
            </a:r>
            <a:r>
              <a:rPr dirty="0" sz="1000" spc="4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is</a:t>
            </a:r>
            <a:r>
              <a:rPr dirty="0" sz="1000" spc="4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thus</a:t>
            </a:r>
            <a:r>
              <a:rPr dirty="0" sz="1000" spc="4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</a:t>
            </a:r>
            <a:r>
              <a:rPr dirty="0" sz="1000" spc="4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case</a:t>
            </a:r>
            <a:r>
              <a:rPr dirty="0" sz="1000" spc="4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of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motion</a:t>
            </a:r>
            <a:r>
              <a:rPr dirty="0" sz="1000" spc="-7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with</a:t>
            </a:r>
            <a:r>
              <a:rPr dirty="0" sz="1000" spc="-7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uniform</a:t>
            </a:r>
            <a:r>
              <a:rPr dirty="0" sz="1000" spc="-7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acceleration.</a:t>
            </a:r>
            <a:endParaRPr sz="1000">
              <a:latin typeface="Bookman Old Style"/>
              <a:cs typeface="Bookman Old Style"/>
            </a:endParaRPr>
          </a:p>
          <a:p>
            <a:pPr algn="just" marL="38100" marR="30480" indent="152400">
              <a:lnSpc>
                <a:spcPct val="100000"/>
              </a:lnSpc>
            </a:pPr>
            <a:r>
              <a:rPr dirty="0" sz="1000" spc="-30">
                <a:solidFill>
                  <a:srgbClr val="231F20"/>
                </a:solidFill>
                <a:latin typeface="Bookman Old Style"/>
                <a:cs typeface="Bookman Old Style"/>
              </a:rPr>
              <a:t>We</a:t>
            </a:r>
            <a:r>
              <a:rPr dirty="0" sz="1000" spc="-4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assume</a:t>
            </a:r>
            <a:r>
              <a:rPr dirty="0" sz="1000" spc="-4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that</a:t>
            </a:r>
            <a:r>
              <a:rPr dirty="0" sz="1000" spc="-4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-4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motion</a:t>
            </a:r>
            <a:r>
              <a:rPr dirty="0" sz="1000" spc="-4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is</a:t>
            </a:r>
            <a:r>
              <a:rPr dirty="0" sz="1000" spc="-4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in</a:t>
            </a:r>
            <a:r>
              <a:rPr dirty="0" sz="1000" spc="-3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 i="1">
                <a:solidFill>
                  <a:srgbClr val="231F20"/>
                </a:solidFill>
                <a:latin typeface="Bookman Old Style"/>
                <a:cs typeface="Bookman Old Style"/>
              </a:rPr>
              <a:t>y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-direction,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more</a:t>
            </a:r>
            <a:r>
              <a:rPr dirty="0" sz="1000" spc="434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correctly</a:t>
            </a:r>
            <a:r>
              <a:rPr dirty="0" sz="1000" spc="47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in</a:t>
            </a:r>
            <a:r>
              <a:rPr dirty="0" sz="1000" spc="46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–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y-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direction</a:t>
            </a:r>
            <a:r>
              <a:rPr dirty="0" sz="1000" spc="47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because</a:t>
            </a:r>
            <a:r>
              <a:rPr dirty="0" sz="1000" spc="46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we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choose</a:t>
            </a:r>
            <a:r>
              <a:rPr dirty="0" sz="1000" spc="-4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upward</a:t>
            </a:r>
            <a:r>
              <a:rPr dirty="0" sz="1000" spc="-4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direction</a:t>
            </a:r>
            <a:r>
              <a:rPr dirty="0" sz="1000" spc="-4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as</a:t>
            </a:r>
            <a:r>
              <a:rPr dirty="0" sz="1000" spc="-4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positive.</a:t>
            </a:r>
            <a:r>
              <a:rPr dirty="0" sz="1000" spc="-4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Since</a:t>
            </a:r>
            <a:r>
              <a:rPr dirty="0" sz="1000" spc="-3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the 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acceleration</a:t>
            </a:r>
            <a:r>
              <a:rPr dirty="0" sz="1000" spc="-4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due</a:t>
            </a:r>
            <a:r>
              <a:rPr dirty="0" sz="1000" spc="-4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to</a:t>
            </a:r>
            <a:r>
              <a:rPr dirty="0" sz="1000" spc="-3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gravity</a:t>
            </a:r>
            <a:r>
              <a:rPr dirty="0" sz="1000" spc="-4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30">
                <a:solidFill>
                  <a:srgbClr val="231F20"/>
                </a:solidFill>
                <a:latin typeface="Bookman Old Style"/>
                <a:cs typeface="Bookman Old Style"/>
              </a:rPr>
              <a:t>is</a:t>
            </a:r>
            <a:r>
              <a:rPr dirty="0" sz="1000" spc="-3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always</a:t>
            </a:r>
            <a:r>
              <a:rPr dirty="0" sz="1000" spc="-4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downward,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it</a:t>
            </a:r>
            <a:r>
              <a:rPr dirty="0" sz="1000" spc="-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is</a:t>
            </a:r>
            <a:r>
              <a:rPr dirty="0" sz="1000" spc="-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in the</a:t>
            </a:r>
            <a:r>
              <a:rPr dirty="0" sz="1000" spc="-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negative direction</a:t>
            </a:r>
            <a:r>
              <a:rPr dirty="0" sz="1000" spc="-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and we</a:t>
            </a:r>
            <a:r>
              <a:rPr dirty="0" sz="1000" spc="-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have</a:t>
            </a:r>
            <a:endParaRPr sz="1000">
              <a:latin typeface="Bookman Old Style"/>
              <a:cs typeface="Bookman Old Style"/>
            </a:endParaRPr>
          </a:p>
          <a:p>
            <a:pPr algn="just" marL="190500">
              <a:lnSpc>
                <a:spcPct val="100000"/>
              </a:lnSpc>
              <a:spcBef>
                <a:spcPts val="310"/>
              </a:spcBef>
            </a:pP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a</a:t>
            </a:r>
            <a:r>
              <a:rPr dirty="0" sz="1000" spc="20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=</a:t>
            </a:r>
            <a:r>
              <a:rPr dirty="0" sz="1000" spc="-1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–</a:t>
            </a:r>
            <a:r>
              <a:rPr dirty="0" sz="1000" spc="-6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g</a:t>
            </a:r>
            <a:r>
              <a:rPr dirty="0" sz="1000" spc="280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=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–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9.8</a:t>
            </a:r>
            <a:r>
              <a:rPr dirty="0" sz="1000" spc="-3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m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s</a:t>
            </a:r>
            <a:r>
              <a:rPr dirty="0" baseline="32407" sz="900">
                <a:solidFill>
                  <a:srgbClr val="231F20"/>
                </a:solidFill>
                <a:latin typeface="Bookman Old Style"/>
                <a:cs typeface="Bookman Old Style"/>
              </a:rPr>
              <a:t>–</a:t>
            </a:r>
            <a:r>
              <a:rPr dirty="0" baseline="32407" sz="900" spc="-75">
                <a:solidFill>
                  <a:srgbClr val="231F20"/>
                </a:solidFill>
                <a:latin typeface="Bookman Old Style"/>
                <a:cs typeface="Bookman Old Style"/>
              </a:rPr>
              <a:t>2</a:t>
            </a:r>
            <a:endParaRPr baseline="32407" sz="900">
              <a:latin typeface="Bookman Old Style"/>
              <a:cs typeface="Bookman Old Style"/>
            </a:endParaRPr>
          </a:p>
          <a:p>
            <a:pPr algn="just" marL="38100">
              <a:lnSpc>
                <a:spcPct val="100000"/>
              </a:lnSpc>
            </a:pPr>
            <a:r>
              <a:rPr dirty="0" sz="1000" spc="-35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-114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35">
                <a:solidFill>
                  <a:srgbClr val="231F20"/>
                </a:solidFill>
                <a:latin typeface="Bookman Old Style"/>
                <a:cs typeface="Bookman Old Style"/>
              </a:rPr>
              <a:t>object</a:t>
            </a:r>
            <a:r>
              <a:rPr dirty="0" sz="1000" spc="-11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is</a:t>
            </a:r>
            <a:r>
              <a:rPr dirty="0" sz="1000" spc="-114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40">
                <a:solidFill>
                  <a:srgbClr val="231F20"/>
                </a:solidFill>
                <a:latin typeface="Bookman Old Style"/>
                <a:cs typeface="Bookman Old Style"/>
              </a:rPr>
              <a:t>released</a:t>
            </a:r>
            <a:r>
              <a:rPr dirty="0" sz="1000" spc="-11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35">
                <a:solidFill>
                  <a:srgbClr val="231F20"/>
                </a:solidFill>
                <a:latin typeface="Bookman Old Style"/>
                <a:cs typeface="Bookman Old Style"/>
              </a:rPr>
              <a:t>from</a:t>
            </a:r>
            <a:r>
              <a:rPr dirty="0" sz="1000" spc="-114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35">
                <a:solidFill>
                  <a:srgbClr val="231F20"/>
                </a:solidFill>
                <a:latin typeface="Bookman Old Style"/>
                <a:cs typeface="Bookman Old Style"/>
              </a:rPr>
              <a:t>rest</a:t>
            </a:r>
            <a:r>
              <a:rPr dirty="0" sz="1000" spc="-11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at</a:t>
            </a:r>
            <a:r>
              <a:rPr dirty="0" sz="1000" spc="-114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y</a:t>
            </a:r>
            <a:r>
              <a:rPr dirty="0" sz="1000" spc="-85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=</a:t>
            </a:r>
            <a:r>
              <a:rPr dirty="0" sz="1000" spc="-11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30">
                <a:solidFill>
                  <a:srgbClr val="231F20"/>
                </a:solidFill>
                <a:latin typeface="Bookman Old Style"/>
                <a:cs typeface="Bookman Old Style"/>
              </a:rPr>
              <a:t>0.</a:t>
            </a:r>
            <a:r>
              <a:rPr dirty="0" sz="1000" spc="-114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Therefore,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774440" y="6023609"/>
            <a:ext cx="72390" cy="1155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600" spc="-50" i="1">
                <a:solidFill>
                  <a:srgbClr val="231F20"/>
                </a:solidFill>
                <a:latin typeface="Bookman Old Style"/>
                <a:cs typeface="Bookman Old Style"/>
              </a:rPr>
              <a:t>0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707384" y="5928867"/>
            <a:ext cx="258762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v</a:t>
            </a:r>
            <a:r>
              <a:rPr dirty="0" sz="1000" spc="345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=</a:t>
            </a:r>
            <a:r>
              <a:rPr dirty="0" sz="1000" spc="-6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0</a:t>
            </a:r>
            <a:r>
              <a:rPr dirty="0" sz="1000" spc="-6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and</a:t>
            </a:r>
            <a:r>
              <a:rPr dirty="0" sz="1000" spc="-6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-6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equations</a:t>
            </a:r>
            <a:r>
              <a:rPr dirty="0" sz="1000" spc="-6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1000" spc="-6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motion</a:t>
            </a:r>
            <a:r>
              <a:rPr dirty="0" sz="1000" spc="-6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become: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834384" y="6157467"/>
            <a:ext cx="95186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v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=</a:t>
            </a:r>
            <a:r>
              <a:rPr dirty="0" sz="1000" spc="27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0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–</a:t>
            </a:r>
            <a:r>
              <a:rPr dirty="0" sz="1000" spc="-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g</a:t>
            </a:r>
            <a:r>
              <a:rPr dirty="0" sz="1000" spc="-25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50" i="1">
                <a:solidFill>
                  <a:srgbClr val="231F20"/>
                </a:solidFill>
                <a:latin typeface="Bookman Old Style"/>
                <a:cs typeface="Bookman Old Style"/>
              </a:rPr>
              <a:t>t</a:t>
            </a:r>
            <a:endParaRPr sz="1000">
              <a:latin typeface="Bookman Old Style"/>
              <a:cs typeface="Bookman Old Style"/>
            </a:endParaRPr>
          </a:p>
          <a:p>
            <a:pPr marL="38100" marR="30480">
              <a:lnSpc>
                <a:spcPct val="100000"/>
              </a:lnSpc>
            </a:pP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y</a:t>
            </a:r>
            <a:r>
              <a:rPr dirty="0" sz="1000" spc="15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=</a:t>
            </a:r>
            <a:r>
              <a:rPr dirty="0" sz="1000" spc="28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0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–</a:t>
            </a:r>
            <a:r>
              <a:rPr dirty="0" sz="1000" spc="-5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50" i="1">
                <a:solidFill>
                  <a:srgbClr val="231F20"/>
                </a:solidFill>
                <a:latin typeface="Lucida Sans"/>
                <a:cs typeface="Lucida Sans"/>
              </a:rPr>
              <a:t>½</a:t>
            </a:r>
            <a:r>
              <a:rPr dirty="0" sz="1000" spc="270" i="1">
                <a:solidFill>
                  <a:srgbClr val="231F20"/>
                </a:solidFill>
                <a:latin typeface="Lucida Sans"/>
                <a:cs typeface="Lucida Sans"/>
              </a:rPr>
              <a:t> 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g</a:t>
            </a:r>
            <a:r>
              <a:rPr dirty="0" sz="1000" spc="-30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25" i="1">
                <a:solidFill>
                  <a:srgbClr val="231F20"/>
                </a:solidFill>
                <a:latin typeface="Bookman Old Style"/>
                <a:cs typeface="Bookman Old Style"/>
              </a:rPr>
              <a:t>t</a:t>
            </a:r>
            <a:r>
              <a:rPr dirty="0" baseline="32407" sz="900" spc="-37">
                <a:solidFill>
                  <a:srgbClr val="231F20"/>
                </a:solidFill>
                <a:latin typeface="Bookman Old Style"/>
                <a:cs typeface="Bookman Old Style"/>
              </a:rPr>
              <a:t>2</a:t>
            </a:r>
            <a:r>
              <a:rPr dirty="0" baseline="32407" sz="900" spc="75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v</a:t>
            </a:r>
            <a:r>
              <a:rPr dirty="0" baseline="32407" sz="900">
                <a:solidFill>
                  <a:srgbClr val="231F20"/>
                </a:solidFill>
                <a:latin typeface="Bookman Old Style"/>
                <a:cs typeface="Bookman Old Style"/>
              </a:rPr>
              <a:t>2</a:t>
            </a:r>
            <a:r>
              <a:rPr dirty="0" baseline="32407" sz="900" spc="16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=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0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–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2</a:t>
            </a:r>
            <a:r>
              <a:rPr dirty="0" sz="1000" spc="-3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g</a:t>
            </a:r>
            <a:r>
              <a:rPr dirty="0" sz="1000" spc="-20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50" i="1">
                <a:solidFill>
                  <a:srgbClr val="231F20"/>
                </a:solidFill>
                <a:latin typeface="Bookman Old Style"/>
                <a:cs typeface="Bookman Old Style"/>
              </a:rPr>
              <a:t>y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800091" y="6157467"/>
            <a:ext cx="114554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100"/>
              </a:spcBef>
              <a:tabLst>
                <a:tab pos="755650" algn="l"/>
              </a:tabLst>
            </a:pP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=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–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9.8 </a:t>
            </a:r>
            <a:r>
              <a:rPr dirty="0" sz="1000" spc="-50" i="1">
                <a:solidFill>
                  <a:srgbClr val="231F20"/>
                </a:solidFill>
                <a:latin typeface="Bookman Old Style"/>
                <a:cs typeface="Bookman Old Style"/>
              </a:rPr>
              <a:t>t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	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m</a:t>
            </a:r>
            <a:r>
              <a:rPr dirty="0" sz="1000" spc="-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s</a:t>
            </a:r>
            <a:r>
              <a:rPr dirty="0" baseline="32407" sz="900" spc="-15">
                <a:solidFill>
                  <a:srgbClr val="231F20"/>
                </a:solidFill>
                <a:latin typeface="Bookman Old Style"/>
                <a:cs typeface="Bookman Old Style"/>
              </a:rPr>
              <a:t>–</a:t>
            </a:r>
            <a:r>
              <a:rPr dirty="0" baseline="32407" sz="900" spc="-75">
                <a:solidFill>
                  <a:srgbClr val="231F20"/>
                </a:solidFill>
                <a:latin typeface="Bookman Old Style"/>
                <a:cs typeface="Bookman Old Style"/>
              </a:rPr>
              <a:t>1</a:t>
            </a:r>
            <a:endParaRPr baseline="32407" sz="900">
              <a:latin typeface="Bookman Old Style"/>
              <a:cs typeface="Bookman Old Style"/>
            </a:endParaRPr>
          </a:p>
          <a:p>
            <a:pPr marL="59690">
              <a:lnSpc>
                <a:spcPct val="100000"/>
              </a:lnSpc>
              <a:tabLst>
                <a:tab pos="744855" algn="l"/>
              </a:tabLst>
            </a:pP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=</a:t>
            </a:r>
            <a:r>
              <a:rPr dirty="0" sz="1000" spc="-3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–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4.9</a:t>
            </a:r>
            <a:r>
              <a:rPr dirty="0" sz="1000" spc="-3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t</a:t>
            </a:r>
            <a:r>
              <a:rPr dirty="0" sz="1000" spc="-185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baseline="32407" sz="900" spc="-75">
                <a:solidFill>
                  <a:srgbClr val="231F20"/>
                </a:solidFill>
                <a:latin typeface="Bookman Old Style"/>
                <a:cs typeface="Bookman Old Style"/>
              </a:rPr>
              <a:t>2</a:t>
            </a:r>
            <a:r>
              <a:rPr dirty="0" baseline="32407" sz="900">
                <a:solidFill>
                  <a:srgbClr val="231F20"/>
                </a:solidFill>
                <a:latin typeface="Bookman Old Style"/>
                <a:cs typeface="Bookman Old Style"/>
              </a:rPr>
              <a:t>	</a:t>
            </a:r>
            <a:r>
              <a:rPr dirty="0" sz="1000" spc="-50">
                <a:solidFill>
                  <a:srgbClr val="231F20"/>
                </a:solidFill>
                <a:latin typeface="Bookman Old Style"/>
                <a:cs typeface="Bookman Old Style"/>
              </a:rPr>
              <a:t>m</a:t>
            </a:r>
            <a:endParaRPr sz="1000">
              <a:latin typeface="Bookman Old Style"/>
              <a:cs typeface="Bookman Old Style"/>
            </a:endParaRPr>
          </a:p>
          <a:p>
            <a:pPr marL="50800">
              <a:lnSpc>
                <a:spcPct val="100000"/>
              </a:lnSpc>
            </a:pP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=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–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19.6</a:t>
            </a:r>
            <a:r>
              <a:rPr dirty="0" sz="1000" spc="-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y</a:t>
            </a:r>
            <a:r>
              <a:rPr dirty="0" sz="1000" spc="140" i="1">
                <a:solidFill>
                  <a:srgbClr val="231F20"/>
                </a:solidFill>
                <a:latin typeface="Bookman Old Style"/>
                <a:cs typeface="Bookman Old Style"/>
              </a:rPr>
              <a:t> 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m</a:t>
            </a:r>
            <a:r>
              <a:rPr dirty="0" baseline="32407" sz="900">
                <a:solidFill>
                  <a:srgbClr val="231F20"/>
                </a:solidFill>
                <a:latin typeface="Bookman Old Style"/>
                <a:cs typeface="Bookman Old Style"/>
              </a:rPr>
              <a:t>2</a:t>
            </a:r>
            <a:r>
              <a:rPr dirty="0" baseline="32407" sz="900" spc="13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s</a:t>
            </a:r>
            <a:r>
              <a:rPr dirty="0" baseline="32407" sz="900" spc="-15">
                <a:solidFill>
                  <a:srgbClr val="231F20"/>
                </a:solidFill>
                <a:latin typeface="Bookman Old Style"/>
                <a:cs typeface="Bookman Old Style"/>
              </a:rPr>
              <a:t>–</a:t>
            </a:r>
            <a:r>
              <a:rPr dirty="0" baseline="32407" sz="900" spc="-75">
                <a:solidFill>
                  <a:srgbClr val="231F20"/>
                </a:solidFill>
                <a:latin typeface="Bookman Old Style"/>
                <a:cs typeface="Bookman Old Style"/>
              </a:rPr>
              <a:t>2</a:t>
            </a:r>
            <a:endParaRPr baseline="32407" sz="900">
              <a:latin typeface="Bookman Old Style"/>
              <a:cs typeface="Bookman Old Style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707384" y="6614667"/>
            <a:ext cx="2917825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000" spc="25">
                <a:solidFill>
                  <a:srgbClr val="231F20"/>
                </a:solidFill>
                <a:latin typeface="Bookman Old Style"/>
                <a:cs typeface="Bookman Old Style"/>
              </a:rPr>
              <a:t>These</a:t>
            </a:r>
            <a:r>
              <a:rPr dirty="0" sz="1000" spc="25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40">
                <a:solidFill>
                  <a:srgbClr val="231F20"/>
                </a:solidFill>
                <a:latin typeface="Bookman Old Style"/>
                <a:cs typeface="Bookman Old Style"/>
              </a:rPr>
              <a:t>equation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s</a:t>
            </a:r>
            <a:r>
              <a:rPr dirty="0" sz="1000" spc="25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25">
                <a:solidFill>
                  <a:srgbClr val="231F20"/>
                </a:solidFill>
                <a:latin typeface="Bookman Old Style"/>
                <a:cs typeface="Bookman Old Style"/>
              </a:rPr>
              <a:t>give</a:t>
            </a:r>
            <a:r>
              <a:rPr dirty="0" sz="1000" spc="25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2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25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30">
                <a:solidFill>
                  <a:srgbClr val="231F20"/>
                </a:solidFill>
                <a:latin typeface="Bookman Old Style"/>
                <a:cs typeface="Bookman Old Style"/>
              </a:rPr>
              <a:t>velocity</a:t>
            </a:r>
            <a:r>
              <a:rPr dirty="0" sz="1000" spc="25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20">
                <a:solidFill>
                  <a:srgbClr val="231F20"/>
                </a:solidFill>
                <a:latin typeface="Bookman Old Style"/>
                <a:cs typeface="Bookman Old Style"/>
              </a:rPr>
              <a:t>and</a:t>
            </a:r>
            <a:r>
              <a:rPr dirty="0" sz="1000" spc="25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3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3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distance</a:t>
            </a:r>
            <a:r>
              <a:rPr dirty="0" sz="1000" spc="-8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travelled</a:t>
            </a:r>
            <a:r>
              <a:rPr dirty="0" sz="1000" spc="-8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5">
                <a:solidFill>
                  <a:srgbClr val="231F20"/>
                </a:solidFill>
                <a:latin typeface="Bookman Old Style"/>
                <a:cs typeface="Bookman Old Style"/>
              </a:rPr>
              <a:t>a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s</a:t>
            </a:r>
            <a:r>
              <a:rPr dirty="0" sz="1000" spc="-8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</a:t>
            </a:r>
            <a:r>
              <a:rPr dirty="0" sz="1000" spc="-8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function</a:t>
            </a:r>
            <a:r>
              <a:rPr dirty="0" sz="1000" spc="-8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1000" spc="-8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5">
                <a:solidFill>
                  <a:srgbClr val="231F20"/>
                </a:solidFill>
                <a:latin typeface="Bookman Old Style"/>
                <a:cs typeface="Bookman Old Style"/>
              </a:rPr>
              <a:t>tim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e</a:t>
            </a:r>
            <a:r>
              <a:rPr dirty="0" sz="1000" spc="-8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and</a:t>
            </a:r>
            <a:r>
              <a:rPr dirty="0" sz="1000" spc="-8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also </a:t>
            </a:r>
            <a:r>
              <a:rPr dirty="0" sz="1000" spc="1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21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25">
                <a:solidFill>
                  <a:srgbClr val="231F20"/>
                </a:solidFill>
                <a:latin typeface="Bookman Old Style"/>
                <a:cs typeface="Bookman Old Style"/>
              </a:rPr>
              <a:t>variatio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n</a:t>
            </a:r>
            <a:r>
              <a:rPr dirty="0" sz="1000" spc="21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5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1000" spc="21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15">
                <a:solidFill>
                  <a:srgbClr val="231F20"/>
                </a:solidFill>
                <a:latin typeface="Bookman Old Style"/>
                <a:cs typeface="Bookman Old Style"/>
              </a:rPr>
              <a:t>velocity</a:t>
            </a:r>
            <a:r>
              <a:rPr dirty="0" sz="1000" spc="21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25">
                <a:solidFill>
                  <a:srgbClr val="231F20"/>
                </a:solidFill>
                <a:latin typeface="Bookman Old Style"/>
                <a:cs typeface="Bookman Old Style"/>
              </a:rPr>
              <a:t>wit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h</a:t>
            </a:r>
            <a:r>
              <a:rPr dirty="0" sz="1000" spc="21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15">
                <a:solidFill>
                  <a:srgbClr val="231F20"/>
                </a:solidFill>
                <a:latin typeface="Bookman Old Style"/>
                <a:cs typeface="Bookman Old Style"/>
              </a:rPr>
              <a:t>distance.</a:t>
            </a:r>
            <a:r>
              <a:rPr dirty="0" sz="1000" spc="21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15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2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5">
                <a:solidFill>
                  <a:srgbClr val="231F20"/>
                </a:solidFill>
                <a:latin typeface="Bookman Old Style"/>
                <a:cs typeface="Bookman Old Style"/>
              </a:rPr>
              <a:t>variatio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n</a:t>
            </a:r>
            <a:r>
              <a:rPr dirty="0" sz="1000" spc="-8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1000" spc="-8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acceleration,</a:t>
            </a:r>
            <a:r>
              <a:rPr dirty="0" sz="1000" spc="-8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velocity,</a:t>
            </a:r>
            <a:r>
              <a:rPr dirty="0" sz="1000" spc="-8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and</a:t>
            </a:r>
            <a:r>
              <a:rPr dirty="0" sz="1000" spc="-8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distance,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with</a:t>
            </a:r>
            <a:r>
              <a:rPr dirty="0" sz="1000" spc="4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time</a:t>
            </a:r>
            <a:r>
              <a:rPr dirty="0" sz="1000" spc="4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have</a:t>
            </a:r>
            <a:r>
              <a:rPr dirty="0" sz="1000" spc="4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been</a:t>
            </a:r>
            <a:r>
              <a:rPr dirty="0" sz="1000" spc="4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5">
                <a:solidFill>
                  <a:srgbClr val="231F20"/>
                </a:solidFill>
                <a:latin typeface="Bookman Old Style"/>
                <a:cs typeface="Bookman Old Style"/>
              </a:rPr>
              <a:t>plotted</a:t>
            </a:r>
            <a:r>
              <a:rPr dirty="0" sz="1000" spc="4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5">
                <a:solidFill>
                  <a:srgbClr val="231F20"/>
                </a:solidFill>
                <a:latin typeface="Bookman Old Style"/>
                <a:cs typeface="Bookman Old Style"/>
              </a:rPr>
              <a:t>in</a:t>
            </a:r>
            <a:r>
              <a:rPr dirty="0" sz="1000" spc="4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Fig.</a:t>
            </a:r>
            <a:r>
              <a:rPr dirty="0" sz="1000" spc="41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5">
                <a:solidFill>
                  <a:srgbClr val="231F20"/>
                </a:solidFill>
                <a:latin typeface="Bookman Old Style"/>
                <a:cs typeface="Bookman Old Style"/>
              </a:rPr>
              <a:t>2.7(a),</a:t>
            </a:r>
            <a:r>
              <a:rPr dirty="0" sz="1000" spc="4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5">
                <a:solidFill>
                  <a:srgbClr val="231F20"/>
                </a:solidFill>
                <a:latin typeface="Bookman Old Style"/>
                <a:cs typeface="Bookman Old Style"/>
              </a:rPr>
              <a:t>(b) and</a:t>
            </a:r>
            <a:r>
              <a:rPr dirty="0" sz="1000" spc="-4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(c).</a:t>
            </a:r>
            <a:endParaRPr sz="1000">
              <a:latin typeface="Bookman Old Style"/>
              <a:cs typeface="Bookman Old Style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932664" y="1056523"/>
            <a:ext cx="2199005" cy="2903855"/>
            <a:chOff x="932664" y="1056523"/>
            <a:chExt cx="2199005" cy="2903855"/>
          </a:xfrm>
        </p:grpSpPr>
        <p:sp>
          <p:nvSpPr>
            <p:cNvPr id="38" name="object 38"/>
            <p:cNvSpPr/>
            <p:nvPr/>
          </p:nvSpPr>
          <p:spPr>
            <a:xfrm>
              <a:off x="2577300" y="2647555"/>
              <a:ext cx="269240" cy="96520"/>
            </a:xfrm>
            <a:custGeom>
              <a:avLst/>
              <a:gdLst/>
              <a:ahLst/>
              <a:cxnLst/>
              <a:rect l="l" t="t" r="r" b="b"/>
              <a:pathLst>
                <a:path w="269239" h="96519">
                  <a:moveTo>
                    <a:pt x="74079" y="56667"/>
                  </a:moveTo>
                  <a:lnTo>
                    <a:pt x="0" y="56667"/>
                  </a:lnTo>
                  <a:lnTo>
                    <a:pt x="0" y="62153"/>
                  </a:lnTo>
                  <a:lnTo>
                    <a:pt x="74079" y="62153"/>
                  </a:lnTo>
                  <a:lnTo>
                    <a:pt x="74079" y="56667"/>
                  </a:lnTo>
                  <a:close/>
                </a:path>
                <a:path w="269239" h="96519">
                  <a:moveTo>
                    <a:pt x="74079" y="34721"/>
                  </a:moveTo>
                  <a:lnTo>
                    <a:pt x="0" y="34721"/>
                  </a:lnTo>
                  <a:lnTo>
                    <a:pt x="0" y="40208"/>
                  </a:lnTo>
                  <a:lnTo>
                    <a:pt x="74079" y="40208"/>
                  </a:lnTo>
                  <a:lnTo>
                    <a:pt x="74079" y="34721"/>
                  </a:lnTo>
                  <a:close/>
                </a:path>
                <a:path w="269239" h="96519">
                  <a:moveTo>
                    <a:pt x="187350" y="92329"/>
                  </a:moveTo>
                  <a:lnTo>
                    <a:pt x="182778" y="92329"/>
                  </a:lnTo>
                  <a:lnTo>
                    <a:pt x="180009" y="91414"/>
                  </a:lnTo>
                  <a:lnTo>
                    <a:pt x="179095" y="91414"/>
                  </a:lnTo>
                  <a:lnTo>
                    <a:pt x="177266" y="90500"/>
                  </a:lnTo>
                  <a:lnTo>
                    <a:pt x="176352" y="89585"/>
                  </a:lnTo>
                  <a:lnTo>
                    <a:pt x="176352" y="87757"/>
                  </a:lnTo>
                  <a:lnTo>
                    <a:pt x="175437" y="86842"/>
                  </a:lnTo>
                  <a:lnTo>
                    <a:pt x="175437" y="0"/>
                  </a:lnTo>
                  <a:lnTo>
                    <a:pt x="173634" y="0"/>
                  </a:lnTo>
                  <a:lnTo>
                    <a:pt x="150774" y="10947"/>
                  </a:lnTo>
                  <a:lnTo>
                    <a:pt x="151663" y="13716"/>
                  </a:lnTo>
                  <a:lnTo>
                    <a:pt x="154406" y="11887"/>
                  </a:lnTo>
                  <a:lnTo>
                    <a:pt x="157149" y="10947"/>
                  </a:lnTo>
                  <a:lnTo>
                    <a:pt x="159918" y="10947"/>
                  </a:lnTo>
                  <a:lnTo>
                    <a:pt x="160807" y="11887"/>
                  </a:lnTo>
                  <a:lnTo>
                    <a:pt x="161721" y="11887"/>
                  </a:lnTo>
                  <a:lnTo>
                    <a:pt x="163550" y="13716"/>
                  </a:lnTo>
                  <a:lnTo>
                    <a:pt x="163550" y="17373"/>
                  </a:lnTo>
                  <a:lnTo>
                    <a:pt x="164490" y="21945"/>
                  </a:lnTo>
                  <a:lnTo>
                    <a:pt x="164490" y="84099"/>
                  </a:lnTo>
                  <a:lnTo>
                    <a:pt x="163550" y="86842"/>
                  </a:lnTo>
                  <a:lnTo>
                    <a:pt x="163550" y="88671"/>
                  </a:lnTo>
                  <a:lnTo>
                    <a:pt x="160807" y="91414"/>
                  </a:lnTo>
                  <a:lnTo>
                    <a:pt x="159918" y="91414"/>
                  </a:lnTo>
                  <a:lnTo>
                    <a:pt x="157149" y="92329"/>
                  </a:lnTo>
                  <a:lnTo>
                    <a:pt x="152577" y="92329"/>
                  </a:lnTo>
                  <a:lnTo>
                    <a:pt x="152577" y="95046"/>
                  </a:lnTo>
                  <a:lnTo>
                    <a:pt x="187350" y="95046"/>
                  </a:lnTo>
                  <a:lnTo>
                    <a:pt x="187350" y="92329"/>
                  </a:lnTo>
                  <a:close/>
                </a:path>
                <a:path w="269239" h="96519">
                  <a:moveTo>
                    <a:pt x="268706" y="47523"/>
                  </a:moveTo>
                  <a:lnTo>
                    <a:pt x="255689" y="7023"/>
                  </a:lnTo>
                  <a:lnTo>
                    <a:pt x="255689" y="36537"/>
                  </a:lnTo>
                  <a:lnTo>
                    <a:pt x="255676" y="55410"/>
                  </a:lnTo>
                  <a:lnTo>
                    <a:pt x="255168" y="62611"/>
                  </a:lnTo>
                  <a:lnTo>
                    <a:pt x="255117" y="63296"/>
                  </a:lnTo>
                  <a:lnTo>
                    <a:pt x="253974" y="71005"/>
                  </a:lnTo>
                  <a:lnTo>
                    <a:pt x="252247" y="77698"/>
                  </a:lnTo>
                  <a:lnTo>
                    <a:pt x="251358" y="83185"/>
                  </a:lnTo>
                  <a:lnTo>
                    <a:pt x="249504" y="86842"/>
                  </a:lnTo>
                  <a:lnTo>
                    <a:pt x="246786" y="88671"/>
                  </a:lnTo>
                  <a:lnTo>
                    <a:pt x="241274" y="92329"/>
                  </a:lnTo>
                  <a:lnTo>
                    <a:pt x="233959" y="92329"/>
                  </a:lnTo>
                  <a:lnTo>
                    <a:pt x="223088" y="34264"/>
                  </a:lnTo>
                  <a:lnTo>
                    <a:pt x="224739" y="26835"/>
                  </a:lnTo>
                  <a:lnTo>
                    <a:pt x="224815" y="26492"/>
                  </a:lnTo>
                  <a:lnTo>
                    <a:pt x="225717" y="18338"/>
                  </a:lnTo>
                  <a:lnTo>
                    <a:pt x="227558" y="12801"/>
                  </a:lnTo>
                  <a:lnTo>
                    <a:pt x="231216" y="9144"/>
                  </a:lnTo>
                  <a:lnTo>
                    <a:pt x="233070" y="6375"/>
                  </a:lnTo>
                  <a:lnTo>
                    <a:pt x="235788" y="4572"/>
                  </a:lnTo>
                  <a:lnTo>
                    <a:pt x="242214" y="4572"/>
                  </a:lnTo>
                  <a:lnTo>
                    <a:pt x="244017" y="5486"/>
                  </a:lnTo>
                  <a:lnTo>
                    <a:pt x="245846" y="7315"/>
                  </a:lnTo>
                  <a:lnTo>
                    <a:pt x="248589" y="9144"/>
                  </a:lnTo>
                  <a:lnTo>
                    <a:pt x="255689" y="36537"/>
                  </a:lnTo>
                  <a:lnTo>
                    <a:pt x="255689" y="7023"/>
                  </a:lnTo>
                  <a:lnTo>
                    <a:pt x="253847" y="4572"/>
                  </a:lnTo>
                  <a:lnTo>
                    <a:pt x="253161" y="3657"/>
                  </a:lnTo>
                  <a:lnTo>
                    <a:pt x="246786" y="0"/>
                  </a:lnTo>
                  <a:lnTo>
                    <a:pt x="234873" y="0"/>
                  </a:lnTo>
                  <a:lnTo>
                    <a:pt x="231216" y="1828"/>
                  </a:lnTo>
                  <a:lnTo>
                    <a:pt x="210527" y="34264"/>
                  </a:lnTo>
                  <a:lnTo>
                    <a:pt x="209321" y="50266"/>
                  </a:lnTo>
                  <a:lnTo>
                    <a:pt x="209765" y="58064"/>
                  </a:lnTo>
                  <a:lnTo>
                    <a:pt x="226529" y="92329"/>
                  </a:lnTo>
                  <a:lnTo>
                    <a:pt x="238531" y="95986"/>
                  </a:lnTo>
                  <a:lnTo>
                    <a:pt x="243103" y="95986"/>
                  </a:lnTo>
                  <a:lnTo>
                    <a:pt x="247675" y="94157"/>
                  </a:lnTo>
                  <a:lnTo>
                    <a:pt x="250723" y="92329"/>
                  </a:lnTo>
                  <a:lnTo>
                    <a:pt x="252247" y="91414"/>
                  </a:lnTo>
                  <a:lnTo>
                    <a:pt x="257733" y="87757"/>
                  </a:lnTo>
                  <a:lnTo>
                    <a:pt x="261391" y="82270"/>
                  </a:lnTo>
                  <a:lnTo>
                    <a:pt x="264134" y="74955"/>
                  </a:lnTo>
                  <a:lnTo>
                    <a:pt x="266382" y="69126"/>
                  </a:lnTo>
                  <a:lnTo>
                    <a:pt x="267792" y="62611"/>
                  </a:lnTo>
                  <a:lnTo>
                    <a:pt x="268503" y="55410"/>
                  </a:lnTo>
                  <a:lnTo>
                    <a:pt x="268528" y="54546"/>
                  </a:lnTo>
                  <a:lnTo>
                    <a:pt x="268630" y="50266"/>
                  </a:lnTo>
                  <a:lnTo>
                    <a:pt x="268706" y="47523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87157" y="2644810"/>
              <a:ext cx="195681" cy="99639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2270053" y="3864193"/>
              <a:ext cx="60325" cy="96520"/>
            </a:xfrm>
            <a:custGeom>
              <a:avLst/>
              <a:gdLst/>
              <a:ahLst/>
              <a:cxnLst/>
              <a:rect l="l" t="t" r="r" b="b"/>
              <a:pathLst>
                <a:path w="60325" h="96520">
                  <a:moveTo>
                    <a:pt x="37388" y="0"/>
                  </a:moveTo>
                  <a:lnTo>
                    <a:pt x="26412" y="0"/>
                  </a:lnTo>
                  <a:lnTo>
                    <a:pt x="21840" y="914"/>
                  </a:lnTo>
                  <a:lnTo>
                    <a:pt x="17268" y="3657"/>
                  </a:lnTo>
                  <a:lnTo>
                    <a:pt x="12696" y="8229"/>
                  </a:lnTo>
                  <a:lnTo>
                    <a:pt x="8124" y="13716"/>
                  </a:lnTo>
                  <a:lnTo>
                    <a:pt x="5384" y="21031"/>
                  </a:lnTo>
                  <a:lnTo>
                    <a:pt x="2980" y="26842"/>
                  </a:lnTo>
                  <a:lnTo>
                    <a:pt x="1265" y="33348"/>
                  </a:lnTo>
                  <a:lnTo>
                    <a:pt x="237" y="40546"/>
                  </a:lnTo>
                  <a:lnTo>
                    <a:pt x="172" y="42031"/>
                  </a:lnTo>
                  <a:lnTo>
                    <a:pt x="93" y="43860"/>
                  </a:lnTo>
                  <a:lnTo>
                    <a:pt x="12195" y="87108"/>
                  </a:lnTo>
                  <a:lnTo>
                    <a:pt x="30067" y="95981"/>
                  </a:lnTo>
                  <a:lnTo>
                    <a:pt x="33722" y="95981"/>
                  </a:lnTo>
                  <a:lnTo>
                    <a:pt x="39211" y="94152"/>
                  </a:lnTo>
                  <a:lnTo>
                    <a:pt x="42640" y="91409"/>
                  </a:lnTo>
                  <a:lnTo>
                    <a:pt x="24578" y="91409"/>
                  </a:lnTo>
                  <a:lnTo>
                    <a:pt x="20923" y="87751"/>
                  </a:lnTo>
                  <a:lnTo>
                    <a:pt x="13611" y="50261"/>
                  </a:lnTo>
                  <a:lnTo>
                    <a:pt x="13611" y="42031"/>
                  </a:lnTo>
                  <a:lnTo>
                    <a:pt x="14528" y="33802"/>
                  </a:lnTo>
                  <a:lnTo>
                    <a:pt x="15393" y="26842"/>
                  </a:lnTo>
                  <a:lnTo>
                    <a:pt x="16351" y="18288"/>
                  </a:lnTo>
                  <a:lnTo>
                    <a:pt x="19100" y="11887"/>
                  </a:lnTo>
                  <a:lnTo>
                    <a:pt x="21840" y="8229"/>
                  </a:lnTo>
                  <a:lnTo>
                    <a:pt x="24578" y="5486"/>
                  </a:lnTo>
                  <a:lnTo>
                    <a:pt x="27327" y="4572"/>
                  </a:lnTo>
                  <a:lnTo>
                    <a:pt x="44567" y="4572"/>
                  </a:lnTo>
                  <a:lnTo>
                    <a:pt x="43783" y="3657"/>
                  </a:lnTo>
                  <a:lnTo>
                    <a:pt x="37388" y="0"/>
                  </a:lnTo>
                  <a:close/>
                </a:path>
                <a:path w="60325" h="96520">
                  <a:moveTo>
                    <a:pt x="44567" y="4572"/>
                  </a:moveTo>
                  <a:lnTo>
                    <a:pt x="35556" y="4572"/>
                  </a:lnTo>
                  <a:lnTo>
                    <a:pt x="39211" y="8229"/>
                  </a:lnTo>
                  <a:lnTo>
                    <a:pt x="41960" y="11887"/>
                  </a:lnTo>
                  <a:lnTo>
                    <a:pt x="46340" y="54490"/>
                  </a:lnTo>
                  <a:lnTo>
                    <a:pt x="45924" y="61691"/>
                  </a:lnTo>
                  <a:lnTo>
                    <a:pt x="37388" y="87751"/>
                  </a:lnTo>
                  <a:lnTo>
                    <a:pt x="34639" y="90495"/>
                  </a:lnTo>
                  <a:lnTo>
                    <a:pt x="31899" y="91409"/>
                  </a:lnTo>
                  <a:lnTo>
                    <a:pt x="42640" y="91409"/>
                  </a:lnTo>
                  <a:lnTo>
                    <a:pt x="59919" y="54490"/>
                  </a:lnTo>
                  <a:lnTo>
                    <a:pt x="60096" y="50261"/>
                  </a:lnTo>
                  <a:lnTo>
                    <a:pt x="60172" y="48432"/>
                  </a:lnTo>
                  <a:lnTo>
                    <a:pt x="60248" y="46603"/>
                  </a:lnTo>
                  <a:lnTo>
                    <a:pt x="59593" y="36503"/>
                  </a:lnTo>
                  <a:lnTo>
                    <a:pt x="59561" y="36007"/>
                  </a:lnTo>
                  <a:lnTo>
                    <a:pt x="57622" y="26842"/>
                  </a:lnTo>
                  <a:lnTo>
                    <a:pt x="57501" y="26273"/>
                  </a:lnTo>
                  <a:lnTo>
                    <a:pt x="54071" y="17568"/>
                  </a:lnTo>
                  <a:lnTo>
                    <a:pt x="49272" y="10058"/>
                  </a:lnTo>
                  <a:lnTo>
                    <a:pt x="44567" y="4572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2529" y="2799283"/>
              <a:ext cx="127098" cy="95981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65347" y="2829458"/>
              <a:ext cx="106990" cy="63977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2300110" y="1078332"/>
              <a:ext cx="0" cy="2677160"/>
            </a:xfrm>
            <a:custGeom>
              <a:avLst/>
              <a:gdLst/>
              <a:ahLst/>
              <a:cxnLst/>
              <a:rect l="l" t="t" r="r" b="b"/>
              <a:pathLst>
                <a:path w="0" h="2677160">
                  <a:moveTo>
                    <a:pt x="0" y="0"/>
                  </a:moveTo>
                  <a:lnTo>
                    <a:pt x="0" y="2676927"/>
                  </a:lnTo>
                </a:path>
              </a:pathLst>
            </a:custGeom>
            <a:ln w="634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2267344" y="1068397"/>
              <a:ext cx="66040" cy="50800"/>
            </a:xfrm>
            <a:custGeom>
              <a:avLst/>
              <a:gdLst/>
              <a:ahLst/>
              <a:cxnLst/>
              <a:rect l="l" t="t" r="r" b="b"/>
              <a:pathLst>
                <a:path w="66039" h="50800">
                  <a:moveTo>
                    <a:pt x="65506" y="50496"/>
                  </a:moveTo>
                  <a:lnTo>
                    <a:pt x="32765" y="0"/>
                  </a:lnTo>
                  <a:lnTo>
                    <a:pt x="0" y="50496"/>
                  </a:lnTo>
                </a:path>
              </a:pathLst>
            </a:custGeom>
            <a:ln w="1279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1122373" y="1972033"/>
              <a:ext cx="3175" cy="795655"/>
            </a:xfrm>
            <a:custGeom>
              <a:avLst/>
              <a:gdLst/>
              <a:ahLst/>
              <a:cxnLst/>
              <a:rect l="l" t="t" r="r" b="b"/>
              <a:pathLst>
                <a:path w="3175" h="795655">
                  <a:moveTo>
                    <a:pt x="0" y="795267"/>
                  </a:moveTo>
                  <a:lnTo>
                    <a:pt x="2737" y="0"/>
                  </a:lnTo>
                </a:path>
              </a:pathLst>
            </a:custGeom>
            <a:ln w="634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1086714" y="1962890"/>
              <a:ext cx="78105" cy="62230"/>
            </a:xfrm>
            <a:custGeom>
              <a:avLst/>
              <a:gdLst/>
              <a:ahLst/>
              <a:cxnLst/>
              <a:rect l="l" t="t" r="r" b="b"/>
              <a:pathLst>
                <a:path w="78105" h="62230">
                  <a:moveTo>
                    <a:pt x="0" y="62168"/>
                  </a:moveTo>
                  <a:lnTo>
                    <a:pt x="39313" y="0"/>
                  </a:lnTo>
                  <a:lnTo>
                    <a:pt x="77721" y="62168"/>
                  </a:lnTo>
                </a:path>
              </a:pathLst>
            </a:custGeom>
            <a:ln w="12798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989784" y="1952834"/>
              <a:ext cx="278130" cy="1905"/>
            </a:xfrm>
            <a:custGeom>
              <a:avLst/>
              <a:gdLst/>
              <a:ahLst/>
              <a:cxnLst/>
              <a:rect l="l" t="t" r="r" b="b"/>
              <a:pathLst>
                <a:path w="278130" h="1905">
                  <a:moveTo>
                    <a:pt x="0" y="0"/>
                  </a:moveTo>
                  <a:lnTo>
                    <a:pt x="277976" y="1828"/>
                  </a:lnTo>
                </a:path>
              </a:pathLst>
            </a:custGeom>
            <a:ln w="6344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2221470" y="1062211"/>
              <a:ext cx="172085" cy="1905"/>
            </a:xfrm>
            <a:custGeom>
              <a:avLst/>
              <a:gdLst/>
              <a:ahLst/>
              <a:cxnLst/>
              <a:rect l="l" t="t" r="r" b="b"/>
              <a:pathLst>
                <a:path w="172085" h="1905">
                  <a:moveTo>
                    <a:pt x="0" y="0"/>
                  </a:moveTo>
                  <a:lnTo>
                    <a:pt x="171912" y="1828"/>
                  </a:lnTo>
                </a:path>
              </a:pathLst>
            </a:custGeom>
            <a:ln w="6344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2465617" y="2460176"/>
              <a:ext cx="5080" cy="505459"/>
            </a:xfrm>
            <a:custGeom>
              <a:avLst/>
              <a:gdLst/>
              <a:ahLst/>
              <a:cxnLst/>
              <a:rect l="l" t="t" r="r" b="b"/>
              <a:pathLst>
                <a:path w="5080" h="505460">
                  <a:moveTo>
                    <a:pt x="4572" y="0"/>
                  </a:moveTo>
                  <a:lnTo>
                    <a:pt x="0" y="505453"/>
                  </a:lnTo>
                </a:path>
              </a:pathLst>
            </a:custGeom>
            <a:ln w="634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2427209" y="2912634"/>
              <a:ext cx="78105" cy="62230"/>
            </a:xfrm>
            <a:custGeom>
              <a:avLst/>
              <a:gdLst/>
              <a:ahLst/>
              <a:cxnLst/>
              <a:rect l="l" t="t" r="r" b="b"/>
              <a:pathLst>
                <a:path w="78105" h="62230">
                  <a:moveTo>
                    <a:pt x="77721" y="0"/>
                  </a:moveTo>
                  <a:lnTo>
                    <a:pt x="38408" y="62168"/>
                  </a:lnTo>
                  <a:lnTo>
                    <a:pt x="0" y="0"/>
                  </a:lnTo>
                </a:path>
              </a:pathLst>
            </a:custGeom>
            <a:ln w="12798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3087410" y="2620122"/>
              <a:ext cx="44450" cy="68580"/>
            </a:xfrm>
            <a:custGeom>
              <a:avLst/>
              <a:gdLst/>
              <a:ahLst/>
              <a:cxnLst/>
              <a:rect l="l" t="t" r="r" b="b"/>
              <a:pathLst>
                <a:path w="44450" h="68580">
                  <a:moveTo>
                    <a:pt x="26517" y="0"/>
                  </a:moveTo>
                  <a:lnTo>
                    <a:pt x="15575" y="0"/>
                  </a:lnTo>
                  <a:lnTo>
                    <a:pt x="11003" y="1828"/>
                  </a:lnTo>
                  <a:lnTo>
                    <a:pt x="4571" y="8229"/>
                  </a:lnTo>
                  <a:lnTo>
                    <a:pt x="2743" y="12801"/>
                  </a:lnTo>
                  <a:lnTo>
                    <a:pt x="1859" y="19202"/>
                  </a:lnTo>
                  <a:lnTo>
                    <a:pt x="3657" y="19202"/>
                  </a:lnTo>
                  <a:lnTo>
                    <a:pt x="4571" y="15544"/>
                  </a:lnTo>
                  <a:lnTo>
                    <a:pt x="6431" y="11887"/>
                  </a:lnTo>
                  <a:lnTo>
                    <a:pt x="11887" y="8229"/>
                  </a:lnTo>
                  <a:lnTo>
                    <a:pt x="14630" y="7315"/>
                  </a:lnTo>
                  <a:lnTo>
                    <a:pt x="21945" y="7315"/>
                  </a:lnTo>
                  <a:lnTo>
                    <a:pt x="24719" y="9143"/>
                  </a:lnTo>
                  <a:lnTo>
                    <a:pt x="30175" y="14630"/>
                  </a:lnTo>
                  <a:lnTo>
                    <a:pt x="31089" y="18287"/>
                  </a:lnTo>
                  <a:lnTo>
                    <a:pt x="31089" y="27431"/>
                  </a:lnTo>
                  <a:lnTo>
                    <a:pt x="29291" y="33802"/>
                  </a:lnTo>
                  <a:lnTo>
                    <a:pt x="23774" y="40233"/>
                  </a:lnTo>
                  <a:lnTo>
                    <a:pt x="19678" y="45902"/>
                  </a:lnTo>
                  <a:lnTo>
                    <a:pt x="14298" y="52094"/>
                  </a:lnTo>
                  <a:lnTo>
                    <a:pt x="7713" y="58977"/>
                  </a:lnTo>
                  <a:lnTo>
                    <a:pt x="0" y="66720"/>
                  </a:lnTo>
                  <a:lnTo>
                    <a:pt x="0" y="68549"/>
                  </a:lnTo>
                  <a:lnTo>
                    <a:pt x="39319" y="68549"/>
                  </a:lnTo>
                  <a:lnTo>
                    <a:pt x="43891" y="55747"/>
                  </a:lnTo>
                  <a:lnTo>
                    <a:pt x="42062" y="55747"/>
                  </a:lnTo>
                  <a:lnTo>
                    <a:pt x="41147" y="56662"/>
                  </a:lnTo>
                  <a:lnTo>
                    <a:pt x="40233" y="58491"/>
                  </a:lnTo>
                  <a:lnTo>
                    <a:pt x="39319" y="59405"/>
                  </a:lnTo>
                  <a:lnTo>
                    <a:pt x="37490" y="59405"/>
                  </a:lnTo>
                  <a:lnTo>
                    <a:pt x="36575" y="60319"/>
                  </a:lnTo>
                  <a:lnTo>
                    <a:pt x="34747" y="60319"/>
                  </a:lnTo>
                  <a:lnTo>
                    <a:pt x="33863" y="61234"/>
                  </a:lnTo>
                  <a:lnTo>
                    <a:pt x="10058" y="61234"/>
                  </a:lnTo>
                  <a:lnTo>
                    <a:pt x="17373" y="53919"/>
                  </a:lnTo>
                  <a:lnTo>
                    <a:pt x="25603" y="44805"/>
                  </a:lnTo>
                  <a:lnTo>
                    <a:pt x="31089" y="38374"/>
                  </a:lnTo>
                  <a:lnTo>
                    <a:pt x="34747" y="32918"/>
                  </a:lnTo>
                  <a:lnTo>
                    <a:pt x="37490" y="27431"/>
                  </a:lnTo>
                  <a:lnTo>
                    <a:pt x="39319" y="24688"/>
                  </a:lnTo>
                  <a:lnTo>
                    <a:pt x="40233" y="21031"/>
                  </a:lnTo>
                  <a:lnTo>
                    <a:pt x="40233" y="12801"/>
                  </a:lnTo>
                  <a:lnTo>
                    <a:pt x="38435" y="8229"/>
                  </a:lnTo>
                  <a:lnTo>
                    <a:pt x="34747" y="5486"/>
                  </a:lnTo>
                  <a:lnTo>
                    <a:pt x="31089" y="1828"/>
                  </a:lnTo>
                  <a:lnTo>
                    <a:pt x="26517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2" name="object 5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93963" y="2662154"/>
              <a:ext cx="85966" cy="69494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2664" y="1056523"/>
              <a:ext cx="1712178" cy="2899995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174841" y="2318835"/>
              <a:ext cx="67675" cy="92347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2667700" y="2704219"/>
              <a:ext cx="55880" cy="0"/>
            </a:xfrm>
            <a:custGeom>
              <a:avLst/>
              <a:gdLst/>
              <a:ahLst/>
              <a:cxnLst/>
              <a:rect l="l" t="t" r="r" b="b"/>
              <a:pathLst>
                <a:path w="55880" h="0">
                  <a:moveTo>
                    <a:pt x="0" y="0"/>
                  </a:moveTo>
                  <a:lnTo>
                    <a:pt x="55781" y="0"/>
                  </a:lnTo>
                </a:path>
              </a:pathLst>
            </a:custGeom>
            <a:ln w="6344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6" name="object 56"/>
          <p:cNvGrpSpPr/>
          <p:nvPr/>
        </p:nvGrpSpPr>
        <p:grpSpPr>
          <a:xfrm>
            <a:off x="4446087" y="7586770"/>
            <a:ext cx="1483360" cy="1211580"/>
            <a:chOff x="4446087" y="7586770"/>
            <a:chExt cx="1483360" cy="1211580"/>
          </a:xfrm>
        </p:grpSpPr>
        <p:sp>
          <p:nvSpPr>
            <p:cNvPr id="57" name="object 57"/>
            <p:cNvSpPr/>
            <p:nvPr/>
          </p:nvSpPr>
          <p:spPr>
            <a:xfrm>
              <a:off x="4563994" y="7661742"/>
              <a:ext cx="60325" cy="96520"/>
            </a:xfrm>
            <a:custGeom>
              <a:avLst/>
              <a:gdLst/>
              <a:ahLst/>
              <a:cxnLst/>
              <a:rect l="l" t="t" r="r" b="b"/>
              <a:pathLst>
                <a:path w="60325" h="96520">
                  <a:moveTo>
                    <a:pt x="37327" y="0"/>
                  </a:moveTo>
                  <a:lnTo>
                    <a:pt x="26354" y="0"/>
                  </a:lnTo>
                  <a:lnTo>
                    <a:pt x="21813" y="1834"/>
                  </a:lnTo>
                  <a:lnTo>
                    <a:pt x="1266" y="34068"/>
                  </a:lnTo>
                  <a:lnTo>
                    <a:pt x="195" y="42065"/>
                  </a:lnTo>
                  <a:lnTo>
                    <a:pt x="110" y="43900"/>
                  </a:lnTo>
                  <a:lnTo>
                    <a:pt x="12554" y="87143"/>
                  </a:lnTo>
                  <a:lnTo>
                    <a:pt x="30012" y="96012"/>
                  </a:lnTo>
                  <a:lnTo>
                    <a:pt x="33670" y="96012"/>
                  </a:lnTo>
                  <a:lnTo>
                    <a:pt x="39156" y="94192"/>
                  </a:lnTo>
                  <a:lnTo>
                    <a:pt x="42588" y="91440"/>
                  </a:lnTo>
                  <a:lnTo>
                    <a:pt x="24556" y="91440"/>
                  </a:lnTo>
                  <a:lnTo>
                    <a:pt x="20898" y="88702"/>
                  </a:lnTo>
                  <a:lnTo>
                    <a:pt x="13583" y="50292"/>
                  </a:lnTo>
                  <a:lnTo>
                    <a:pt x="13704" y="41098"/>
                  </a:lnTo>
                  <a:lnTo>
                    <a:pt x="14498" y="34756"/>
                  </a:lnTo>
                  <a:lnTo>
                    <a:pt x="16318" y="18364"/>
                  </a:lnTo>
                  <a:lnTo>
                    <a:pt x="27269" y="4572"/>
                  </a:lnTo>
                  <a:lnTo>
                    <a:pt x="44413" y="4572"/>
                  </a:lnTo>
                  <a:lnTo>
                    <a:pt x="43728" y="3657"/>
                  </a:lnTo>
                  <a:lnTo>
                    <a:pt x="37327" y="0"/>
                  </a:lnTo>
                  <a:close/>
                </a:path>
                <a:path w="60325" h="96520">
                  <a:moveTo>
                    <a:pt x="44413" y="4572"/>
                  </a:moveTo>
                  <a:lnTo>
                    <a:pt x="32755" y="4572"/>
                  </a:lnTo>
                  <a:lnTo>
                    <a:pt x="35498" y="5489"/>
                  </a:lnTo>
                  <a:lnTo>
                    <a:pt x="37327" y="6406"/>
                  </a:lnTo>
                  <a:lnTo>
                    <a:pt x="39156" y="9144"/>
                  </a:lnTo>
                  <a:lnTo>
                    <a:pt x="41899" y="12801"/>
                  </a:lnTo>
                  <a:lnTo>
                    <a:pt x="43728" y="17373"/>
                  </a:lnTo>
                  <a:lnTo>
                    <a:pt x="44928" y="23192"/>
                  </a:lnTo>
                  <a:lnTo>
                    <a:pt x="45785" y="29609"/>
                  </a:lnTo>
                  <a:lnTo>
                    <a:pt x="46300" y="36565"/>
                  </a:lnTo>
                  <a:lnTo>
                    <a:pt x="46258" y="54914"/>
                  </a:lnTo>
                  <a:lnTo>
                    <a:pt x="45858" y="61844"/>
                  </a:lnTo>
                  <a:lnTo>
                    <a:pt x="45785" y="63095"/>
                  </a:lnTo>
                  <a:lnTo>
                    <a:pt x="32755" y="91440"/>
                  </a:lnTo>
                  <a:lnTo>
                    <a:pt x="42588" y="91440"/>
                  </a:lnTo>
                  <a:lnTo>
                    <a:pt x="43728" y="90525"/>
                  </a:lnTo>
                  <a:lnTo>
                    <a:pt x="48270" y="87785"/>
                  </a:lnTo>
                  <a:lnTo>
                    <a:pt x="51927" y="82296"/>
                  </a:lnTo>
                  <a:lnTo>
                    <a:pt x="60035" y="50292"/>
                  </a:lnTo>
                  <a:lnTo>
                    <a:pt x="60157" y="47554"/>
                  </a:lnTo>
                  <a:lnTo>
                    <a:pt x="59471" y="36565"/>
                  </a:lnTo>
                  <a:lnTo>
                    <a:pt x="57527" y="27382"/>
                  </a:lnTo>
                  <a:lnTo>
                    <a:pt x="57417" y="26864"/>
                  </a:lnTo>
                  <a:lnTo>
                    <a:pt x="53997" y="18364"/>
                  </a:lnTo>
                  <a:lnTo>
                    <a:pt x="49214" y="10978"/>
                  </a:lnTo>
                  <a:lnTo>
                    <a:pt x="44413" y="4572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8" name="object 5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446087" y="7586770"/>
              <a:ext cx="1482974" cy="1211580"/>
            </a:xfrm>
            <a:prstGeom prst="rect">
              <a:avLst/>
            </a:prstGeom>
          </p:spPr>
        </p:pic>
      </p:grpSp>
      <p:sp>
        <p:nvSpPr>
          <p:cNvPr id="59" name="object 59"/>
          <p:cNvSpPr txBox="1"/>
          <p:nvPr/>
        </p:nvSpPr>
        <p:spPr>
          <a:xfrm>
            <a:off x="5075935" y="8793988"/>
            <a:ext cx="17970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(a)</a:t>
            </a:r>
            <a:endParaRPr sz="1000">
              <a:latin typeface="Bookman Old Style"/>
              <a:cs typeface="Bookman Old Style"/>
            </a:endParaRPr>
          </a:p>
        </p:txBody>
      </p:sp>
      <p:pic>
        <p:nvPicPr>
          <p:cNvPr id="60" name="object 6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34273" y="2476958"/>
            <a:ext cx="5987215" cy="5987215"/>
          </a:xfrm>
          <a:prstGeom prst="rect">
            <a:avLst/>
          </a:prstGeom>
        </p:spPr>
      </p:pic>
      <p:sp>
        <p:nvSpPr>
          <p:cNvPr id="61" name="object 6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Reprint </a:t>
            </a:r>
            <a:r>
              <a:rPr dirty="0" spc="-10"/>
              <a:t>2026-</a:t>
            </a:r>
            <a:r>
              <a:rPr dirty="0" spc="-25"/>
              <a:t>27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78600" y="711695"/>
            <a:ext cx="50482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>
                <a:solidFill>
                  <a:srgbClr val="00AEEF"/>
                </a:solidFill>
                <a:latin typeface="Bookman Old Style"/>
                <a:cs typeface="Bookman Old Style"/>
              </a:rPr>
              <a:t>PHYSICS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34288" y="711695"/>
            <a:ext cx="16192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5">
                <a:solidFill>
                  <a:srgbClr val="00AEEF"/>
                </a:solidFill>
                <a:latin typeface="Bookman Old Style"/>
                <a:cs typeface="Bookman Old Style"/>
              </a:rPr>
              <a:t>20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46987" y="880878"/>
            <a:ext cx="6019800" cy="50800"/>
          </a:xfrm>
          <a:custGeom>
            <a:avLst/>
            <a:gdLst/>
            <a:ahLst/>
            <a:cxnLst/>
            <a:rect l="l" t="t" r="r" b="b"/>
            <a:pathLst>
              <a:path w="6019800" h="50800">
                <a:moveTo>
                  <a:pt x="6019799" y="0"/>
                </a:moveTo>
                <a:lnTo>
                  <a:pt x="0" y="0"/>
                </a:lnTo>
                <a:lnTo>
                  <a:pt x="0" y="50804"/>
                </a:lnTo>
                <a:lnTo>
                  <a:pt x="6019799" y="50804"/>
                </a:lnTo>
                <a:lnTo>
                  <a:pt x="6019799" y="0"/>
                </a:lnTo>
                <a:close/>
              </a:path>
            </a:pathLst>
          </a:custGeom>
          <a:solidFill>
            <a:srgbClr val="00AEE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6339" y="1046676"/>
            <a:ext cx="1900285" cy="1539526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053083" y="5462137"/>
            <a:ext cx="2875915" cy="1024255"/>
          </a:xfrm>
          <a:custGeom>
            <a:avLst/>
            <a:gdLst/>
            <a:ahLst/>
            <a:cxnLst/>
            <a:rect l="l" t="t" r="r" b="b"/>
            <a:pathLst>
              <a:path w="2875915" h="1024254">
                <a:moveTo>
                  <a:pt x="2875787" y="0"/>
                </a:moveTo>
                <a:lnTo>
                  <a:pt x="0" y="0"/>
                </a:lnTo>
                <a:lnTo>
                  <a:pt x="0" y="1024127"/>
                </a:lnTo>
                <a:lnTo>
                  <a:pt x="2875787" y="1024127"/>
                </a:lnTo>
                <a:lnTo>
                  <a:pt x="2875787" y="0"/>
                </a:lnTo>
                <a:close/>
              </a:path>
            </a:pathLst>
          </a:custGeom>
          <a:solidFill>
            <a:srgbClr val="D4EFF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 rot="10800000">
            <a:off x="1026132" y="5560262"/>
            <a:ext cx="169172" cy="127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000"/>
              </a:lnSpc>
            </a:pPr>
            <a:r>
              <a:rPr dirty="0" sz="1000" spc="-50">
                <a:solidFill>
                  <a:srgbClr val="00BDF2"/>
                </a:solidFill>
                <a:latin typeface="Wingdings 3"/>
                <a:cs typeface="Wingdings 3"/>
              </a:rPr>
              <a:t></a:t>
            </a:r>
            <a:endParaRPr sz="1000">
              <a:latin typeface="Wingdings 3"/>
              <a:cs typeface="Wingdings 3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351656" y="3095243"/>
            <a:ext cx="2189480" cy="1677670"/>
            <a:chOff x="1351656" y="3095243"/>
            <a:chExt cx="2189480" cy="167767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92922" y="3095243"/>
              <a:ext cx="154350" cy="10329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51656" y="4464588"/>
              <a:ext cx="155268" cy="103296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430203" y="4352147"/>
              <a:ext cx="62230" cy="81915"/>
            </a:xfrm>
            <a:custGeom>
              <a:avLst/>
              <a:gdLst/>
              <a:ahLst/>
              <a:cxnLst/>
              <a:rect l="l" t="t" r="r" b="b"/>
              <a:pathLst>
                <a:path w="62230" h="81914">
                  <a:moveTo>
                    <a:pt x="62102" y="0"/>
                  </a:moveTo>
                  <a:lnTo>
                    <a:pt x="52065" y="0"/>
                  </a:lnTo>
                  <a:lnTo>
                    <a:pt x="44753" y="40233"/>
                  </a:lnTo>
                  <a:lnTo>
                    <a:pt x="39276" y="45719"/>
                  </a:lnTo>
                  <a:lnTo>
                    <a:pt x="30132" y="50291"/>
                  </a:lnTo>
                  <a:lnTo>
                    <a:pt x="18263" y="50291"/>
                  </a:lnTo>
                  <a:lnTo>
                    <a:pt x="15523" y="47548"/>
                  </a:lnTo>
                  <a:lnTo>
                    <a:pt x="15523" y="41147"/>
                  </a:lnTo>
                  <a:lnTo>
                    <a:pt x="16440" y="39319"/>
                  </a:lnTo>
                  <a:lnTo>
                    <a:pt x="16440" y="37490"/>
                  </a:lnTo>
                  <a:lnTo>
                    <a:pt x="22835" y="0"/>
                  </a:lnTo>
                  <a:lnTo>
                    <a:pt x="18263" y="0"/>
                  </a:lnTo>
                  <a:lnTo>
                    <a:pt x="6391" y="2743"/>
                  </a:lnTo>
                  <a:lnTo>
                    <a:pt x="2737" y="2743"/>
                  </a:lnTo>
                  <a:lnTo>
                    <a:pt x="1819" y="6400"/>
                  </a:lnTo>
                  <a:lnTo>
                    <a:pt x="6391" y="6400"/>
                  </a:lnTo>
                  <a:lnTo>
                    <a:pt x="10046" y="7315"/>
                  </a:lnTo>
                  <a:lnTo>
                    <a:pt x="10046" y="15544"/>
                  </a:lnTo>
                  <a:lnTo>
                    <a:pt x="6391" y="37490"/>
                  </a:lnTo>
                  <a:lnTo>
                    <a:pt x="5474" y="41147"/>
                  </a:lnTo>
                  <a:lnTo>
                    <a:pt x="5474" y="53035"/>
                  </a:lnTo>
                  <a:lnTo>
                    <a:pt x="10963" y="56662"/>
                  </a:lnTo>
                  <a:lnTo>
                    <a:pt x="19181" y="56662"/>
                  </a:lnTo>
                  <a:lnTo>
                    <a:pt x="25600" y="55709"/>
                  </a:lnTo>
                  <a:lnTo>
                    <a:pt x="32192" y="53134"/>
                  </a:lnTo>
                  <a:lnTo>
                    <a:pt x="38442" y="49358"/>
                  </a:lnTo>
                  <a:lnTo>
                    <a:pt x="43836" y="44805"/>
                  </a:lnTo>
                  <a:lnTo>
                    <a:pt x="42921" y="53949"/>
                  </a:lnTo>
                  <a:lnTo>
                    <a:pt x="41099" y="60319"/>
                  </a:lnTo>
                  <a:lnTo>
                    <a:pt x="40181" y="65806"/>
                  </a:lnTo>
                  <a:lnTo>
                    <a:pt x="31967" y="74035"/>
                  </a:lnTo>
                  <a:lnTo>
                    <a:pt x="26490" y="76779"/>
                  </a:lnTo>
                  <a:lnTo>
                    <a:pt x="10046" y="76779"/>
                  </a:lnTo>
                  <a:lnTo>
                    <a:pt x="12786" y="67665"/>
                  </a:lnTo>
                  <a:lnTo>
                    <a:pt x="2737" y="67665"/>
                  </a:lnTo>
                  <a:lnTo>
                    <a:pt x="0" y="68549"/>
                  </a:lnTo>
                  <a:lnTo>
                    <a:pt x="0" y="74950"/>
                  </a:lnTo>
                  <a:lnTo>
                    <a:pt x="1819" y="76779"/>
                  </a:lnTo>
                  <a:lnTo>
                    <a:pt x="4571" y="77693"/>
                  </a:lnTo>
                  <a:lnTo>
                    <a:pt x="8214" y="80436"/>
                  </a:lnTo>
                  <a:lnTo>
                    <a:pt x="14609" y="81351"/>
                  </a:lnTo>
                  <a:lnTo>
                    <a:pt x="27395" y="81351"/>
                  </a:lnTo>
                  <a:lnTo>
                    <a:pt x="52968" y="54863"/>
                  </a:lnTo>
                  <a:lnTo>
                    <a:pt x="62102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184716" y="3135423"/>
              <a:ext cx="137160" cy="0"/>
            </a:xfrm>
            <a:custGeom>
              <a:avLst/>
              <a:gdLst/>
              <a:ahLst/>
              <a:cxnLst/>
              <a:rect l="l" t="t" r="r" b="b"/>
              <a:pathLst>
                <a:path w="137160" h="0">
                  <a:moveTo>
                    <a:pt x="0" y="0"/>
                  </a:moveTo>
                  <a:lnTo>
                    <a:pt x="137009" y="0"/>
                  </a:lnTo>
                </a:path>
              </a:pathLst>
            </a:custGeom>
            <a:ln w="634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318083" y="3107100"/>
              <a:ext cx="51435" cy="55880"/>
            </a:xfrm>
            <a:custGeom>
              <a:avLst/>
              <a:gdLst/>
              <a:ahLst/>
              <a:cxnLst/>
              <a:rect l="l" t="t" r="r" b="b"/>
              <a:pathLst>
                <a:path w="51435" h="55880">
                  <a:moveTo>
                    <a:pt x="0" y="0"/>
                  </a:moveTo>
                  <a:lnTo>
                    <a:pt x="0" y="55778"/>
                  </a:lnTo>
                  <a:lnTo>
                    <a:pt x="51145" y="283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542550" y="3185738"/>
              <a:ext cx="1998980" cy="1587500"/>
            </a:xfrm>
            <a:custGeom>
              <a:avLst/>
              <a:gdLst/>
              <a:ahLst/>
              <a:cxnLst/>
              <a:rect l="l" t="t" r="r" b="b"/>
              <a:pathLst>
                <a:path w="1998979" h="1587500">
                  <a:moveTo>
                    <a:pt x="1998402" y="0"/>
                  </a:moveTo>
                  <a:lnTo>
                    <a:pt x="0" y="0"/>
                  </a:lnTo>
                  <a:lnTo>
                    <a:pt x="0" y="1586910"/>
                  </a:lnTo>
                  <a:lnTo>
                    <a:pt x="1998402" y="1586910"/>
                  </a:lnTo>
                  <a:lnTo>
                    <a:pt x="199840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542550" y="3185706"/>
              <a:ext cx="1998980" cy="1587500"/>
            </a:xfrm>
            <a:custGeom>
              <a:avLst/>
              <a:gdLst/>
              <a:ahLst/>
              <a:cxnLst/>
              <a:rect l="l" t="t" r="r" b="b"/>
              <a:pathLst>
                <a:path w="1998979" h="1587500">
                  <a:moveTo>
                    <a:pt x="0" y="1586922"/>
                  </a:moveTo>
                  <a:lnTo>
                    <a:pt x="0" y="0"/>
                  </a:lnTo>
                  <a:lnTo>
                    <a:pt x="1998385" y="0"/>
                  </a:lnTo>
                  <a:lnTo>
                    <a:pt x="1998385" y="1586922"/>
                  </a:lnTo>
                  <a:lnTo>
                    <a:pt x="0" y="1586922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59896" y="3228665"/>
              <a:ext cx="1864141" cy="1360249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2402839" y="2719310"/>
            <a:ext cx="17716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(b)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524531" y="4548111"/>
            <a:ext cx="17018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(c)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34288" y="4786363"/>
            <a:ext cx="2920365" cy="4159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030"/>
              </a:lnSpc>
              <a:spcBef>
                <a:spcPts val="100"/>
              </a:spcBef>
            </a:pPr>
            <a:r>
              <a:rPr dirty="0" sz="900" spc="50" b="1" i="1">
                <a:solidFill>
                  <a:srgbClr val="00AEEF"/>
                </a:solidFill>
                <a:latin typeface="Bookman Old Style"/>
                <a:cs typeface="Bookman Old Style"/>
              </a:rPr>
              <a:t>Fig.</a:t>
            </a:r>
            <a:r>
              <a:rPr dirty="0" sz="900" spc="380" b="1" i="1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900" spc="45" b="1" i="1">
                <a:solidFill>
                  <a:srgbClr val="00AEEF"/>
                </a:solidFill>
                <a:latin typeface="Bookman Old Style"/>
                <a:cs typeface="Bookman Old Style"/>
              </a:rPr>
              <a:t>2.7</a:t>
            </a:r>
            <a:r>
              <a:rPr dirty="0" sz="900" spc="380" b="1" i="1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Motion</a:t>
            </a:r>
            <a:r>
              <a:rPr dirty="0" sz="900" spc="355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900" spc="355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an</a:t>
            </a:r>
            <a:r>
              <a:rPr dirty="0" sz="900" spc="360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900" spc="50" i="1">
                <a:solidFill>
                  <a:srgbClr val="231F20"/>
                </a:solidFill>
                <a:latin typeface="Bookman Old Style"/>
                <a:cs typeface="Bookman Old Style"/>
              </a:rPr>
              <a:t>object</a:t>
            </a:r>
            <a:r>
              <a:rPr dirty="0" sz="900" spc="355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under</a:t>
            </a:r>
            <a:r>
              <a:rPr dirty="0" sz="900" spc="355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900" spc="45" i="1">
                <a:solidFill>
                  <a:srgbClr val="231F20"/>
                </a:solidFill>
                <a:latin typeface="Bookman Old Style"/>
                <a:cs typeface="Bookman Old Style"/>
              </a:rPr>
              <a:t>free</a:t>
            </a:r>
            <a:r>
              <a:rPr dirty="0" sz="900" spc="355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900" spc="55" i="1">
                <a:solidFill>
                  <a:srgbClr val="231F20"/>
                </a:solidFill>
                <a:latin typeface="Bookman Old Style"/>
                <a:cs typeface="Bookman Old Style"/>
              </a:rPr>
              <a:t>fall.</a:t>
            </a:r>
            <a:endParaRPr sz="900">
              <a:latin typeface="Bookman Old Style"/>
              <a:cs typeface="Bookman Old Style"/>
            </a:endParaRPr>
          </a:p>
          <a:p>
            <a:pPr marL="873125" indent="-189865">
              <a:lnSpc>
                <a:spcPts val="994"/>
              </a:lnSpc>
              <a:buAutoNum type="alphaLcParenBoth"/>
              <a:tabLst>
                <a:tab pos="873125" algn="l"/>
              </a:tabLst>
            </a:pPr>
            <a:r>
              <a:rPr dirty="0" sz="900" spc="-10" i="1">
                <a:solidFill>
                  <a:srgbClr val="231F20"/>
                </a:solidFill>
                <a:latin typeface="Bookman Old Style"/>
                <a:cs typeface="Bookman Old Style"/>
              </a:rPr>
              <a:t>Variation</a:t>
            </a:r>
            <a:r>
              <a:rPr dirty="0" sz="900" spc="-30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900" spc="-30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acceleration</a:t>
            </a:r>
            <a:r>
              <a:rPr dirty="0" sz="900" spc="-30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with</a:t>
            </a:r>
            <a:r>
              <a:rPr dirty="0" sz="900" spc="-30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900" spc="-10" i="1">
                <a:solidFill>
                  <a:srgbClr val="231F20"/>
                </a:solidFill>
                <a:latin typeface="Bookman Old Style"/>
                <a:cs typeface="Bookman Old Style"/>
              </a:rPr>
              <a:t>time.</a:t>
            </a:r>
            <a:endParaRPr sz="900">
              <a:latin typeface="Bookman Old Style"/>
              <a:cs typeface="Bookman Old Style"/>
            </a:endParaRPr>
          </a:p>
          <a:p>
            <a:pPr marL="842010" indent="-158750">
              <a:lnSpc>
                <a:spcPts val="1045"/>
              </a:lnSpc>
              <a:buAutoNum type="alphaLcParenBoth"/>
              <a:tabLst>
                <a:tab pos="842010" algn="l"/>
              </a:tabLst>
            </a:pPr>
            <a:r>
              <a:rPr dirty="0" sz="900" spc="-10" i="1">
                <a:solidFill>
                  <a:srgbClr val="231F20"/>
                </a:solidFill>
                <a:latin typeface="Bookman Old Style"/>
                <a:cs typeface="Bookman Old Style"/>
              </a:rPr>
              <a:t>Variation</a:t>
            </a:r>
            <a:r>
              <a:rPr dirty="0" sz="900" spc="-40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900" spc="-35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velocity</a:t>
            </a:r>
            <a:r>
              <a:rPr dirty="0" sz="900" spc="-40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with</a:t>
            </a:r>
            <a:r>
              <a:rPr dirty="0" sz="900" spc="-35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900" spc="-10" i="1">
                <a:solidFill>
                  <a:srgbClr val="231F20"/>
                </a:solidFill>
                <a:latin typeface="Bookman Old Style"/>
                <a:cs typeface="Bookman Old Style"/>
              </a:rPr>
              <a:t>time.</a:t>
            </a:r>
            <a:endParaRPr sz="900">
              <a:latin typeface="Bookman Old Style"/>
              <a:cs typeface="Bookman Old Style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704848" y="5182603"/>
            <a:ext cx="183705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(c)</a:t>
            </a:r>
            <a:r>
              <a:rPr dirty="0" sz="900" spc="-45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900" spc="-10" i="1">
                <a:solidFill>
                  <a:srgbClr val="231F20"/>
                </a:solidFill>
                <a:latin typeface="Bookman Old Style"/>
                <a:cs typeface="Bookman Old Style"/>
              </a:rPr>
              <a:t>Variation</a:t>
            </a:r>
            <a:r>
              <a:rPr dirty="0" sz="900" spc="-45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900" spc="-45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distance</a:t>
            </a:r>
            <a:r>
              <a:rPr dirty="0" sz="900" spc="-45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with</a:t>
            </a:r>
            <a:r>
              <a:rPr dirty="0" sz="900" spc="-45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900" spc="-20" i="1">
                <a:solidFill>
                  <a:srgbClr val="231F20"/>
                </a:solidFill>
                <a:latin typeface="Bookman Old Style"/>
                <a:cs typeface="Bookman Old Style"/>
              </a:rPr>
              <a:t>time</a:t>
            </a:r>
            <a:endParaRPr sz="900">
              <a:latin typeface="Bookman Old Style"/>
              <a:cs typeface="Bookman Old Style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817111" y="5169903"/>
            <a:ext cx="13716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0">
                <a:solidFill>
                  <a:srgbClr val="00AEEF"/>
                </a:solidFill>
                <a:latin typeface="Wingdings 3"/>
                <a:cs typeface="Wingdings 3"/>
              </a:rPr>
              <a:t></a:t>
            </a:r>
            <a:endParaRPr sz="1000">
              <a:latin typeface="Wingdings 3"/>
              <a:cs typeface="Wingdings 3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53083" y="5462137"/>
            <a:ext cx="2875915" cy="1024255"/>
          </a:xfrm>
          <a:prstGeom prst="rect">
            <a:avLst/>
          </a:prstGeom>
          <a:ln w="12191">
            <a:solidFill>
              <a:srgbClr val="231F20"/>
            </a:solidFill>
          </a:ln>
        </p:spPr>
        <p:txBody>
          <a:bodyPr wrap="square" lIns="0" tIns="49530" rIns="0" bIns="0" rtlCol="0" vert="horz">
            <a:spAutoFit/>
          </a:bodyPr>
          <a:lstStyle/>
          <a:p>
            <a:pPr algn="just" marL="161290" marR="146050">
              <a:lnSpc>
                <a:spcPct val="100000"/>
              </a:lnSpc>
              <a:spcBef>
                <a:spcPts val="390"/>
              </a:spcBef>
            </a:pPr>
            <a:r>
              <a:rPr dirty="0" sz="1000" spc="45" b="1" i="1">
                <a:solidFill>
                  <a:srgbClr val="00AEEF"/>
                </a:solidFill>
                <a:latin typeface="Bookman Old Style"/>
                <a:cs typeface="Bookman Old Style"/>
              </a:rPr>
              <a:t>Example</a:t>
            </a:r>
            <a:r>
              <a:rPr dirty="0" sz="1000" spc="305" b="1" i="1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65" b="1" i="1">
                <a:solidFill>
                  <a:srgbClr val="00AEEF"/>
                </a:solidFill>
                <a:latin typeface="Bookman Old Style"/>
                <a:cs typeface="Bookman Old Style"/>
              </a:rPr>
              <a:t>2.</a:t>
            </a:r>
            <a:r>
              <a:rPr dirty="0" sz="1000" b="1" i="1">
                <a:solidFill>
                  <a:srgbClr val="00AEEF"/>
                </a:solidFill>
                <a:latin typeface="Bookman Old Style"/>
                <a:cs typeface="Bookman Old Style"/>
              </a:rPr>
              <a:t>5</a:t>
            </a:r>
            <a:r>
              <a:rPr dirty="0" sz="1000" spc="305" b="1" i="1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70" b="1">
                <a:solidFill>
                  <a:srgbClr val="00AEEF"/>
                </a:solidFill>
                <a:latin typeface="Bookman Old Style"/>
                <a:cs typeface="Bookman Old Style"/>
              </a:rPr>
              <a:t>Galileo’</a:t>
            </a:r>
            <a:r>
              <a:rPr dirty="0" sz="1000" b="1">
                <a:solidFill>
                  <a:srgbClr val="00AEEF"/>
                </a:solidFill>
                <a:latin typeface="Bookman Old Style"/>
                <a:cs typeface="Bookman Old Style"/>
              </a:rPr>
              <a:t>s</a:t>
            </a:r>
            <a:r>
              <a:rPr dirty="0" sz="1000" spc="305" b="1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70" b="1">
                <a:solidFill>
                  <a:srgbClr val="00AEEF"/>
                </a:solidFill>
                <a:latin typeface="Bookman Old Style"/>
                <a:cs typeface="Bookman Old Style"/>
              </a:rPr>
              <a:t>la</a:t>
            </a:r>
            <a:r>
              <a:rPr dirty="0" sz="1000" b="1">
                <a:solidFill>
                  <a:srgbClr val="00AEEF"/>
                </a:solidFill>
                <a:latin typeface="Bookman Old Style"/>
                <a:cs typeface="Bookman Old Style"/>
              </a:rPr>
              <a:t>w</a:t>
            </a:r>
            <a:r>
              <a:rPr dirty="0" sz="1000" spc="305" b="1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70" b="1">
                <a:solidFill>
                  <a:srgbClr val="00AEEF"/>
                </a:solidFill>
                <a:latin typeface="Bookman Old Style"/>
                <a:cs typeface="Bookman Old Style"/>
              </a:rPr>
              <a:t>o</a:t>
            </a:r>
            <a:r>
              <a:rPr dirty="0" sz="1000" b="1">
                <a:solidFill>
                  <a:srgbClr val="00AEEF"/>
                </a:solidFill>
                <a:latin typeface="Bookman Old Style"/>
                <a:cs typeface="Bookman Old Style"/>
              </a:rPr>
              <a:t>f</a:t>
            </a:r>
            <a:r>
              <a:rPr dirty="0" sz="1000" spc="305" b="1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70" b="1">
                <a:solidFill>
                  <a:srgbClr val="00AEEF"/>
                </a:solidFill>
                <a:latin typeface="Bookman Old Style"/>
                <a:cs typeface="Bookman Old Style"/>
              </a:rPr>
              <a:t>odd </a:t>
            </a:r>
            <a:r>
              <a:rPr dirty="0" sz="1000" spc="-20" b="1">
                <a:solidFill>
                  <a:srgbClr val="00AEEF"/>
                </a:solidFill>
                <a:latin typeface="Bookman Old Style"/>
                <a:cs typeface="Bookman Old Style"/>
              </a:rPr>
              <a:t>number</a:t>
            </a:r>
            <a:r>
              <a:rPr dirty="0" sz="1000" b="1">
                <a:solidFill>
                  <a:srgbClr val="00AEEF"/>
                </a:solidFill>
                <a:latin typeface="Bookman Old Style"/>
                <a:cs typeface="Bookman Old Style"/>
              </a:rPr>
              <a:t>s</a:t>
            </a:r>
            <a:r>
              <a:rPr dirty="0" sz="1000" spc="-130" b="1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00AEEF"/>
                </a:solidFill>
                <a:latin typeface="Bookman Old Style"/>
                <a:cs typeface="Bookman Old Style"/>
              </a:rPr>
              <a:t>:</a:t>
            </a:r>
            <a:r>
              <a:rPr dirty="0" sz="1000" spc="-114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-20" i="1">
                <a:solidFill>
                  <a:srgbClr val="00AEEF"/>
                </a:solidFill>
                <a:latin typeface="Bookman Old Style"/>
                <a:cs typeface="Bookman Old Style"/>
              </a:rPr>
              <a:t>“Th</a:t>
            </a:r>
            <a:r>
              <a:rPr dirty="0" sz="1000" i="1">
                <a:solidFill>
                  <a:srgbClr val="00AEEF"/>
                </a:solidFill>
                <a:latin typeface="Bookman Old Style"/>
                <a:cs typeface="Bookman Old Style"/>
              </a:rPr>
              <a:t>e</a:t>
            </a:r>
            <a:r>
              <a:rPr dirty="0" sz="1000" spc="-110" i="1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-20" i="1">
                <a:solidFill>
                  <a:srgbClr val="00AEEF"/>
                </a:solidFill>
                <a:latin typeface="Bookman Old Style"/>
                <a:cs typeface="Bookman Old Style"/>
              </a:rPr>
              <a:t>distance</a:t>
            </a:r>
            <a:r>
              <a:rPr dirty="0" sz="1000" i="1">
                <a:solidFill>
                  <a:srgbClr val="00AEEF"/>
                </a:solidFill>
                <a:latin typeface="Bookman Old Style"/>
                <a:cs typeface="Bookman Old Style"/>
              </a:rPr>
              <a:t>s</a:t>
            </a:r>
            <a:r>
              <a:rPr dirty="0" sz="1000" spc="-110" i="1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-20" i="1">
                <a:solidFill>
                  <a:srgbClr val="00AEEF"/>
                </a:solidFill>
                <a:latin typeface="Bookman Old Style"/>
                <a:cs typeface="Bookman Old Style"/>
              </a:rPr>
              <a:t>traversed</a:t>
            </a:r>
            <a:r>
              <a:rPr dirty="0" sz="1000" i="1">
                <a:solidFill>
                  <a:srgbClr val="00AEEF"/>
                </a:solidFill>
                <a:latin typeface="Bookman Old Style"/>
                <a:cs typeface="Bookman Old Style"/>
              </a:rPr>
              <a:t>,</a:t>
            </a:r>
            <a:r>
              <a:rPr dirty="0" sz="1000" spc="-110" i="1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-30" i="1">
                <a:solidFill>
                  <a:srgbClr val="00AEEF"/>
                </a:solidFill>
                <a:latin typeface="Bookman Old Style"/>
                <a:cs typeface="Bookman Old Style"/>
              </a:rPr>
              <a:t>during</a:t>
            </a:r>
            <a:r>
              <a:rPr dirty="0" sz="1000" spc="-25" i="1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 i="1">
                <a:solidFill>
                  <a:srgbClr val="00AEEF"/>
                </a:solidFill>
                <a:latin typeface="Bookman Old Style"/>
                <a:cs typeface="Bookman Old Style"/>
              </a:rPr>
              <a:t>equal</a:t>
            </a:r>
            <a:r>
              <a:rPr dirty="0" sz="1000" spc="-25" i="1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i="1">
                <a:solidFill>
                  <a:srgbClr val="00AEEF"/>
                </a:solidFill>
                <a:latin typeface="Bookman Old Style"/>
                <a:cs typeface="Bookman Old Style"/>
              </a:rPr>
              <a:t>intervals</a:t>
            </a:r>
            <a:r>
              <a:rPr dirty="0" sz="1000" spc="800" i="1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i="1">
                <a:solidFill>
                  <a:srgbClr val="00AEEF"/>
                </a:solidFill>
                <a:latin typeface="Bookman Old Style"/>
                <a:cs typeface="Bookman Old Style"/>
              </a:rPr>
              <a:t>of</a:t>
            </a:r>
            <a:r>
              <a:rPr dirty="0" sz="1000" spc="-25" i="1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i="1">
                <a:solidFill>
                  <a:srgbClr val="00AEEF"/>
                </a:solidFill>
                <a:latin typeface="Bookman Old Style"/>
                <a:cs typeface="Bookman Old Style"/>
              </a:rPr>
              <a:t>time,</a:t>
            </a:r>
            <a:r>
              <a:rPr dirty="0" sz="1000" spc="-25" i="1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i="1">
                <a:solidFill>
                  <a:srgbClr val="00AEEF"/>
                </a:solidFill>
                <a:latin typeface="Bookman Old Style"/>
                <a:cs typeface="Bookman Old Style"/>
              </a:rPr>
              <a:t>by</a:t>
            </a:r>
            <a:r>
              <a:rPr dirty="0" sz="1000" spc="-25" i="1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 i="1">
                <a:solidFill>
                  <a:srgbClr val="00AEEF"/>
                </a:solidFill>
                <a:latin typeface="Bookman Old Style"/>
                <a:cs typeface="Bookman Old Style"/>
              </a:rPr>
              <a:t>a</a:t>
            </a:r>
            <a:r>
              <a:rPr dirty="0" sz="1000" spc="-25" i="1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i="1">
                <a:solidFill>
                  <a:srgbClr val="00AEEF"/>
                </a:solidFill>
                <a:latin typeface="Bookman Old Style"/>
                <a:cs typeface="Bookman Old Style"/>
              </a:rPr>
              <a:t>body</a:t>
            </a:r>
            <a:r>
              <a:rPr dirty="0" sz="1000" spc="-25" i="1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i="1">
                <a:solidFill>
                  <a:srgbClr val="00AEEF"/>
                </a:solidFill>
                <a:latin typeface="Bookman Old Style"/>
                <a:cs typeface="Bookman Old Style"/>
              </a:rPr>
              <a:t>falling from</a:t>
            </a:r>
            <a:r>
              <a:rPr dirty="0" sz="1000" spc="-75" i="1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i="1">
                <a:solidFill>
                  <a:srgbClr val="00AEEF"/>
                </a:solidFill>
                <a:latin typeface="Bookman Old Style"/>
                <a:cs typeface="Bookman Old Style"/>
              </a:rPr>
              <a:t>rest,</a:t>
            </a:r>
            <a:r>
              <a:rPr dirty="0" sz="1000" spc="-75" i="1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 i="1">
                <a:solidFill>
                  <a:srgbClr val="00AEEF"/>
                </a:solidFill>
                <a:latin typeface="Bookman Old Style"/>
                <a:cs typeface="Bookman Old Style"/>
              </a:rPr>
              <a:t>stand</a:t>
            </a:r>
            <a:r>
              <a:rPr dirty="0" sz="1000" spc="-75" i="1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i="1">
                <a:solidFill>
                  <a:srgbClr val="00AEEF"/>
                </a:solidFill>
                <a:latin typeface="Bookman Old Style"/>
                <a:cs typeface="Bookman Old Style"/>
              </a:rPr>
              <a:t>to</a:t>
            </a:r>
            <a:r>
              <a:rPr dirty="0" sz="1000" spc="-75" i="1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i="1">
                <a:solidFill>
                  <a:srgbClr val="00AEEF"/>
                </a:solidFill>
                <a:latin typeface="Bookman Old Style"/>
                <a:cs typeface="Bookman Old Style"/>
              </a:rPr>
              <a:t>one</a:t>
            </a:r>
            <a:r>
              <a:rPr dirty="0" sz="1000" spc="-75" i="1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 i="1">
                <a:solidFill>
                  <a:srgbClr val="00AEEF"/>
                </a:solidFill>
                <a:latin typeface="Bookman Old Style"/>
                <a:cs typeface="Bookman Old Style"/>
              </a:rPr>
              <a:t>another</a:t>
            </a:r>
            <a:r>
              <a:rPr dirty="0" sz="1000" spc="-75" i="1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i="1">
                <a:solidFill>
                  <a:srgbClr val="00AEEF"/>
                </a:solidFill>
                <a:latin typeface="Bookman Old Style"/>
                <a:cs typeface="Bookman Old Style"/>
              </a:rPr>
              <a:t>in</a:t>
            </a:r>
            <a:r>
              <a:rPr dirty="0" sz="1000" spc="-75" i="1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i="1">
                <a:solidFill>
                  <a:srgbClr val="00AEEF"/>
                </a:solidFill>
                <a:latin typeface="Bookman Old Style"/>
                <a:cs typeface="Bookman Old Style"/>
              </a:rPr>
              <a:t>the</a:t>
            </a:r>
            <a:r>
              <a:rPr dirty="0" sz="1000" spc="-75" i="1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i="1">
                <a:solidFill>
                  <a:srgbClr val="00AEEF"/>
                </a:solidFill>
                <a:latin typeface="Bookman Old Style"/>
                <a:cs typeface="Bookman Old Style"/>
              </a:rPr>
              <a:t>same ratio</a:t>
            </a:r>
            <a:r>
              <a:rPr dirty="0" sz="1000" spc="80" i="1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 i="1">
                <a:solidFill>
                  <a:srgbClr val="00AEEF"/>
                </a:solidFill>
                <a:latin typeface="Bookman Old Style"/>
                <a:cs typeface="Bookman Old Style"/>
              </a:rPr>
              <a:t>as</a:t>
            </a:r>
            <a:r>
              <a:rPr dirty="0" sz="1000" spc="80" i="1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i="1">
                <a:solidFill>
                  <a:srgbClr val="00AEEF"/>
                </a:solidFill>
                <a:latin typeface="Bookman Old Style"/>
                <a:cs typeface="Bookman Old Style"/>
              </a:rPr>
              <a:t>the</a:t>
            </a:r>
            <a:r>
              <a:rPr dirty="0" sz="1000" spc="80" i="1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i="1">
                <a:solidFill>
                  <a:srgbClr val="00AEEF"/>
                </a:solidFill>
                <a:latin typeface="Bookman Old Style"/>
                <a:cs typeface="Bookman Old Style"/>
              </a:rPr>
              <a:t>odd</a:t>
            </a:r>
            <a:r>
              <a:rPr dirty="0" sz="1000" spc="80" i="1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i="1">
                <a:solidFill>
                  <a:srgbClr val="00AEEF"/>
                </a:solidFill>
                <a:latin typeface="Bookman Old Style"/>
                <a:cs typeface="Bookman Old Style"/>
              </a:rPr>
              <a:t>numbers</a:t>
            </a:r>
            <a:r>
              <a:rPr dirty="0" sz="1000" spc="80" i="1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 i="1">
                <a:solidFill>
                  <a:srgbClr val="00AEEF"/>
                </a:solidFill>
                <a:latin typeface="Bookman Old Style"/>
                <a:cs typeface="Bookman Old Style"/>
              </a:rPr>
              <a:t>beginning</a:t>
            </a:r>
            <a:r>
              <a:rPr dirty="0" sz="1000" spc="80" i="1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i="1">
                <a:solidFill>
                  <a:srgbClr val="00AEEF"/>
                </a:solidFill>
                <a:latin typeface="Bookman Old Style"/>
                <a:cs typeface="Bookman Old Style"/>
              </a:rPr>
              <a:t>with </a:t>
            </a:r>
            <a:r>
              <a:rPr dirty="0" sz="1000" spc="-5" i="1">
                <a:solidFill>
                  <a:srgbClr val="00AEEF"/>
                </a:solidFill>
                <a:latin typeface="Bookman Old Style"/>
                <a:cs typeface="Bookman Old Style"/>
              </a:rPr>
              <a:t>unity</a:t>
            </a:r>
            <a:r>
              <a:rPr dirty="0" sz="1000" spc="-40" i="1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-15">
                <a:solidFill>
                  <a:srgbClr val="00AEEF"/>
                </a:solidFill>
                <a:latin typeface="Bookman Old Style"/>
                <a:cs typeface="Bookman Old Style"/>
              </a:rPr>
              <a:t>[</a:t>
            </a:r>
            <a:r>
              <a:rPr dirty="0" sz="1000" i="1">
                <a:solidFill>
                  <a:srgbClr val="00AEEF"/>
                </a:solidFill>
                <a:latin typeface="Bookman Old Style"/>
                <a:cs typeface="Bookman Old Style"/>
              </a:rPr>
              <a:t>namely,</a:t>
            </a:r>
            <a:r>
              <a:rPr dirty="0" sz="1000" spc="-45" i="1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-20">
                <a:solidFill>
                  <a:srgbClr val="00AEEF"/>
                </a:solidFill>
                <a:latin typeface="Bookman Old Style"/>
                <a:cs typeface="Bookman Old Style"/>
              </a:rPr>
              <a:t>1:</a:t>
            </a:r>
            <a:r>
              <a:rPr dirty="0" sz="1000" spc="-105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-20">
                <a:solidFill>
                  <a:srgbClr val="00AEEF"/>
                </a:solidFill>
                <a:latin typeface="Bookman Old Style"/>
                <a:cs typeface="Bookman Old Style"/>
              </a:rPr>
              <a:t>3:</a:t>
            </a:r>
            <a:r>
              <a:rPr dirty="0" sz="1000" spc="-105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-20">
                <a:solidFill>
                  <a:srgbClr val="00AEEF"/>
                </a:solidFill>
                <a:latin typeface="Bookman Old Style"/>
                <a:cs typeface="Bookman Old Style"/>
              </a:rPr>
              <a:t>5:</a:t>
            </a:r>
            <a:r>
              <a:rPr dirty="0" sz="1000" spc="-105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-20">
                <a:solidFill>
                  <a:srgbClr val="00AEEF"/>
                </a:solidFill>
                <a:latin typeface="Bookman Old Style"/>
                <a:cs typeface="Bookman Old Style"/>
              </a:rPr>
              <a:t>7…...].”</a:t>
            </a:r>
            <a:r>
              <a:rPr dirty="0" sz="1000" spc="130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-20">
                <a:solidFill>
                  <a:srgbClr val="00AEEF"/>
                </a:solidFill>
                <a:latin typeface="Bookman Old Style"/>
                <a:cs typeface="Bookman Old Style"/>
              </a:rPr>
              <a:t>Prove</a:t>
            </a:r>
            <a:r>
              <a:rPr dirty="0" sz="1000" spc="-105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-15">
                <a:solidFill>
                  <a:srgbClr val="00AEEF"/>
                </a:solidFill>
                <a:latin typeface="Bookman Old Style"/>
                <a:cs typeface="Bookman Old Style"/>
              </a:rPr>
              <a:t>it.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34288" y="6517119"/>
            <a:ext cx="2924175" cy="492759"/>
          </a:xfrm>
          <a:prstGeom prst="rect">
            <a:avLst/>
          </a:prstGeom>
        </p:spPr>
        <p:txBody>
          <a:bodyPr wrap="square" lIns="0" tIns="18415" rIns="0" bIns="0" rtlCol="0" vert="horz">
            <a:spAutoFit/>
          </a:bodyPr>
          <a:lstStyle/>
          <a:p>
            <a:pPr algn="just" marL="12700" marR="5080">
              <a:lnSpc>
                <a:spcPct val="96000"/>
              </a:lnSpc>
              <a:spcBef>
                <a:spcPts val="145"/>
              </a:spcBef>
            </a:pPr>
            <a:r>
              <a:rPr dirty="0" sz="1000" b="1" i="1">
                <a:solidFill>
                  <a:srgbClr val="00AEEF"/>
                </a:solidFill>
                <a:latin typeface="Bookman Old Style"/>
                <a:cs typeface="Bookman Old Style"/>
              </a:rPr>
              <a:t>Answer</a:t>
            </a:r>
            <a:r>
              <a:rPr dirty="0" sz="1000" spc="225" b="1" i="1">
                <a:solidFill>
                  <a:srgbClr val="00AEEF"/>
                </a:solidFill>
                <a:latin typeface="Bookman Old Style"/>
                <a:cs typeface="Bookman Old Style"/>
              </a:rPr>
              <a:t> 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Let</a:t>
            </a:r>
            <a:r>
              <a:rPr dirty="0" sz="1000" spc="29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us</a:t>
            </a:r>
            <a:r>
              <a:rPr dirty="0" sz="1000" spc="28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divide</a:t>
            </a:r>
            <a:r>
              <a:rPr dirty="0" sz="1000" spc="29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29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time</a:t>
            </a:r>
            <a:r>
              <a:rPr dirty="0" sz="1000" spc="29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interval</a:t>
            </a:r>
            <a:r>
              <a:rPr dirty="0" sz="1000" spc="29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of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motion</a:t>
            </a:r>
            <a:r>
              <a:rPr dirty="0" sz="1000" spc="8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1000" spc="9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an</a:t>
            </a:r>
            <a:r>
              <a:rPr dirty="0" sz="1000" spc="9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object</a:t>
            </a:r>
            <a:r>
              <a:rPr dirty="0" sz="1000" spc="8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under</a:t>
            </a:r>
            <a:r>
              <a:rPr dirty="0" sz="1000" spc="9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free</a:t>
            </a:r>
            <a:r>
              <a:rPr dirty="0" sz="1000" spc="9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fall</a:t>
            </a:r>
            <a:r>
              <a:rPr dirty="0" sz="1000" spc="9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into</a:t>
            </a:r>
            <a:r>
              <a:rPr dirty="0" sz="1000" spc="8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many </a:t>
            </a:r>
            <a:r>
              <a:rPr dirty="0" baseline="2777" sz="1500">
                <a:solidFill>
                  <a:srgbClr val="231F20"/>
                </a:solidFill>
                <a:latin typeface="Bookman Old Style"/>
                <a:cs typeface="Bookman Old Style"/>
              </a:rPr>
              <a:t>equal</a:t>
            </a:r>
            <a:r>
              <a:rPr dirty="0" baseline="2777" sz="1500" spc="157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baseline="2777" sz="1500">
                <a:solidFill>
                  <a:srgbClr val="231F20"/>
                </a:solidFill>
                <a:latin typeface="Bookman Old Style"/>
                <a:cs typeface="Bookman Old Style"/>
              </a:rPr>
              <a:t>intervals</a:t>
            </a:r>
            <a:r>
              <a:rPr dirty="0" baseline="2777" sz="1500" spc="307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150">
                <a:latin typeface="Symbol"/>
                <a:cs typeface="Symbol"/>
              </a:rPr>
              <a:t></a:t>
            </a:r>
            <a:r>
              <a:rPr dirty="0" sz="1150" spc="385">
                <a:latin typeface="Times New Roman"/>
                <a:cs typeface="Times New Roman"/>
              </a:rPr>
              <a:t> </a:t>
            </a:r>
            <a:r>
              <a:rPr dirty="0" baseline="2777" sz="1500">
                <a:solidFill>
                  <a:srgbClr val="231F20"/>
                </a:solidFill>
                <a:latin typeface="Bookman Old Style"/>
                <a:cs typeface="Bookman Old Style"/>
              </a:rPr>
              <a:t>and</a:t>
            </a:r>
            <a:r>
              <a:rPr dirty="0" baseline="2777" sz="1500" spc="15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baseline="2777" sz="1500">
                <a:solidFill>
                  <a:srgbClr val="231F20"/>
                </a:solidFill>
                <a:latin typeface="Bookman Old Style"/>
                <a:cs typeface="Bookman Old Style"/>
              </a:rPr>
              <a:t>find</a:t>
            </a:r>
            <a:r>
              <a:rPr dirty="0" baseline="2777" sz="1500" spc="15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baseline="2777" sz="1500">
                <a:solidFill>
                  <a:srgbClr val="231F20"/>
                </a:solidFill>
                <a:latin typeface="Bookman Old Style"/>
                <a:cs typeface="Bookman Old Style"/>
              </a:rPr>
              <a:t>out</a:t>
            </a:r>
            <a:r>
              <a:rPr dirty="0" baseline="2777" sz="1500" spc="15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baseline="2777" sz="15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baseline="2777" sz="1500" spc="15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baseline="2777" sz="1500" spc="-15">
                <a:solidFill>
                  <a:srgbClr val="231F20"/>
                </a:solidFill>
                <a:latin typeface="Bookman Old Style"/>
                <a:cs typeface="Bookman Old Style"/>
              </a:rPr>
              <a:t>distances</a:t>
            </a:r>
            <a:endParaRPr baseline="2777" sz="1500">
              <a:latin typeface="Bookman Old Style"/>
              <a:cs typeface="Bookman Old Style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054600" y="2484882"/>
            <a:ext cx="72390" cy="1155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600" spc="-50" i="1">
                <a:solidFill>
                  <a:srgbClr val="231F20"/>
                </a:solidFill>
                <a:latin typeface="Bookman Old Style"/>
                <a:cs typeface="Bookman Old Style"/>
              </a:rPr>
              <a:t>0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142232" y="2377440"/>
            <a:ext cx="297116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(–1/</a:t>
            </a:r>
            <a:r>
              <a:rPr dirty="0" sz="1000" spc="-19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2)</a:t>
            </a:r>
            <a:r>
              <a:rPr dirty="0" sz="1000" spc="6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 i="1">
                <a:solidFill>
                  <a:srgbClr val="231F20"/>
                </a:solidFill>
                <a:latin typeface="Bookman Old Style"/>
                <a:cs typeface="Bookman Old Style"/>
              </a:rPr>
              <a:t>g</a:t>
            </a:r>
            <a:r>
              <a:rPr dirty="0" sz="1100" spc="-10">
                <a:solidFill>
                  <a:srgbClr val="231F20"/>
                </a:solidFill>
                <a:latin typeface="Symbol"/>
                <a:cs typeface="Symbol"/>
              </a:rPr>
              <a:t></a:t>
            </a:r>
            <a:r>
              <a:rPr dirty="0" baseline="32407" sz="900" spc="-15">
                <a:solidFill>
                  <a:srgbClr val="231F20"/>
                </a:solidFill>
                <a:latin typeface="Bookman Old Style"/>
                <a:cs typeface="Bookman Old Style"/>
              </a:rPr>
              <a:t>2</a:t>
            </a:r>
            <a:r>
              <a:rPr dirty="0" baseline="32407" sz="900" spc="-3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as</a:t>
            </a:r>
            <a:r>
              <a:rPr dirty="0" sz="1000" spc="-1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y</a:t>
            </a:r>
            <a:r>
              <a:rPr dirty="0" sz="1000" spc="310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—</a:t>
            </a:r>
            <a:r>
              <a:rPr dirty="0" sz="1000" spc="-8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-3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position</a:t>
            </a:r>
            <a:r>
              <a:rPr dirty="0" sz="1000" spc="-3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coordinate</a:t>
            </a:r>
            <a:r>
              <a:rPr dirty="0" sz="1000" spc="-3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after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142232" y="2545079"/>
            <a:ext cx="2978150" cy="130048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algn="just" marL="38100" marR="30480">
              <a:lnSpc>
                <a:spcPct val="102200"/>
              </a:lnSpc>
              <a:spcBef>
                <a:spcPts val="70"/>
              </a:spcBef>
            </a:pP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first</a:t>
            </a:r>
            <a:r>
              <a:rPr dirty="0" sz="1000" spc="13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time</a:t>
            </a:r>
            <a:r>
              <a:rPr dirty="0" sz="1000" spc="13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interval</a:t>
            </a:r>
            <a:r>
              <a:rPr dirty="0" sz="1000" spc="12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100">
                <a:solidFill>
                  <a:srgbClr val="231F20"/>
                </a:solidFill>
                <a:latin typeface="Symbol"/>
                <a:cs typeface="Symbol"/>
              </a:rPr>
              <a:t>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,</a:t>
            </a:r>
            <a:r>
              <a:rPr dirty="0" sz="1000" spc="13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then</a:t>
            </a:r>
            <a:r>
              <a:rPr dirty="0" sz="1000" spc="13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third</a:t>
            </a:r>
            <a:r>
              <a:rPr dirty="0" sz="1000" spc="13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column</a:t>
            </a:r>
            <a:r>
              <a:rPr dirty="0" sz="1000" spc="13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gives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28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positions</a:t>
            </a:r>
            <a:r>
              <a:rPr dirty="0" sz="1000" spc="29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in</a:t>
            </a:r>
            <a:r>
              <a:rPr dirty="0" sz="1000" spc="29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29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unit</a:t>
            </a:r>
            <a:r>
              <a:rPr dirty="0" sz="1000" spc="29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1000" spc="29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y</a:t>
            </a:r>
            <a:r>
              <a:rPr dirty="0" baseline="-32407" sz="900" i="1">
                <a:solidFill>
                  <a:srgbClr val="231F20"/>
                </a:solidFill>
                <a:latin typeface="Bookman Old Style"/>
                <a:cs typeface="Bookman Old Style"/>
              </a:rPr>
              <a:t>o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.</a:t>
            </a:r>
            <a:r>
              <a:rPr dirty="0" sz="1000" spc="29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29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fourth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column</a:t>
            </a:r>
            <a:r>
              <a:rPr dirty="0" sz="1000" spc="434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gives</a:t>
            </a:r>
            <a:r>
              <a:rPr dirty="0" sz="1000" spc="434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44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50">
                <a:solidFill>
                  <a:srgbClr val="231F20"/>
                </a:solidFill>
                <a:latin typeface="Bookman Old Style"/>
                <a:cs typeface="Bookman Old Style"/>
              </a:rPr>
              <a:t>distances</a:t>
            </a:r>
            <a:r>
              <a:rPr dirty="0" sz="1000" spc="434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50">
                <a:solidFill>
                  <a:srgbClr val="231F20"/>
                </a:solidFill>
                <a:latin typeface="Bookman Old Style"/>
                <a:cs typeface="Bookman Old Style"/>
              </a:rPr>
              <a:t>traversed</a:t>
            </a:r>
            <a:r>
              <a:rPr dirty="0" sz="1000" spc="44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35">
                <a:solidFill>
                  <a:srgbClr val="231F20"/>
                </a:solidFill>
                <a:latin typeface="Bookman Old Style"/>
                <a:cs typeface="Bookman Old Style"/>
              </a:rPr>
              <a:t>in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successive</a:t>
            </a:r>
            <a:r>
              <a:rPr dirty="0" sz="1000" spc="8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100">
                <a:solidFill>
                  <a:srgbClr val="231F20"/>
                </a:solidFill>
                <a:latin typeface="Symbol"/>
                <a:cs typeface="Symbol"/>
              </a:rPr>
              <a:t>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s.</a:t>
            </a:r>
            <a:r>
              <a:rPr dirty="0" sz="1000" spc="10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We</a:t>
            </a:r>
            <a:r>
              <a:rPr dirty="0" sz="1000" spc="11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find</a:t>
            </a:r>
            <a:r>
              <a:rPr dirty="0" sz="1000" spc="11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that</a:t>
            </a:r>
            <a:r>
              <a:rPr dirty="0" sz="1000" spc="11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11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distances</a:t>
            </a:r>
            <a:r>
              <a:rPr dirty="0" sz="1000" spc="11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are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in</a:t>
            </a:r>
            <a:r>
              <a:rPr dirty="0" sz="1000" spc="-5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-5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simple</a:t>
            </a:r>
            <a:r>
              <a:rPr dirty="0" sz="1000" spc="-4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ratio</a:t>
            </a:r>
            <a:r>
              <a:rPr dirty="0" sz="1000" spc="-5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1:</a:t>
            </a:r>
            <a:r>
              <a:rPr dirty="0" sz="1000" spc="-4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3:</a:t>
            </a:r>
            <a:r>
              <a:rPr dirty="0" sz="1000" spc="-5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5:</a:t>
            </a:r>
            <a:r>
              <a:rPr dirty="0" sz="1000" spc="-5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7:</a:t>
            </a:r>
            <a:r>
              <a:rPr dirty="0" sz="1000" spc="-4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9:</a:t>
            </a:r>
            <a:r>
              <a:rPr dirty="0" sz="1000" spc="-5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11…</a:t>
            </a:r>
            <a:r>
              <a:rPr dirty="0" sz="1000" spc="-4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as</a:t>
            </a:r>
            <a:r>
              <a:rPr dirty="0" sz="1000" spc="22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shown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in</a:t>
            </a:r>
            <a:r>
              <a:rPr dirty="0" sz="1000" spc="4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4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last</a:t>
            </a:r>
            <a:r>
              <a:rPr dirty="0" sz="1000" spc="4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column.</a:t>
            </a:r>
            <a:r>
              <a:rPr dirty="0" sz="1000" spc="4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This</a:t>
            </a:r>
            <a:r>
              <a:rPr dirty="0" sz="1000" spc="38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law</a:t>
            </a:r>
            <a:r>
              <a:rPr dirty="0" sz="1000" spc="4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was</a:t>
            </a:r>
            <a:r>
              <a:rPr dirty="0" sz="1000" spc="4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established by</a:t>
            </a:r>
            <a:r>
              <a:rPr dirty="0" sz="1000" spc="-6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Galileo</a:t>
            </a:r>
            <a:r>
              <a:rPr dirty="0" sz="1000" spc="-6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Galilei</a:t>
            </a:r>
            <a:r>
              <a:rPr dirty="0" sz="1000" spc="-6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(1564-1642)</a:t>
            </a:r>
            <a:r>
              <a:rPr dirty="0" sz="1000" spc="-6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who</a:t>
            </a:r>
            <a:r>
              <a:rPr dirty="0" sz="1000" spc="-6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was</a:t>
            </a:r>
            <a:r>
              <a:rPr dirty="0" sz="1000" spc="-6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-6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first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to</a:t>
            </a:r>
            <a:r>
              <a:rPr dirty="0" sz="1000" spc="5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make</a:t>
            </a:r>
            <a:r>
              <a:rPr dirty="0" sz="1000" spc="6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quantitative</a:t>
            </a:r>
            <a:r>
              <a:rPr dirty="0" sz="1000" spc="6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studies</a:t>
            </a:r>
            <a:r>
              <a:rPr dirty="0" sz="1000" spc="6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1000" spc="6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free</a:t>
            </a:r>
            <a:r>
              <a:rPr dirty="0" sz="1000" spc="6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fall.</a:t>
            </a:r>
            <a:r>
              <a:rPr dirty="0" sz="1000" spc="355">
                <a:solidFill>
                  <a:srgbClr val="231F20"/>
                </a:solidFill>
                <a:latin typeface="Bookman Old Style"/>
                <a:cs typeface="Bookman Old Style"/>
              </a:rPr>
              <a:t>   </a:t>
            </a:r>
            <a:r>
              <a:rPr dirty="0" sz="1000" spc="-50">
                <a:solidFill>
                  <a:srgbClr val="00AEEF"/>
                </a:solidFill>
                <a:latin typeface="Wingdings 3"/>
                <a:cs typeface="Wingdings 3"/>
              </a:rPr>
              <a:t></a:t>
            </a:r>
            <a:endParaRPr sz="1000">
              <a:latin typeface="Wingdings 3"/>
              <a:cs typeface="Wingdings 3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184903" y="3924803"/>
            <a:ext cx="2880995" cy="1590040"/>
          </a:xfrm>
          <a:prstGeom prst="rect">
            <a:avLst/>
          </a:prstGeom>
          <a:solidFill>
            <a:srgbClr val="D4EFFC"/>
          </a:solidFill>
          <a:ln w="12191">
            <a:solidFill>
              <a:srgbClr val="231F20"/>
            </a:solidFill>
          </a:ln>
        </p:spPr>
        <p:txBody>
          <a:bodyPr wrap="square" lIns="0" tIns="10795" rIns="0" bIns="0" rtlCol="0" vert="horz">
            <a:spAutoFit/>
          </a:bodyPr>
          <a:lstStyle/>
          <a:p>
            <a:pPr algn="just" marL="162560" marR="145415">
              <a:lnSpc>
                <a:spcPct val="100000"/>
              </a:lnSpc>
              <a:spcBef>
                <a:spcPts val="85"/>
              </a:spcBef>
            </a:pPr>
            <a:r>
              <a:rPr dirty="0" sz="1000" spc="20" b="1" i="1">
                <a:solidFill>
                  <a:srgbClr val="00AEEF"/>
                </a:solidFill>
                <a:latin typeface="Bookman Old Style"/>
                <a:cs typeface="Bookman Old Style"/>
              </a:rPr>
              <a:t>Example</a:t>
            </a:r>
            <a:r>
              <a:rPr dirty="0" sz="1000" spc="240" b="1" i="1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35" b="1" i="1">
                <a:solidFill>
                  <a:srgbClr val="00AEEF"/>
                </a:solidFill>
                <a:latin typeface="Bookman Old Style"/>
                <a:cs typeface="Bookman Old Style"/>
              </a:rPr>
              <a:t>2.</a:t>
            </a:r>
            <a:r>
              <a:rPr dirty="0" sz="1000" b="1" i="1">
                <a:solidFill>
                  <a:srgbClr val="00AEEF"/>
                </a:solidFill>
                <a:latin typeface="Bookman Old Style"/>
                <a:cs typeface="Bookman Old Style"/>
              </a:rPr>
              <a:t>6</a:t>
            </a:r>
            <a:r>
              <a:rPr dirty="0" sz="1000" spc="775" b="1" i="1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35" b="1">
                <a:solidFill>
                  <a:srgbClr val="00AEEF"/>
                </a:solidFill>
                <a:latin typeface="Bookman Old Style"/>
                <a:cs typeface="Bookman Old Style"/>
              </a:rPr>
              <a:t>Stoppin</a:t>
            </a:r>
            <a:r>
              <a:rPr dirty="0" sz="1000" b="1">
                <a:solidFill>
                  <a:srgbClr val="00AEEF"/>
                </a:solidFill>
                <a:latin typeface="Bookman Old Style"/>
                <a:cs typeface="Bookman Old Style"/>
              </a:rPr>
              <a:t>g</a:t>
            </a:r>
            <a:r>
              <a:rPr dirty="0" sz="1000" spc="240" b="1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35" b="1">
                <a:solidFill>
                  <a:srgbClr val="00AEEF"/>
                </a:solidFill>
                <a:latin typeface="Bookman Old Style"/>
                <a:cs typeface="Bookman Old Style"/>
              </a:rPr>
              <a:t>distanc</a:t>
            </a:r>
            <a:r>
              <a:rPr dirty="0" sz="1000" b="1">
                <a:solidFill>
                  <a:srgbClr val="00AEEF"/>
                </a:solidFill>
                <a:latin typeface="Bookman Old Style"/>
                <a:cs typeface="Bookman Old Style"/>
              </a:rPr>
              <a:t>e</a:t>
            </a:r>
            <a:r>
              <a:rPr dirty="0" sz="1000" spc="240" b="1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35" b="1">
                <a:solidFill>
                  <a:srgbClr val="00AEEF"/>
                </a:solidFill>
                <a:latin typeface="Bookman Old Style"/>
                <a:cs typeface="Bookman Old Style"/>
              </a:rPr>
              <a:t>of </a:t>
            </a:r>
            <a:r>
              <a:rPr dirty="0" sz="1000" b="1">
                <a:solidFill>
                  <a:srgbClr val="00AEEF"/>
                </a:solidFill>
                <a:latin typeface="Bookman Old Style"/>
                <a:cs typeface="Bookman Old Style"/>
              </a:rPr>
              <a:t>vehicles</a:t>
            </a:r>
            <a:r>
              <a:rPr dirty="0" sz="1000" spc="100" b="1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b="1">
                <a:solidFill>
                  <a:srgbClr val="00AEEF"/>
                </a:solidFill>
                <a:latin typeface="Bookman Old Style"/>
                <a:cs typeface="Bookman Old Style"/>
              </a:rPr>
              <a:t>:</a:t>
            </a:r>
            <a:r>
              <a:rPr dirty="0" sz="1000" spc="95" b="1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-15">
                <a:solidFill>
                  <a:srgbClr val="00AEEF"/>
                </a:solidFill>
                <a:latin typeface="Bookman Old Style"/>
                <a:cs typeface="Bookman Old Style"/>
              </a:rPr>
              <a:t>When</a:t>
            </a:r>
            <a:r>
              <a:rPr dirty="0" sz="1000" spc="80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00AEEF"/>
                </a:solidFill>
                <a:latin typeface="Bookman Old Style"/>
                <a:cs typeface="Bookman Old Style"/>
              </a:rPr>
              <a:t>brakes</a:t>
            </a:r>
            <a:r>
              <a:rPr dirty="0" sz="1000" spc="80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-5">
                <a:solidFill>
                  <a:srgbClr val="00AEEF"/>
                </a:solidFill>
                <a:latin typeface="Bookman Old Style"/>
                <a:cs typeface="Bookman Old Style"/>
              </a:rPr>
              <a:t>ar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e</a:t>
            </a:r>
            <a:r>
              <a:rPr dirty="0" sz="1000" spc="80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00AEEF"/>
                </a:solidFill>
                <a:latin typeface="Bookman Old Style"/>
                <a:cs typeface="Bookman Old Style"/>
              </a:rPr>
              <a:t>applied</a:t>
            </a:r>
            <a:r>
              <a:rPr dirty="0" sz="1000" spc="80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-5">
                <a:solidFill>
                  <a:srgbClr val="00AEEF"/>
                </a:solidFill>
                <a:latin typeface="Bookman Old Style"/>
                <a:cs typeface="Bookman Old Style"/>
              </a:rPr>
              <a:t>t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o</a:t>
            </a:r>
            <a:r>
              <a:rPr dirty="0" sz="1000" spc="80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a </a:t>
            </a:r>
            <a:r>
              <a:rPr dirty="0" sz="1000" spc="-30">
                <a:solidFill>
                  <a:srgbClr val="00AEEF"/>
                </a:solidFill>
                <a:latin typeface="Bookman Old Style"/>
                <a:cs typeface="Bookman Old Style"/>
              </a:rPr>
              <a:t>moving</a:t>
            </a:r>
            <a:r>
              <a:rPr dirty="0" sz="1000" spc="-130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-30">
                <a:solidFill>
                  <a:srgbClr val="00AEEF"/>
                </a:solidFill>
                <a:latin typeface="Bookman Old Style"/>
                <a:cs typeface="Bookman Old Style"/>
              </a:rPr>
              <a:t>vehicle,</a:t>
            </a:r>
            <a:r>
              <a:rPr dirty="0" sz="1000" spc="-130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-25">
                <a:solidFill>
                  <a:srgbClr val="00AEEF"/>
                </a:solidFill>
                <a:latin typeface="Bookman Old Style"/>
                <a:cs typeface="Bookman Old Style"/>
              </a:rPr>
              <a:t>the</a:t>
            </a:r>
            <a:r>
              <a:rPr dirty="0" sz="1000" spc="-130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-30">
                <a:solidFill>
                  <a:srgbClr val="00AEEF"/>
                </a:solidFill>
                <a:latin typeface="Bookman Old Style"/>
                <a:cs typeface="Bookman Old Style"/>
              </a:rPr>
              <a:t>distance</a:t>
            </a:r>
            <a:r>
              <a:rPr dirty="0" sz="1000" spc="-130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-25">
                <a:solidFill>
                  <a:srgbClr val="00AEEF"/>
                </a:solidFill>
                <a:latin typeface="Bookman Old Style"/>
                <a:cs typeface="Bookman Old Style"/>
              </a:rPr>
              <a:t>i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t</a:t>
            </a:r>
            <a:r>
              <a:rPr dirty="0" sz="1000" spc="-130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-30">
                <a:solidFill>
                  <a:srgbClr val="00AEEF"/>
                </a:solidFill>
                <a:latin typeface="Bookman Old Style"/>
                <a:cs typeface="Bookman Old Style"/>
              </a:rPr>
              <a:t>travels</a:t>
            </a:r>
            <a:r>
              <a:rPr dirty="0" sz="1000" spc="-130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-30">
                <a:solidFill>
                  <a:srgbClr val="00AEEF"/>
                </a:solidFill>
                <a:latin typeface="Bookman Old Style"/>
                <a:cs typeface="Bookman Old Style"/>
              </a:rPr>
              <a:t>before </a:t>
            </a:r>
            <a:r>
              <a:rPr dirty="0" sz="1000" spc="-15">
                <a:solidFill>
                  <a:srgbClr val="00AEEF"/>
                </a:solidFill>
                <a:latin typeface="Bookman Old Style"/>
                <a:cs typeface="Bookman Old Style"/>
              </a:rPr>
              <a:t>stopping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00AEEF"/>
                </a:solidFill>
                <a:latin typeface="Bookman Old Style"/>
                <a:cs typeface="Bookman Old Style"/>
              </a:rPr>
              <a:t>is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-15">
                <a:solidFill>
                  <a:srgbClr val="00AEEF"/>
                </a:solidFill>
                <a:latin typeface="Bookman Old Style"/>
                <a:cs typeface="Bookman Old Style"/>
              </a:rPr>
              <a:t>called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-15">
                <a:solidFill>
                  <a:srgbClr val="00AEEF"/>
                </a:solidFill>
                <a:latin typeface="Bookman Old Style"/>
                <a:cs typeface="Bookman Old Style"/>
              </a:rPr>
              <a:t>stopping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-15">
                <a:solidFill>
                  <a:srgbClr val="00AEEF"/>
                </a:solidFill>
                <a:latin typeface="Bookman Old Style"/>
                <a:cs typeface="Bookman Old Style"/>
              </a:rPr>
              <a:t>distance.</a:t>
            </a:r>
            <a:r>
              <a:rPr dirty="0" sz="1000" spc="335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-5">
                <a:solidFill>
                  <a:srgbClr val="00AEEF"/>
                </a:solidFill>
                <a:latin typeface="Bookman Old Style"/>
                <a:cs typeface="Bookman Old Style"/>
              </a:rPr>
              <a:t>It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-15">
                <a:solidFill>
                  <a:srgbClr val="00AEEF"/>
                </a:solidFill>
                <a:latin typeface="Bookman Old Style"/>
                <a:cs typeface="Bookman Old Style"/>
              </a:rPr>
              <a:t>is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an</a:t>
            </a:r>
            <a:r>
              <a:rPr dirty="0" sz="1000" spc="170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important</a:t>
            </a:r>
            <a:r>
              <a:rPr dirty="0" sz="1000" spc="170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factor</a:t>
            </a:r>
            <a:r>
              <a:rPr dirty="0" sz="1000" spc="170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-5">
                <a:solidFill>
                  <a:srgbClr val="00AEEF"/>
                </a:solidFill>
                <a:latin typeface="Bookman Old Style"/>
                <a:cs typeface="Bookman Old Style"/>
              </a:rPr>
              <a:t>for</a:t>
            </a:r>
            <a:r>
              <a:rPr dirty="0" sz="1000" spc="170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road</a:t>
            </a:r>
            <a:r>
              <a:rPr dirty="0" sz="1000" spc="170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-5">
                <a:solidFill>
                  <a:srgbClr val="00AEEF"/>
                </a:solidFill>
                <a:latin typeface="Bookman Old Style"/>
                <a:cs typeface="Bookman Old Style"/>
              </a:rPr>
              <a:t>safety</a:t>
            </a:r>
            <a:r>
              <a:rPr dirty="0" sz="1000" spc="170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00AEEF"/>
                </a:solidFill>
                <a:latin typeface="Bookman Old Style"/>
                <a:cs typeface="Bookman Old Style"/>
              </a:rPr>
              <a:t>and</a:t>
            </a:r>
            <a:r>
              <a:rPr dirty="0" sz="1000" spc="-5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-15">
                <a:solidFill>
                  <a:srgbClr val="00AEEF"/>
                </a:solidFill>
                <a:latin typeface="Bookman Old Style"/>
                <a:cs typeface="Bookman Old Style"/>
              </a:rPr>
              <a:t>depends</a:t>
            </a:r>
            <a:r>
              <a:rPr dirty="0" sz="1000" spc="-30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00AEEF"/>
                </a:solidFill>
                <a:latin typeface="Bookman Old Style"/>
                <a:cs typeface="Bookman Old Style"/>
              </a:rPr>
              <a:t>on</a:t>
            </a:r>
            <a:r>
              <a:rPr dirty="0" sz="1000" spc="-30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00AEEF"/>
                </a:solidFill>
                <a:latin typeface="Bookman Old Style"/>
                <a:cs typeface="Bookman Old Style"/>
              </a:rPr>
              <a:t>the</a:t>
            </a:r>
            <a:r>
              <a:rPr dirty="0" sz="1000" spc="-30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-5">
                <a:solidFill>
                  <a:srgbClr val="00AEEF"/>
                </a:solidFill>
                <a:latin typeface="Bookman Old Style"/>
                <a:cs typeface="Bookman Old Style"/>
              </a:rPr>
              <a:t>initia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l</a:t>
            </a:r>
            <a:r>
              <a:rPr dirty="0" sz="1000" spc="-30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00AEEF"/>
                </a:solidFill>
                <a:latin typeface="Bookman Old Style"/>
                <a:cs typeface="Bookman Old Style"/>
              </a:rPr>
              <a:t>velocity</a:t>
            </a:r>
            <a:r>
              <a:rPr dirty="0" sz="1000" spc="-30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-20">
                <a:solidFill>
                  <a:srgbClr val="00AEEF"/>
                </a:solidFill>
                <a:latin typeface="Bookman Old Style"/>
                <a:cs typeface="Bookman Old Style"/>
              </a:rPr>
              <a:t>(</a:t>
            </a:r>
            <a:r>
              <a:rPr dirty="0" sz="1000" spc="-20" i="1">
                <a:solidFill>
                  <a:srgbClr val="00AEEF"/>
                </a:solidFill>
                <a:latin typeface="Bookman Old Style"/>
                <a:cs typeface="Bookman Old Style"/>
              </a:rPr>
              <a:t>v</a:t>
            </a:r>
            <a:r>
              <a:rPr dirty="0" baseline="-32407" sz="900" spc="-30">
                <a:solidFill>
                  <a:srgbClr val="00AEEF"/>
                </a:solidFill>
                <a:latin typeface="Bookman Old Style"/>
                <a:cs typeface="Bookman Old Style"/>
              </a:rPr>
              <a:t>0</a:t>
            </a:r>
            <a:r>
              <a:rPr dirty="0" sz="1000" spc="-20">
                <a:solidFill>
                  <a:srgbClr val="00AEEF"/>
                </a:solidFill>
                <a:latin typeface="Bookman Old Style"/>
                <a:cs typeface="Bookman Old Style"/>
              </a:rPr>
              <a:t>)</a:t>
            </a:r>
            <a:r>
              <a:rPr dirty="0" sz="1000" spc="-35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-15">
                <a:solidFill>
                  <a:srgbClr val="00AEEF"/>
                </a:solidFill>
                <a:latin typeface="Bookman Old Style"/>
                <a:cs typeface="Bookman Old Style"/>
              </a:rPr>
              <a:t>and</a:t>
            </a:r>
            <a:r>
              <a:rPr dirty="0" sz="1000" spc="-35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-20">
                <a:solidFill>
                  <a:srgbClr val="00AEEF"/>
                </a:solidFill>
                <a:latin typeface="Bookman Old Style"/>
                <a:cs typeface="Bookman Old Style"/>
              </a:rPr>
              <a:t>the</a:t>
            </a:r>
            <a:r>
              <a:rPr dirty="0" sz="1000" spc="-15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00AEEF"/>
                </a:solidFill>
                <a:latin typeface="Bookman Old Style"/>
                <a:cs typeface="Bookman Old Style"/>
              </a:rPr>
              <a:t>braking</a:t>
            </a:r>
            <a:r>
              <a:rPr dirty="0" sz="1000" spc="40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00AEEF"/>
                </a:solidFill>
                <a:latin typeface="Bookman Old Style"/>
                <a:cs typeface="Bookman Old Style"/>
              </a:rPr>
              <a:t>capacity,</a:t>
            </a:r>
            <a:r>
              <a:rPr dirty="0" sz="1000" spc="40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-5">
                <a:solidFill>
                  <a:srgbClr val="00AEEF"/>
                </a:solidFill>
                <a:latin typeface="Bookman Old Style"/>
                <a:cs typeface="Bookman Old Style"/>
              </a:rPr>
              <a:t>o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r</a:t>
            </a:r>
            <a:r>
              <a:rPr dirty="0" sz="1000" spc="40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00AEEF"/>
                </a:solidFill>
                <a:latin typeface="Bookman Old Style"/>
                <a:cs typeface="Bookman Old Style"/>
              </a:rPr>
              <a:t>deceleration,</a:t>
            </a:r>
            <a:r>
              <a:rPr dirty="0" sz="1000" spc="40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-30">
                <a:solidFill>
                  <a:srgbClr val="00AEEF"/>
                </a:solidFill>
                <a:latin typeface="Bookman Old Style"/>
                <a:cs typeface="Bookman Old Style"/>
              </a:rPr>
              <a:t>–</a:t>
            </a:r>
            <a:r>
              <a:rPr dirty="0" sz="1000" spc="-10" i="1">
                <a:solidFill>
                  <a:srgbClr val="00AEEF"/>
                </a:solidFill>
                <a:latin typeface="Bookman Old Style"/>
                <a:cs typeface="Bookman Old Style"/>
              </a:rPr>
              <a:t>a</a:t>
            </a:r>
            <a:r>
              <a:rPr dirty="0" sz="1000" spc="70" i="1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00AEEF"/>
                </a:solidFill>
                <a:latin typeface="Bookman Old Style"/>
                <a:cs typeface="Bookman Old Style"/>
              </a:rPr>
              <a:t>that </a:t>
            </a:r>
            <a:r>
              <a:rPr dirty="0" sz="1000" spc="20">
                <a:solidFill>
                  <a:srgbClr val="00AEEF"/>
                </a:solidFill>
                <a:latin typeface="Bookman Old Style"/>
                <a:cs typeface="Bookman Old Style"/>
              </a:rPr>
              <a:t>is</a:t>
            </a:r>
            <a:r>
              <a:rPr dirty="0" sz="1000" spc="270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35">
                <a:solidFill>
                  <a:srgbClr val="00AEEF"/>
                </a:solidFill>
                <a:latin typeface="Bookman Old Style"/>
                <a:cs typeface="Bookman Old Style"/>
              </a:rPr>
              <a:t>caused</a:t>
            </a:r>
            <a:r>
              <a:rPr dirty="0" sz="1000" spc="270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15">
                <a:solidFill>
                  <a:srgbClr val="00AEEF"/>
                </a:solidFill>
                <a:latin typeface="Bookman Old Style"/>
                <a:cs typeface="Bookman Old Style"/>
              </a:rPr>
              <a:t>by</a:t>
            </a:r>
            <a:r>
              <a:rPr dirty="0" sz="1000" spc="270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25">
                <a:solidFill>
                  <a:srgbClr val="00AEEF"/>
                </a:solidFill>
                <a:latin typeface="Bookman Old Style"/>
                <a:cs typeface="Bookman Old Style"/>
              </a:rPr>
              <a:t>the</a:t>
            </a:r>
            <a:r>
              <a:rPr dirty="0" sz="1000" spc="270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35">
                <a:solidFill>
                  <a:srgbClr val="00AEEF"/>
                </a:solidFill>
                <a:latin typeface="Bookman Old Style"/>
                <a:cs typeface="Bookman Old Style"/>
              </a:rPr>
              <a:t>braking.</a:t>
            </a:r>
            <a:r>
              <a:rPr dirty="0" sz="1000" spc="270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35">
                <a:solidFill>
                  <a:srgbClr val="00AEEF"/>
                </a:solidFill>
                <a:latin typeface="Bookman Old Style"/>
                <a:cs typeface="Bookman Old Style"/>
              </a:rPr>
              <a:t>Derive</a:t>
            </a:r>
            <a:r>
              <a:rPr dirty="0" sz="1000" spc="270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50">
                <a:solidFill>
                  <a:srgbClr val="00AEEF"/>
                </a:solidFill>
                <a:latin typeface="Bookman Old Style"/>
                <a:cs typeface="Bookman Old Style"/>
              </a:rPr>
              <a:t>an </a:t>
            </a:r>
            <a:r>
              <a:rPr dirty="0" sz="1000" spc="-30">
                <a:solidFill>
                  <a:srgbClr val="00AEEF"/>
                </a:solidFill>
                <a:latin typeface="Bookman Old Style"/>
                <a:cs typeface="Bookman Old Style"/>
              </a:rPr>
              <a:t>expression</a:t>
            </a:r>
            <a:r>
              <a:rPr dirty="0" sz="1000" spc="-125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-25">
                <a:solidFill>
                  <a:srgbClr val="00AEEF"/>
                </a:solidFill>
                <a:latin typeface="Bookman Old Style"/>
                <a:cs typeface="Bookman Old Style"/>
              </a:rPr>
              <a:t>for</a:t>
            </a:r>
            <a:r>
              <a:rPr dirty="0" sz="1000" spc="-125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-30">
                <a:solidFill>
                  <a:srgbClr val="00AEEF"/>
                </a:solidFill>
                <a:latin typeface="Bookman Old Style"/>
                <a:cs typeface="Bookman Old Style"/>
              </a:rPr>
              <a:t>stopping</a:t>
            </a:r>
            <a:r>
              <a:rPr dirty="0" sz="1000" spc="-125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-30">
                <a:solidFill>
                  <a:srgbClr val="00AEEF"/>
                </a:solidFill>
                <a:latin typeface="Bookman Old Style"/>
                <a:cs typeface="Bookman Old Style"/>
              </a:rPr>
              <a:t>distance</a:t>
            </a:r>
            <a:r>
              <a:rPr dirty="0" sz="1000" spc="-125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-20">
                <a:solidFill>
                  <a:srgbClr val="00AEEF"/>
                </a:solidFill>
                <a:latin typeface="Bookman Old Style"/>
                <a:cs typeface="Bookman Old Style"/>
              </a:rPr>
              <a:t>of</a:t>
            </a:r>
            <a:r>
              <a:rPr dirty="0" sz="1000" spc="-125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a</a:t>
            </a:r>
            <a:r>
              <a:rPr dirty="0" sz="1000" spc="-125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-30">
                <a:solidFill>
                  <a:srgbClr val="00AEEF"/>
                </a:solidFill>
                <a:latin typeface="Bookman Old Style"/>
                <a:cs typeface="Bookman Old Style"/>
              </a:rPr>
              <a:t>vehicle </a:t>
            </a:r>
            <a:r>
              <a:rPr dirty="0" sz="1000" spc="-10">
                <a:solidFill>
                  <a:srgbClr val="00AEEF"/>
                </a:solidFill>
                <a:latin typeface="Bookman Old Style"/>
                <a:cs typeface="Bookman Old Style"/>
              </a:rPr>
              <a:t>in</a:t>
            </a:r>
            <a:r>
              <a:rPr dirty="0" sz="1000" spc="-45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-5">
                <a:solidFill>
                  <a:srgbClr val="00AEEF"/>
                </a:solidFill>
                <a:latin typeface="Bookman Old Style"/>
                <a:cs typeface="Bookman Old Style"/>
              </a:rPr>
              <a:t>term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s</a:t>
            </a:r>
            <a:r>
              <a:rPr dirty="0" sz="1000" spc="-45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00AEEF"/>
                </a:solidFill>
                <a:latin typeface="Bookman Old Style"/>
                <a:cs typeface="Bookman Old Style"/>
              </a:rPr>
              <a:t>of</a:t>
            </a:r>
            <a:r>
              <a:rPr dirty="0" sz="1000" spc="-65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-15" i="1">
                <a:solidFill>
                  <a:srgbClr val="00AEEF"/>
                </a:solidFill>
                <a:latin typeface="Bookman Old Style"/>
                <a:cs typeface="Bookman Old Style"/>
              </a:rPr>
              <a:t>v</a:t>
            </a:r>
            <a:r>
              <a:rPr dirty="0" baseline="-27777" sz="900" spc="-22">
                <a:solidFill>
                  <a:srgbClr val="00AEEF"/>
                </a:solidFill>
                <a:latin typeface="Bookman Old Style"/>
                <a:cs typeface="Bookman Old Style"/>
              </a:rPr>
              <a:t>o</a:t>
            </a:r>
            <a:r>
              <a:rPr dirty="0" baseline="-27777" sz="900" spc="135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00AEEF"/>
                </a:solidFill>
                <a:latin typeface="Bookman Old Style"/>
                <a:cs typeface="Bookman Old Style"/>
              </a:rPr>
              <a:t>and</a:t>
            </a:r>
            <a:r>
              <a:rPr dirty="0" sz="1000" spc="-180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 i="1">
                <a:solidFill>
                  <a:srgbClr val="00AEEF"/>
                </a:solidFill>
                <a:latin typeface="Bookman Old Style"/>
                <a:cs typeface="Bookman Old Style"/>
              </a:rPr>
              <a:t>a</a:t>
            </a:r>
            <a:r>
              <a:rPr dirty="0" sz="1000" spc="-10">
                <a:solidFill>
                  <a:srgbClr val="00AEEF"/>
                </a:solidFill>
                <a:latin typeface="Bookman Old Style"/>
                <a:cs typeface="Bookman Old Style"/>
              </a:rPr>
              <a:t>.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167632" y="5538723"/>
            <a:ext cx="291401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b="1" i="1">
                <a:solidFill>
                  <a:srgbClr val="00AEEF"/>
                </a:solidFill>
                <a:latin typeface="Bookman Old Style"/>
                <a:cs typeface="Bookman Old Style"/>
              </a:rPr>
              <a:t>Answer</a:t>
            </a:r>
            <a:r>
              <a:rPr dirty="0" sz="1000" spc="135" b="1" i="1">
                <a:solidFill>
                  <a:srgbClr val="00AEEF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Let</a:t>
            </a:r>
            <a:r>
              <a:rPr dirty="0" sz="1000" spc="-8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-9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distance</a:t>
            </a:r>
            <a:r>
              <a:rPr dirty="0" sz="1000" spc="-9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travelled</a:t>
            </a:r>
            <a:r>
              <a:rPr dirty="0" sz="1000" spc="-8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by</a:t>
            </a:r>
            <a:r>
              <a:rPr dirty="0" sz="1000" spc="-9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-8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vehicle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405120" y="5782817"/>
            <a:ext cx="66040" cy="1155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600" spc="-50" i="1">
                <a:solidFill>
                  <a:srgbClr val="231F20"/>
                </a:solidFill>
                <a:latin typeface="Bookman Old Style"/>
                <a:cs typeface="Bookman Old Style"/>
              </a:rPr>
              <a:t>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167632" y="5691123"/>
            <a:ext cx="291909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before</a:t>
            </a:r>
            <a:r>
              <a:rPr dirty="0" sz="1000" spc="9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it</a:t>
            </a:r>
            <a:r>
              <a:rPr dirty="0" sz="1000" spc="10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stops</a:t>
            </a:r>
            <a:r>
              <a:rPr dirty="0" sz="1000" spc="9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be</a:t>
            </a:r>
            <a:r>
              <a:rPr dirty="0" sz="1000" spc="9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d</a:t>
            </a:r>
            <a:r>
              <a:rPr dirty="0" sz="1000" spc="25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.</a:t>
            </a:r>
            <a:r>
              <a:rPr dirty="0" sz="1000" spc="9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Then,</a:t>
            </a:r>
            <a:r>
              <a:rPr dirty="0" sz="1000" spc="10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using</a:t>
            </a:r>
            <a:r>
              <a:rPr dirty="0" sz="1000" spc="9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equation</a:t>
            </a:r>
            <a:r>
              <a:rPr dirty="0" sz="1000" spc="10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991100" y="5935217"/>
            <a:ext cx="42545" cy="1155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600" spc="-60">
                <a:solidFill>
                  <a:srgbClr val="231F20"/>
                </a:solidFill>
                <a:latin typeface="Bookman Old Style"/>
                <a:cs typeface="Bookman Old Style"/>
              </a:rPr>
              <a:t>o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142232" y="5843523"/>
            <a:ext cx="296926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motion</a:t>
            </a:r>
            <a:r>
              <a:rPr dirty="0" sz="1000" spc="16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v</a:t>
            </a:r>
            <a:r>
              <a:rPr dirty="0" baseline="32407" sz="900">
                <a:solidFill>
                  <a:srgbClr val="231F20"/>
                </a:solidFill>
                <a:latin typeface="Bookman Old Style"/>
                <a:cs typeface="Bookman Old Style"/>
              </a:rPr>
              <a:t>2</a:t>
            </a:r>
            <a:r>
              <a:rPr dirty="0" baseline="32407" sz="900" spc="6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=</a:t>
            </a:r>
            <a:r>
              <a:rPr dirty="0" sz="1000" spc="-80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v</a:t>
            </a:r>
            <a:r>
              <a:rPr dirty="0" sz="1000" spc="35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baseline="32407" sz="900">
                <a:solidFill>
                  <a:srgbClr val="231F20"/>
                </a:solidFill>
                <a:latin typeface="Bookman Old Style"/>
                <a:cs typeface="Bookman Old Style"/>
              </a:rPr>
              <a:t>2</a:t>
            </a:r>
            <a:r>
              <a:rPr dirty="0" baseline="32407" sz="900" spc="44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+</a:t>
            </a:r>
            <a:r>
              <a:rPr dirty="0" sz="1000" spc="-75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2</a:t>
            </a:r>
            <a:r>
              <a:rPr dirty="0" sz="1000" spc="-9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 i="1">
                <a:solidFill>
                  <a:srgbClr val="231F20"/>
                </a:solidFill>
                <a:latin typeface="Bookman Old Style"/>
                <a:cs typeface="Bookman Old Style"/>
              </a:rPr>
              <a:t>ax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,</a:t>
            </a:r>
            <a:r>
              <a:rPr dirty="0" sz="1000" spc="-8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and</a:t>
            </a:r>
            <a:r>
              <a:rPr dirty="0" sz="1000" spc="-8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noting</a:t>
            </a:r>
            <a:r>
              <a:rPr dirty="0" sz="1000" spc="-8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that</a:t>
            </a:r>
            <a:r>
              <a:rPr dirty="0" sz="1000" spc="16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v</a:t>
            </a:r>
            <a:r>
              <a:rPr dirty="0" sz="1000" spc="-50" i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=</a:t>
            </a:r>
            <a:r>
              <a:rPr dirty="0" sz="1000" spc="-8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0,</a:t>
            </a:r>
            <a:r>
              <a:rPr dirty="0" sz="1000" spc="-8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we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180332" y="5995923"/>
            <a:ext cx="167767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have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-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stopping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distance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185923" y="6372641"/>
            <a:ext cx="106045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 spc="-50" i="1">
                <a:latin typeface="Bookman Old Style"/>
                <a:cs typeface="Bookman Old Style"/>
              </a:rPr>
              <a:t>d</a:t>
            </a:r>
            <a:endParaRPr sz="950">
              <a:latin typeface="Bookman Old Style"/>
              <a:cs typeface="Bookman Old Style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271269" y="6450848"/>
            <a:ext cx="67945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-50" i="1">
                <a:latin typeface="Bookman Old Style"/>
                <a:cs typeface="Bookman Old Style"/>
              </a:rPr>
              <a:t>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465336" y="6287297"/>
            <a:ext cx="286385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 sz="950">
                <a:latin typeface="Bookman Old Style"/>
                <a:cs typeface="Bookman Old Style"/>
              </a:rPr>
              <a:t>–</a:t>
            </a:r>
            <a:r>
              <a:rPr dirty="0" sz="950" spc="-114">
                <a:latin typeface="Bookman Old Style"/>
                <a:cs typeface="Bookman Old Style"/>
              </a:rPr>
              <a:t> </a:t>
            </a:r>
            <a:r>
              <a:rPr dirty="0" sz="950" spc="-35" i="1">
                <a:latin typeface="Bookman Old Style"/>
                <a:cs typeface="Bookman Old Style"/>
              </a:rPr>
              <a:t>v</a:t>
            </a:r>
            <a:r>
              <a:rPr dirty="0" baseline="41666" sz="900" spc="-52">
                <a:latin typeface="Bookman Old Style"/>
                <a:cs typeface="Bookman Old Style"/>
              </a:rPr>
              <a:t>2</a:t>
            </a:r>
            <a:endParaRPr baseline="41666" sz="900">
              <a:latin typeface="Bookman Old Style"/>
              <a:cs typeface="Bookman Old Style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343411" y="6317777"/>
            <a:ext cx="427355" cy="3282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  <a:tabLst>
                <a:tab pos="314960" algn="l"/>
              </a:tabLst>
            </a:pPr>
            <a:r>
              <a:rPr dirty="0" baseline="-26315" sz="1425">
                <a:latin typeface="Symbol"/>
                <a:cs typeface="Symbol"/>
              </a:rPr>
              <a:t></a:t>
            </a:r>
            <a:r>
              <a:rPr dirty="0" baseline="-26315" sz="1425">
                <a:latin typeface="Times New Roman"/>
                <a:cs typeface="Times New Roman"/>
              </a:rPr>
              <a:t> </a:t>
            </a:r>
            <a:r>
              <a:rPr dirty="0" u="sng" sz="600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	</a:t>
            </a:r>
            <a:r>
              <a:rPr dirty="0" u="sng" sz="600" spc="-50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0</a:t>
            </a:r>
            <a:r>
              <a:rPr dirty="0" u="sng" sz="600" spc="500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 </a:t>
            </a:r>
            <a:endParaRPr sz="600">
              <a:latin typeface="Bookman Old Style"/>
              <a:cs typeface="Bookman Old Style"/>
            </a:endParaRPr>
          </a:p>
          <a:p>
            <a:pPr marL="187325">
              <a:lnSpc>
                <a:spcPct val="100000"/>
              </a:lnSpc>
              <a:spcBef>
                <a:spcPts val="60"/>
              </a:spcBef>
            </a:pPr>
            <a:r>
              <a:rPr dirty="0" sz="950" spc="-25">
                <a:latin typeface="Bookman Old Style"/>
                <a:cs typeface="Bookman Old Style"/>
              </a:rPr>
              <a:t>2</a:t>
            </a:r>
            <a:r>
              <a:rPr dirty="0" sz="950" spc="-25" i="1">
                <a:latin typeface="Bookman Old Style"/>
                <a:cs typeface="Bookman Old Style"/>
              </a:rPr>
              <a:t>a</a:t>
            </a:r>
            <a:endParaRPr sz="950">
              <a:latin typeface="Bookman Old Style"/>
              <a:cs typeface="Bookman Old Style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167632" y="6632956"/>
            <a:ext cx="291274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Thus, the stopping</a:t>
            </a:r>
            <a:r>
              <a:rPr dirty="0" sz="1000" spc="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distance is</a:t>
            </a:r>
            <a:r>
              <a:rPr dirty="0" sz="1000" spc="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proportional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to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square of</a:t>
            </a:r>
            <a:r>
              <a:rPr dirty="0" sz="1000" spc="1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1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initial</a:t>
            </a:r>
            <a:r>
              <a:rPr dirty="0" sz="1000" spc="1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velocity.</a:t>
            </a:r>
            <a:r>
              <a:rPr dirty="0" sz="1000" spc="1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Doubling</a:t>
            </a:r>
            <a:r>
              <a:rPr dirty="0" sz="1000" spc="1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39" name="object 39"/>
          <p:cNvSpPr txBox="1"/>
          <p:nvPr/>
        </p:nvSpPr>
        <p:spPr>
          <a:xfrm rot="10800000">
            <a:off x="4158526" y="3952492"/>
            <a:ext cx="169172" cy="127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000"/>
              </a:lnSpc>
            </a:pPr>
            <a:r>
              <a:rPr dirty="0" sz="1000" spc="-50">
                <a:solidFill>
                  <a:srgbClr val="00BDF2"/>
                </a:solidFill>
                <a:latin typeface="Wingdings 3"/>
                <a:cs typeface="Wingdings 3"/>
              </a:rPr>
              <a:t></a:t>
            </a:r>
            <a:endParaRPr sz="1000">
              <a:latin typeface="Wingdings 3"/>
              <a:cs typeface="Wingdings 3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1570969" y="7320742"/>
            <a:ext cx="44450" cy="78105"/>
            <a:chOff x="1570969" y="7320742"/>
            <a:chExt cx="44450" cy="78105"/>
          </a:xfrm>
        </p:grpSpPr>
        <p:sp>
          <p:nvSpPr>
            <p:cNvPr id="41" name="object 41"/>
            <p:cNvSpPr/>
            <p:nvPr/>
          </p:nvSpPr>
          <p:spPr>
            <a:xfrm>
              <a:off x="1570969" y="7320748"/>
              <a:ext cx="44450" cy="78105"/>
            </a:xfrm>
            <a:custGeom>
              <a:avLst/>
              <a:gdLst/>
              <a:ahLst/>
              <a:cxnLst/>
              <a:rect l="l" t="t" r="r" b="b"/>
              <a:pathLst>
                <a:path w="44450" h="78104">
                  <a:moveTo>
                    <a:pt x="31086" y="0"/>
                  </a:moveTo>
                  <a:lnTo>
                    <a:pt x="21028" y="0"/>
                  </a:lnTo>
                  <a:lnTo>
                    <a:pt x="17884" y="7364"/>
                  </a:lnTo>
                  <a:lnTo>
                    <a:pt x="13713" y="13106"/>
                  </a:lnTo>
                  <a:lnTo>
                    <a:pt x="8171" y="17316"/>
                  </a:lnTo>
                  <a:lnTo>
                    <a:pt x="917" y="20086"/>
                  </a:lnTo>
                  <a:lnTo>
                    <a:pt x="0" y="28285"/>
                  </a:lnTo>
                  <a:lnTo>
                    <a:pt x="8226" y="28285"/>
                  </a:lnTo>
                  <a:lnTo>
                    <a:pt x="917" y="65724"/>
                  </a:lnTo>
                  <a:lnTo>
                    <a:pt x="0" y="73938"/>
                  </a:lnTo>
                  <a:lnTo>
                    <a:pt x="9143" y="77592"/>
                  </a:lnTo>
                  <a:lnTo>
                    <a:pt x="16456" y="77592"/>
                  </a:lnTo>
                  <a:lnTo>
                    <a:pt x="23271" y="76778"/>
                  </a:lnTo>
                  <a:lnTo>
                    <a:pt x="29828" y="74507"/>
                  </a:lnTo>
                  <a:lnTo>
                    <a:pt x="35868" y="71038"/>
                  </a:lnTo>
                  <a:lnTo>
                    <a:pt x="41135" y="66629"/>
                  </a:lnTo>
                  <a:lnTo>
                    <a:pt x="36575" y="59329"/>
                  </a:lnTo>
                  <a:lnTo>
                    <a:pt x="33826" y="61152"/>
                  </a:lnTo>
                  <a:lnTo>
                    <a:pt x="28337" y="65724"/>
                  </a:lnTo>
                  <a:lnTo>
                    <a:pt x="21942" y="65724"/>
                  </a:lnTo>
                  <a:lnTo>
                    <a:pt x="20110" y="62983"/>
                  </a:lnTo>
                  <a:lnTo>
                    <a:pt x="21028" y="61152"/>
                  </a:lnTo>
                  <a:lnTo>
                    <a:pt x="26514" y="28285"/>
                  </a:lnTo>
                  <a:lnTo>
                    <a:pt x="42053" y="28285"/>
                  </a:lnTo>
                  <a:lnTo>
                    <a:pt x="43888" y="18227"/>
                  </a:lnTo>
                  <a:lnTo>
                    <a:pt x="28337" y="18227"/>
                  </a:lnTo>
                  <a:lnTo>
                    <a:pt x="3108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1570976" y="7320743"/>
              <a:ext cx="44450" cy="78105"/>
            </a:xfrm>
            <a:custGeom>
              <a:avLst/>
              <a:gdLst/>
              <a:ahLst/>
              <a:cxnLst/>
              <a:rect l="l" t="t" r="r" b="b"/>
              <a:pathLst>
                <a:path w="44450" h="78104">
                  <a:moveTo>
                    <a:pt x="26514" y="28297"/>
                  </a:moveTo>
                  <a:lnTo>
                    <a:pt x="42053" y="28297"/>
                  </a:lnTo>
                  <a:lnTo>
                    <a:pt x="43887" y="18245"/>
                  </a:lnTo>
                  <a:lnTo>
                    <a:pt x="28337" y="18245"/>
                  </a:lnTo>
                  <a:lnTo>
                    <a:pt x="31086" y="0"/>
                  </a:lnTo>
                  <a:lnTo>
                    <a:pt x="21026" y="0"/>
                  </a:lnTo>
                  <a:lnTo>
                    <a:pt x="17884" y="7364"/>
                  </a:lnTo>
                  <a:lnTo>
                    <a:pt x="13712" y="13109"/>
                  </a:lnTo>
                  <a:lnTo>
                    <a:pt x="8171" y="17317"/>
                  </a:lnTo>
                  <a:lnTo>
                    <a:pt x="918" y="20072"/>
                  </a:lnTo>
                  <a:lnTo>
                    <a:pt x="0" y="28297"/>
                  </a:lnTo>
                  <a:lnTo>
                    <a:pt x="8225" y="28297"/>
                  </a:lnTo>
                  <a:lnTo>
                    <a:pt x="918" y="65725"/>
                  </a:lnTo>
                  <a:lnTo>
                    <a:pt x="0" y="73940"/>
                  </a:lnTo>
                  <a:lnTo>
                    <a:pt x="9144" y="77596"/>
                  </a:lnTo>
                  <a:lnTo>
                    <a:pt x="16454" y="77596"/>
                  </a:lnTo>
                  <a:lnTo>
                    <a:pt x="23270" y="76781"/>
                  </a:lnTo>
                  <a:lnTo>
                    <a:pt x="29827" y="74510"/>
                  </a:lnTo>
                  <a:lnTo>
                    <a:pt x="35868" y="71041"/>
                  </a:lnTo>
                  <a:lnTo>
                    <a:pt x="41135" y="66630"/>
                  </a:lnTo>
                  <a:lnTo>
                    <a:pt x="36576" y="59332"/>
                  </a:lnTo>
                  <a:lnTo>
                    <a:pt x="33824" y="61153"/>
                  </a:lnTo>
                  <a:lnTo>
                    <a:pt x="28337" y="65725"/>
                  </a:lnTo>
                  <a:lnTo>
                    <a:pt x="24680" y="65725"/>
                  </a:lnTo>
                  <a:lnTo>
                    <a:pt x="21941" y="65725"/>
                  </a:lnTo>
                  <a:lnTo>
                    <a:pt x="20108" y="62987"/>
                  </a:lnTo>
                  <a:lnTo>
                    <a:pt x="21026" y="61153"/>
                  </a:lnTo>
                  <a:lnTo>
                    <a:pt x="26514" y="28297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/>
          <p:cNvSpPr/>
          <p:nvPr/>
        </p:nvSpPr>
        <p:spPr>
          <a:xfrm>
            <a:off x="1481368" y="8042014"/>
            <a:ext cx="44450" cy="53975"/>
          </a:xfrm>
          <a:custGeom>
            <a:avLst/>
            <a:gdLst/>
            <a:ahLst/>
            <a:cxnLst/>
            <a:rect l="l" t="t" r="r" b="b"/>
            <a:pathLst>
              <a:path w="44450" h="53975">
                <a:moveTo>
                  <a:pt x="43884" y="0"/>
                </a:moveTo>
                <a:lnTo>
                  <a:pt x="12798" y="0"/>
                </a:lnTo>
                <a:lnTo>
                  <a:pt x="10058" y="917"/>
                </a:lnTo>
                <a:lnTo>
                  <a:pt x="7309" y="2740"/>
                </a:lnTo>
                <a:lnTo>
                  <a:pt x="5486" y="4559"/>
                </a:lnTo>
                <a:lnTo>
                  <a:pt x="2749" y="9131"/>
                </a:lnTo>
                <a:lnTo>
                  <a:pt x="0" y="16431"/>
                </a:lnTo>
                <a:lnTo>
                  <a:pt x="2749" y="16431"/>
                </a:lnTo>
                <a:lnTo>
                  <a:pt x="3654" y="13691"/>
                </a:lnTo>
                <a:lnTo>
                  <a:pt x="5486" y="10954"/>
                </a:lnTo>
                <a:lnTo>
                  <a:pt x="9143" y="9131"/>
                </a:lnTo>
                <a:lnTo>
                  <a:pt x="11881" y="8214"/>
                </a:lnTo>
                <a:lnTo>
                  <a:pt x="20107" y="8214"/>
                </a:lnTo>
                <a:lnTo>
                  <a:pt x="19055" y="17118"/>
                </a:lnTo>
                <a:lnTo>
                  <a:pt x="18515" y="24649"/>
                </a:lnTo>
                <a:lnTo>
                  <a:pt x="18316" y="30809"/>
                </a:lnTo>
                <a:lnTo>
                  <a:pt x="18287" y="41992"/>
                </a:lnTo>
                <a:lnTo>
                  <a:pt x="19202" y="46564"/>
                </a:lnTo>
                <a:lnTo>
                  <a:pt x="22859" y="52041"/>
                </a:lnTo>
                <a:lnTo>
                  <a:pt x="25596" y="53864"/>
                </a:lnTo>
                <a:lnTo>
                  <a:pt x="31086" y="53864"/>
                </a:lnTo>
                <a:lnTo>
                  <a:pt x="33823" y="52946"/>
                </a:lnTo>
                <a:lnTo>
                  <a:pt x="37481" y="47469"/>
                </a:lnTo>
                <a:lnTo>
                  <a:pt x="39312" y="43827"/>
                </a:lnTo>
                <a:lnTo>
                  <a:pt x="40230" y="37432"/>
                </a:lnTo>
                <a:lnTo>
                  <a:pt x="37481" y="37432"/>
                </a:lnTo>
                <a:lnTo>
                  <a:pt x="37481" y="40172"/>
                </a:lnTo>
                <a:lnTo>
                  <a:pt x="36575" y="41992"/>
                </a:lnTo>
                <a:lnTo>
                  <a:pt x="34740" y="43827"/>
                </a:lnTo>
                <a:lnTo>
                  <a:pt x="32909" y="44732"/>
                </a:lnTo>
                <a:lnTo>
                  <a:pt x="29251" y="44732"/>
                </a:lnTo>
                <a:lnTo>
                  <a:pt x="27431" y="43827"/>
                </a:lnTo>
                <a:lnTo>
                  <a:pt x="26514" y="41992"/>
                </a:lnTo>
                <a:lnTo>
                  <a:pt x="24679" y="40172"/>
                </a:lnTo>
                <a:lnTo>
                  <a:pt x="23774" y="37432"/>
                </a:lnTo>
                <a:lnTo>
                  <a:pt x="23774" y="33777"/>
                </a:lnTo>
                <a:lnTo>
                  <a:pt x="23944" y="29658"/>
                </a:lnTo>
                <a:lnTo>
                  <a:pt x="24456" y="24082"/>
                </a:lnTo>
                <a:lnTo>
                  <a:pt x="25312" y="16962"/>
                </a:lnTo>
                <a:lnTo>
                  <a:pt x="26514" y="8214"/>
                </a:lnTo>
                <a:lnTo>
                  <a:pt x="43884" y="8214"/>
                </a:lnTo>
                <a:lnTo>
                  <a:pt x="43884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4" name="object 44"/>
          <p:cNvGrpSpPr/>
          <p:nvPr/>
        </p:nvGrpSpPr>
        <p:grpSpPr>
          <a:xfrm>
            <a:off x="1381731" y="7293346"/>
            <a:ext cx="5151120" cy="1621790"/>
            <a:chOff x="1381731" y="7293346"/>
            <a:chExt cx="5151120" cy="1621790"/>
          </a:xfrm>
        </p:grpSpPr>
        <p:sp>
          <p:nvSpPr>
            <p:cNvPr id="45" name="object 45"/>
            <p:cNvSpPr/>
            <p:nvPr/>
          </p:nvSpPr>
          <p:spPr>
            <a:xfrm>
              <a:off x="3406718" y="7831098"/>
              <a:ext cx="1000760" cy="1083945"/>
            </a:xfrm>
            <a:custGeom>
              <a:avLst/>
              <a:gdLst/>
              <a:ahLst/>
              <a:cxnLst/>
              <a:rect l="l" t="t" r="r" b="b"/>
              <a:pathLst>
                <a:path w="1000760" h="1083945">
                  <a:moveTo>
                    <a:pt x="0" y="1083740"/>
                  </a:moveTo>
                  <a:lnTo>
                    <a:pt x="1000170" y="1083740"/>
                  </a:lnTo>
                  <a:lnTo>
                    <a:pt x="1000170" y="0"/>
                  </a:lnTo>
                  <a:lnTo>
                    <a:pt x="0" y="0"/>
                  </a:lnTo>
                  <a:lnTo>
                    <a:pt x="0" y="1083740"/>
                  </a:lnTo>
                  <a:close/>
                </a:path>
              </a:pathLst>
            </a:custGeom>
            <a:solidFill>
              <a:srgbClr val="D1D3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2391024" y="7837490"/>
              <a:ext cx="1016000" cy="1077595"/>
            </a:xfrm>
            <a:custGeom>
              <a:avLst/>
              <a:gdLst/>
              <a:ahLst/>
              <a:cxnLst/>
              <a:rect l="l" t="t" r="r" b="b"/>
              <a:pathLst>
                <a:path w="1016000" h="1077595">
                  <a:moveTo>
                    <a:pt x="1015694" y="0"/>
                  </a:moveTo>
                  <a:lnTo>
                    <a:pt x="0" y="0"/>
                  </a:lnTo>
                  <a:lnTo>
                    <a:pt x="0" y="1077349"/>
                  </a:lnTo>
                  <a:lnTo>
                    <a:pt x="1015694" y="1077349"/>
                  </a:lnTo>
                  <a:lnTo>
                    <a:pt x="1015694" y="0"/>
                  </a:lnTo>
                  <a:close/>
                </a:path>
              </a:pathLst>
            </a:custGeom>
            <a:solidFill>
              <a:srgbClr val="E6E7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1385385" y="7831098"/>
              <a:ext cx="1005840" cy="1083945"/>
            </a:xfrm>
            <a:custGeom>
              <a:avLst/>
              <a:gdLst/>
              <a:ahLst/>
              <a:cxnLst/>
              <a:rect l="l" t="t" r="r" b="b"/>
              <a:pathLst>
                <a:path w="1005839" h="1083945">
                  <a:moveTo>
                    <a:pt x="1005638" y="0"/>
                  </a:moveTo>
                  <a:lnTo>
                    <a:pt x="0" y="0"/>
                  </a:lnTo>
                  <a:lnTo>
                    <a:pt x="0" y="1083740"/>
                  </a:lnTo>
                  <a:lnTo>
                    <a:pt x="1005638" y="1083740"/>
                  </a:lnTo>
                  <a:lnTo>
                    <a:pt x="1005638" y="0"/>
                  </a:lnTo>
                  <a:close/>
                </a:path>
              </a:pathLst>
            </a:custGeom>
            <a:solidFill>
              <a:srgbClr val="D1D3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1381731" y="7293346"/>
              <a:ext cx="5151120" cy="537845"/>
            </a:xfrm>
            <a:custGeom>
              <a:avLst/>
              <a:gdLst/>
              <a:ahLst/>
              <a:cxnLst/>
              <a:rect l="l" t="t" r="r" b="b"/>
              <a:pathLst>
                <a:path w="5151120" h="537845">
                  <a:moveTo>
                    <a:pt x="5150710" y="0"/>
                  </a:moveTo>
                  <a:lnTo>
                    <a:pt x="0" y="0"/>
                  </a:lnTo>
                  <a:lnTo>
                    <a:pt x="0" y="537752"/>
                  </a:lnTo>
                  <a:lnTo>
                    <a:pt x="5150710" y="537752"/>
                  </a:lnTo>
                  <a:lnTo>
                    <a:pt x="5150710" y="0"/>
                  </a:lnTo>
                  <a:close/>
                </a:path>
              </a:pathLst>
            </a:custGeom>
            <a:solidFill>
              <a:srgbClr val="00AEE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9" name="object 4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490678" y="7338975"/>
              <a:ext cx="71318" cy="83097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402316" y="7311613"/>
              <a:ext cx="2126497" cy="1603227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483525" y="7311605"/>
              <a:ext cx="819150" cy="256556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4309033" y="7453236"/>
              <a:ext cx="24130" cy="100330"/>
            </a:xfrm>
            <a:custGeom>
              <a:avLst/>
              <a:gdLst/>
              <a:ahLst/>
              <a:cxnLst/>
              <a:rect l="l" t="t" r="r" b="b"/>
              <a:pathLst>
                <a:path w="24129" h="100329">
                  <a:moveTo>
                    <a:pt x="23812" y="0"/>
                  </a:moveTo>
                  <a:lnTo>
                    <a:pt x="0" y="0"/>
                  </a:lnTo>
                  <a:lnTo>
                    <a:pt x="0" y="10160"/>
                  </a:lnTo>
                  <a:lnTo>
                    <a:pt x="8229" y="10160"/>
                  </a:lnTo>
                  <a:lnTo>
                    <a:pt x="8229" y="90170"/>
                  </a:lnTo>
                  <a:lnTo>
                    <a:pt x="0" y="90170"/>
                  </a:lnTo>
                  <a:lnTo>
                    <a:pt x="0" y="100330"/>
                  </a:lnTo>
                  <a:lnTo>
                    <a:pt x="23812" y="100330"/>
                  </a:lnTo>
                  <a:lnTo>
                    <a:pt x="23812" y="90170"/>
                  </a:lnTo>
                  <a:lnTo>
                    <a:pt x="23812" y="10160"/>
                  </a:lnTo>
                  <a:lnTo>
                    <a:pt x="238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4309078" y="7453124"/>
              <a:ext cx="24130" cy="100965"/>
            </a:xfrm>
            <a:custGeom>
              <a:avLst/>
              <a:gdLst/>
              <a:ahLst/>
              <a:cxnLst/>
              <a:rect l="l" t="t" r="r" b="b"/>
              <a:pathLst>
                <a:path w="24129" h="100965">
                  <a:moveTo>
                    <a:pt x="23759" y="100428"/>
                  </a:moveTo>
                  <a:lnTo>
                    <a:pt x="23759" y="0"/>
                  </a:lnTo>
                  <a:lnTo>
                    <a:pt x="0" y="0"/>
                  </a:lnTo>
                  <a:lnTo>
                    <a:pt x="0" y="10036"/>
                  </a:lnTo>
                  <a:lnTo>
                    <a:pt x="915" y="10036"/>
                  </a:lnTo>
                  <a:lnTo>
                    <a:pt x="7320" y="10036"/>
                  </a:lnTo>
                  <a:lnTo>
                    <a:pt x="8235" y="10036"/>
                  </a:lnTo>
                  <a:lnTo>
                    <a:pt x="8235" y="16429"/>
                  </a:lnTo>
                  <a:lnTo>
                    <a:pt x="8235" y="83081"/>
                  </a:lnTo>
                  <a:lnTo>
                    <a:pt x="8235" y="89463"/>
                  </a:lnTo>
                  <a:lnTo>
                    <a:pt x="8235" y="90379"/>
                  </a:lnTo>
                  <a:lnTo>
                    <a:pt x="1830" y="90379"/>
                  </a:lnTo>
                  <a:lnTo>
                    <a:pt x="0" y="90379"/>
                  </a:lnTo>
                  <a:lnTo>
                    <a:pt x="0" y="100428"/>
                  </a:lnTo>
                  <a:lnTo>
                    <a:pt x="23759" y="100428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1484109" y="7861249"/>
              <a:ext cx="2064385" cy="539115"/>
            </a:xfrm>
            <a:custGeom>
              <a:avLst/>
              <a:gdLst/>
              <a:ahLst/>
              <a:cxnLst/>
              <a:rect l="l" t="t" r="r" b="b"/>
              <a:pathLst>
                <a:path w="2064385" h="539115">
                  <a:moveTo>
                    <a:pt x="62166" y="514934"/>
                  </a:moveTo>
                  <a:lnTo>
                    <a:pt x="39306" y="493014"/>
                  </a:lnTo>
                  <a:lnTo>
                    <a:pt x="43878" y="492112"/>
                  </a:lnTo>
                  <a:lnTo>
                    <a:pt x="47536" y="491185"/>
                  </a:lnTo>
                  <a:lnTo>
                    <a:pt x="51193" y="488454"/>
                  </a:lnTo>
                  <a:lnTo>
                    <a:pt x="54851" y="484797"/>
                  </a:lnTo>
                  <a:lnTo>
                    <a:pt x="57594" y="480237"/>
                  </a:lnTo>
                  <a:lnTo>
                    <a:pt x="57594" y="469277"/>
                  </a:lnTo>
                  <a:lnTo>
                    <a:pt x="53022" y="463791"/>
                  </a:lnTo>
                  <a:lnTo>
                    <a:pt x="48895" y="461060"/>
                  </a:lnTo>
                  <a:lnTo>
                    <a:pt x="47536" y="460146"/>
                  </a:lnTo>
                  <a:lnTo>
                    <a:pt x="42964" y="457415"/>
                  </a:lnTo>
                  <a:lnTo>
                    <a:pt x="36563" y="456501"/>
                  </a:lnTo>
                  <a:lnTo>
                    <a:pt x="23761" y="456501"/>
                  </a:lnTo>
                  <a:lnTo>
                    <a:pt x="17360" y="457415"/>
                  </a:lnTo>
                  <a:lnTo>
                    <a:pt x="11887" y="461975"/>
                  </a:lnTo>
                  <a:lnTo>
                    <a:pt x="8229" y="464705"/>
                  </a:lnTo>
                  <a:lnTo>
                    <a:pt x="3657" y="469277"/>
                  </a:lnTo>
                  <a:lnTo>
                    <a:pt x="3657" y="479323"/>
                  </a:lnTo>
                  <a:lnTo>
                    <a:pt x="6400" y="482981"/>
                  </a:lnTo>
                  <a:lnTo>
                    <a:pt x="13703" y="482981"/>
                  </a:lnTo>
                  <a:lnTo>
                    <a:pt x="17360" y="480237"/>
                  </a:lnTo>
                  <a:lnTo>
                    <a:pt x="17360" y="475665"/>
                  </a:lnTo>
                  <a:lnTo>
                    <a:pt x="16459" y="474764"/>
                  </a:lnTo>
                  <a:lnTo>
                    <a:pt x="16459" y="473837"/>
                  </a:lnTo>
                  <a:lnTo>
                    <a:pt x="15544" y="472922"/>
                  </a:lnTo>
                  <a:lnTo>
                    <a:pt x="14617" y="471106"/>
                  </a:lnTo>
                  <a:lnTo>
                    <a:pt x="14617" y="463791"/>
                  </a:lnTo>
                  <a:lnTo>
                    <a:pt x="24688" y="461060"/>
                  </a:lnTo>
                  <a:lnTo>
                    <a:pt x="39306" y="461060"/>
                  </a:lnTo>
                  <a:lnTo>
                    <a:pt x="44792" y="467448"/>
                  </a:lnTo>
                  <a:lnTo>
                    <a:pt x="44792" y="487540"/>
                  </a:lnTo>
                  <a:lnTo>
                    <a:pt x="35648" y="491185"/>
                  </a:lnTo>
                  <a:lnTo>
                    <a:pt x="21031" y="491185"/>
                  </a:lnTo>
                  <a:lnTo>
                    <a:pt x="21031" y="496671"/>
                  </a:lnTo>
                  <a:lnTo>
                    <a:pt x="48450" y="514934"/>
                  </a:lnTo>
                  <a:lnTo>
                    <a:pt x="47218" y="522224"/>
                  </a:lnTo>
                  <a:lnTo>
                    <a:pt x="47117" y="522795"/>
                  </a:lnTo>
                  <a:lnTo>
                    <a:pt x="43307" y="528510"/>
                  </a:lnTo>
                  <a:lnTo>
                    <a:pt x="37261" y="532003"/>
                  </a:lnTo>
                  <a:lnTo>
                    <a:pt x="29260" y="533184"/>
                  </a:lnTo>
                  <a:lnTo>
                    <a:pt x="21031" y="533184"/>
                  </a:lnTo>
                  <a:lnTo>
                    <a:pt x="15544" y="530440"/>
                  </a:lnTo>
                  <a:lnTo>
                    <a:pt x="11887" y="527710"/>
                  </a:lnTo>
                  <a:lnTo>
                    <a:pt x="11887" y="523151"/>
                  </a:lnTo>
                  <a:lnTo>
                    <a:pt x="12801" y="523151"/>
                  </a:lnTo>
                  <a:lnTo>
                    <a:pt x="12801" y="515835"/>
                  </a:lnTo>
                  <a:lnTo>
                    <a:pt x="10972" y="513092"/>
                  </a:lnTo>
                  <a:lnTo>
                    <a:pt x="2743" y="513092"/>
                  </a:lnTo>
                  <a:lnTo>
                    <a:pt x="0" y="516750"/>
                  </a:lnTo>
                  <a:lnTo>
                    <a:pt x="0" y="526796"/>
                  </a:lnTo>
                  <a:lnTo>
                    <a:pt x="4559" y="531368"/>
                  </a:lnTo>
                  <a:lnTo>
                    <a:pt x="10045" y="535012"/>
                  </a:lnTo>
                  <a:lnTo>
                    <a:pt x="15544" y="537756"/>
                  </a:lnTo>
                  <a:lnTo>
                    <a:pt x="21932" y="538670"/>
                  </a:lnTo>
                  <a:lnTo>
                    <a:pt x="36563" y="538670"/>
                  </a:lnTo>
                  <a:lnTo>
                    <a:pt x="43878" y="537756"/>
                  </a:lnTo>
                  <a:lnTo>
                    <a:pt x="51193" y="533184"/>
                  </a:lnTo>
                  <a:lnTo>
                    <a:pt x="56680" y="529539"/>
                  </a:lnTo>
                  <a:lnTo>
                    <a:pt x="62166" y="522224"/>
                  </a:lnTo>
                  <a:lnTo>
                    <a:pt x="62166" y="514934"/>
                  </a:lnTo>
                  <a:close/>
                </a:path>
                <a:path w="2064385" h="539115">
                  <a:moveTo>
                    <a:pt x="62166" y="363359"/>
                  </a:moveTo>
                  <a:lnTo>
                    <a:pt x="57594" y="362458"/>
                  </a:lnTo>
                  <a:lnTo>
                    <a:pt x="56680" y="363359"/>
                  </a:lnTo>
                  <a:lnTo>
                    <a:pt x="52108" y="374332"/>
                  </a:lnTo>
                  <a:lnTo>
                    <a:pt x="49364" y="375234"/>
                  </a:lnTo>
                  <a:lnTo>
                    <a:pt x="11887" y="375234"/>
                  </a:lnTo>
                  <a:lnTo>
                    <a:pt x="25971" y="366776"/>
                  </a:lnTo>
                  <a:lnTo>
                    <a:pt x="40906" y="355498"/>
                  </a:lnTo>
                  <a:lnTo>
                    <a:pt x="52768" y="341985"/>
                  </a:lnTo>
                  <a:lnTo>
                    <a:pt x="57594" y="326847"/>
                  </a:lnTo>
                  <a:lnTo>
                    <a:pt x="57594" y="319544"/>
                  </a:lnTo>
                  <a:lnTo>
                    <a:pt x="53936" y="313156"/>
                  </a:lnTo>
                  <a:lnTo>
                    <a:pt x="47536" y="309499"/>
                  </a:lnTo>
                  <a:lnTo>
                    <a:pt x="42964" y="305841"/>
                  </a:lnTo>
                  <a:lnTo>
                    <a:pt x="35648" y="304025"/>
                  </a:lnTo>
                  <a:lnTo>
                    <a:pt x="21932" y="304025"/>
                  </a:lnTo>
                  <a:lnTo>
                    <a:pt x="14617" y="305841"/>
                  </a:lnTo>
                  <a:lnTo>
                    <a:pt x="9131" y="310413"/>
                  </a:lnTo>
                  <a:lnTo>
                    <a:pt x="4559" y="314071"/>
                  </a:lnTo>
                  <a:lnTo>
                    <a:pt x="901" y="319544"/>
                  </a:lnTo>
                  <a:lnTo>
                    <a:pt x="901" y="331406"/>
                  </a:lnTo>
                  <a:lnTo>
                    <a:pt x="2743" y="335978"/>
                  </a:lnTo>
                  <a:lnTo>
                    <a:pt x="10972" y="335978"/>
                  </a:lnTo>
                  <a:lnTo>
                    <a:pt x="14617" y="333248"/>
                  </a:lnTo>
                  <a:lnTo>
                    <a:pt x="14617" y="327761"/>
                  </a:lnTo>
                  <a:lnTo>
                    <a:pt x="13703" y="326847"/>
                  </a:lnTo>
                  <a:lnTo>
                    <a:pt x="12801" y="325031"/>
                  </a:lnTo>
                  <a:lnTo>
                    <a:pt x="11887" y="324104"/>
                  </a:lnTo>
                  <a:lnTo>
                    <a:pt x="10972" y="322287"/>
                  </a:lnTo>
                  <a:lnTo>
                    <a:pt x="10972" y="314071"/>
                  </a:lnTo>
                  <a:lnTo>
                    <a:pt x="21932" y="309499"/>
                  </a:lnTo>
                  <a:lnTo>
                    <a:pt x="37477" y="309499"/>
                  </a:lnTo>
                  <a:lnTo>
                    <a:pt x="43878" y="315899"/>
                  </a:lnTo>
                  <a:lnTo>
                    <a:pt x="43878" y="325932"/>
                  </a:lnTo>
                  <a:lnTo>
                    <a:pt x="20688" y="362686"/>
                  </a:lnTo>
                  <a:lnTo>
                    <a:pt x="0" y="377063"/>
                  </a:lnTo>
                  <a:lnTo>
                    <a:pt x="0" y="384365"/>
                  </a:lnTo>
                  <a:lnTo>
                    <a:pt x="55753" y="384365"/>
                  </a:lnTo>
                  <a:lnTo>
                    <a:pt x="62166" y="363359"/>
                  </a:lnTo>
                  <a:close/>
                </a:path>
                <a:path w="2064385" h="539115">
                  <a:moveTo>
                    <a:pt x="63080" y="41998"/>
                  </a:moveTo>
                  <a:lnTo>
                    <a:pt x="61290" y="26962"/>
                  </a:lnTo>
                  <a:lnTo>
                    <a:pt x="55753" y="13690"/>
                  </a:lnTo>
                  <a:lnTo>
                    <a:pt x="55651" y="13462"/>
                  </a:lnTo>
                  <a:lnTo>
                    <a:pt x="50279" y="8204"/>
                  </a:lnTo>
                  <a:lnTo>
                    <a:pt x="50279" y="41071"/>
                  </a:lnTo>
                  <a:lnTo>
                    <a:pt x="49720" y="51650"/>
                  </a:lnTo>
                  <a:lnTo>
                    <a:pt x="47282" y="62903"/>
                  </a:lnTo>
                  <a:lnTo>
                    <a:pt x="47193" y="63334"/>
                  </a:lnTo>
                  <a:lnTo>
                    <a:pt x="41402" y="72796"/>
                  </a:lnTo>
                  <a:lnTo>
                    <a:pt x="31076" y="76682"/>
                  </a:lnTo>
                  <a:lnTo>
                    <a:pt x="21285" y="72923"/>
                  </a:lnTo>
                  <a:lnTo>
                    <a:pt x="15773" y="63677"/>
                  </a:lnTo>
                  <a:lnTo>
                    <a:pt x="13347" y="52031"/>
                  </a:lnTo>
                  <a:lnTo>
                    <a:pt x="12839" y="41998"/>
                  </a:lnTo>
                  <a:lnTo>
                    <a:pt x="12801" y="26466"/>
                  </a:lnTo>
                  <a:lnTo>
                    <a:pt x="14617" y="20993"/>
                  </a:lnTo>
                  <a:lnTo>
                    <a:pt x="16459" y="16433"/>
                  </a:lnTo>
                  <a:lnTo>
                    <a:pt x="17360" y="13690"/>
                  </a:lnTo>
                  <a:lnTo>
                    <a:pt x="20116" y="10947"/>
                  </a:lnTo>
                  <a:lnTo>
                    <a:pt x="22847" y="7302"/>
                  </a:lnTo>
                  <a:lnTo>
                    <a:pt x="26504" y="5473"/>
                  </a:lnTo>
                  <a:lnTo>
                    <a:pt x="31076" y="5473"/>
                  </a:lnTo>
                  <a:lnTo>
                    <a:pt x="41402" y="9245"/>
                  </a:lnTo>
                  <a:lnTo>
                    <a:pt x="47193" y="18491"/>
                  </a:lnTo>
                  <a:lnTo>
                    <a:pt x="49720" y="30124"/>
                  </a:lnTo>
                  <a:lnTo>
                    <a:pt x="50279" y="41071"/>
                  </a:lnTo>
                  <a:lnTo>
                    <a:pt x="50279" y="8204"/>
                  </a:lnTo>
                  <a:lnTo>
                    <a:pt x="47498" y="5473"/>
                  </a:lnTo>
                  <a:lnTo>
                    <a:pt x="45834" y="3848"/>
                  </a:lnTo>
                  <a:lnTo>
                    <a:pt x="46164" y="3848"/>
                  </a:lnTo>
                  <a:lnTo>
                    <a:pt x="31076" y="0"/>
                  </a:lnTo>
                  <a:lnTo>
                    <a:pt x="16967" y="3848"/>
                  </a:lnTo>
                  <a:lnTo>
                    <a:pt x="7315" y="13690"/>
                  </a:lnTo>
                  <a:lnTo>
                    <a:pt x="1778" y="26962"/>
                  </a:lnTo>
                  <a:lnTo>
                    <a:pt x="0" y="41071"/>
                  </a:lnTo>
                  <a:lnTo>
                    <a:pt x="368" y="48577"/>
                  </a:lnTo>
                  <a:lnTo>
                    <a:pt x="23901" y="81330"/>
                  </a:lnTo>
                  <a:lnTo>
                    <a:pt x="31076" y="82169"/>
                  </a:lnTo>
                  <a:lnTo>
                    <a:pt x="38404" y="81178"/>
                  </a:lnTo>
                  <a:lnTo>
                    <a:pt x="45135" y="78397"/>
                  </a:lnTo>
                  <a:lnTo>
                    <a:pt x="47459" y="76682"/>
                  </a:lnTo>
                  <a:lnTo>
                    <a:pt x="51003" y="74079"/>
                  </a:lnTo>
                  <a:lnTo>
                    <a:pt x="62712" y="48831"/>
                  </a:lnTo>
                  <a:lnTo>
                    <a:pt x="63080" y="41998"/>
                  </a:lnTo>
                  <a:close/>
                </a:path>
                <a:path w="2064385" h="539115">
                  <a:moveTo>
                    <a:pt x="150837" y="484797"/>
                  </a:moveTo>
                  <a:lnTo>
                    <a:pt x="119748" y="484797"/>
                  </a:lnTo>
                  <a:lnTo>
                    <a:pt x="117017" y="485711"/>
                  </a:lnTo>
                  <a:lnTo>
                    <a:pt x="114274" y="487540"/>
                  </a:lnTo>
                  <a:lnTo>
                    <a:pt x="112445" y="489369"/>
                  </a:lnTo>
                  <a:lnTo>
                    <a:pt x="109702" y="493928"/>
                  </a:lnTo>
                  <a:lnTo>
                    <a:pt x="106959" y="501230"/>
                  </a:lnTo>
                  <a:lnTo>
                    <a:pt x="108788" y="501230"/>
                  </a:lnTo>
                  <a:lnTo>
                    <a:pt x="110617" y="498487"/>
                  </a:lnTo>
                  <a:lnTo>
                    <a:pt x="114274" y="494842"/>
                  </a:lnTo>
                  <a:lnTo>
                    <a:pt x="116103" y="493928"/>
                  </a:lnTo>
                  <a:lnTo>
                    <a:pt x="127076" y="493928"/>
                  </a:lnTo>
                  <a:lnTo>
                    <a:pt x="126022" y="502297"/>
                  </a:lnTo>
                  <a:lnTo>
                    <a:pt x="125476" y="509562"/>
                  </a:lnTo>
                  <a:lnTo>
                    <a:pt x="125272" y="515632"/>
                  </a:lnTo>
                  <a:lnTo>
                    <a:pt x="125247" y="526796"/>
                  </a:lnTo>
                  <a:lnTo>
                    <a:pt x="126161" y="532282"/>
                  </a:lnTo>
                  <a:lnTo>
                    <a:pt x="129819" y="537756"/>
                  </a:lnTo>
                  <a:lnTo>
                    <a:pt x="132549" y="538670"/>
                  </a:lnTo>
                  <a:lnTo>
                    <a:pt x="138036" y="538670"/>
                  </a:lnTo>
                  <a:lnTo>
                    <a:pt x="140779" y="537756"/>
                  </a:lnTo>
                  <a:lnTo>
                    <a:pt x="142608" y="535012"/>
                  </a:lnTo>
                  <a:lnTo>
                    <a:pt x="144449" y="533184"/>
                  </a:lnTo>
                  <a:lnTo>
                    <a:pt x="146265" y="528624"/>
                  </a:lnTo>
                  <a:lnTo>
                    <a:pt x="147180" y="522224"/>
                  </a:lnTo>
                  <a:lnTo>
                    <a:pt x="144449" y="522224"/>
                  </a:lnTo>
                  <a:lnTo>
                    <a:pt x="144449" y="524967"/>
                  </a:lnTo>
                  <a:lnTo>
                    <a:pt x="143535" y="526796"/>
                  </a:lnTo>
                  <a:lnTo>
                    <a:pt x="142608" y="527710"/>
                  </a:lnTo>
                  <a:lnTo>
                    <a:pt x="140779" y="528624"/>
                  </a:lnTo>
                  <a:lnTo>
                    <a:pt x="139877" y="529539"/>
                  </a:lnTo>
                  <a:lnTo>
                    <a:pt x="136220" y="529539"/>
                  </a:lnTo>
                  <a:lnTo>
                    <a:pt x="134391" y="528624"/>
                  </a:lnTo>
                  <a:lnTo>
                    <a:pt x="133464" y="526796"/>
                  </a:lnTo>
                  <a:lnTo>
                    <a:pt x="131648" y="524967"/>
                  </a:lnTo>
                  <a:lnTo>
                    <a:pt x="130733" y="522224"/>
                  </a:lnTo>
                  <a:lnTo>
                    <a:pt x="130733" y="514019"/>
                  </a:lnTo>
                  <a:lnTo>
                    <a:pt x="131648" y="505802"/>
                  </a:lnTo>
                  <a:lnTo>
                    <a:pt x="133464" y="493928"/>
                  </a:lnTo>
                  <a:lnTo>
                    <a:pt x="150837" y="493928"/>
                  </a:lnTo>
                  <a:lnTo>
                    <a:pt x="150837" y="484797"/>
                  </a:lnTo>
                  <a:close/>
                </a:path>
                <a:path w="2064385" h="539115">
                  <a:moveTo>
                    <a:pt x="150837" y="333248"/>
                  </a:moveTo>
                  <a:lnTo>
                    <a:pt x="119748" y="333248"/>
                  </a:lnTo>
                  <a:lnTo>
                    <a:pt x="117017" y="334162"/>
                  </a:lnTo>
                  <a:lnTo>
                    <a:pt x="114274" y="335978"/>
                  </a:lnTo>
                  <a:lnTo>
                    <a:pt x="112445" y="337807"/>
                  </a:lnTo>
                  <a:lnTo>
                    <a:pt x="109702" y="342379"/>
                  </a:lnTo>
                  <a:lnTo>
                    <a:pt x="106959" y="349669"/>
                  </a:lnTo>
                  <a:lnTo>
                    <a:pt x="108788" y="349669"/>
                  </a:lnTo>
                  <a:lnTo>
                    <a:pt x="110617" y="346024"/>
                  </a:lnTo>
                  <a:lnTo>
                    <a:pt x="112445" y="344195"/>
                  </a:lnTo>
                  <a:lnTo>
                    <a:pt x="116103" y="342379"/>
                  </a:lnTo>
                  <a:lnTo>
                    <a:pt x="118846" y="341452"/>
                  </a:lnTo>
                  <a:lnTo>
                    <a:pt x="127076" y="341452"/>
                  </a:lnTo>
                  <a:lnTo>
                    <a:pt x="126022" y="349834"/>
                  </a:lnTo>
                  <a:lnTo>
                    <a:pt x="125476" y="357098"/>
                  </a:lnTo>
                  <a:lnTo>
                    <a:pt x="125272" y="363156"/>
                  </a:lnTo>
                  <a:lnTo>
                    <a:pt x="125247" y="375234"/>
                  </a:lnTo>
                  <a:lnTo>
                    <a:pt x="126161" y="379806"/>
                  </a:lnTo>
                  <a:lnTo>
                    <a:pt x="129819" y="385279"/>
                  </a:lnTo>
                  <a:lnTo>
                    <a:pt x="132549" y="386194"/>
                  </a:lnTo>
                  <a:lnTo>
                    <a:pt x="138036" y="386194"/>
                  </a:lnTo>
                  <a:lnTo>
                    <a:pt x="147180" y="370674"/>
                  </a:lnTo>
                  <a:lnTo>
                    <a:pt x="144449" y="370674"/>
                  </a:lnTo>
                  <a:lnTo>
                    <a:pt x="144449" y="372491"/>
                  </a:lnTo>
                  <a:lnTo>
                    <a:pt x="143535" y="374332"/>
                  </a:lnTo>
                  <a:lnTo>
                    <a:pt x="140779" y="377063"/>
                  </a:lnTo>
                  <a:lnTo>
                    <a:pt x="136220" y="377063"/>
                  </a:lnTo>
                  <a:lnTo>
                    <a:pt x="134391" y="376148"/>
                  </a:lnTo>
                  <a:lnTo>
                    <a:pt x="131648" y="373418"/>
                  </a:lnTo>
                  <a:lnTo>
                    <a:pt x="130733" y="370674"/>
                  </a:lnTo>
                  <a:lnTo>
                    <a:pt x="130733" y="367017"/>
                  </a:lnTo>
                  <a:lnTo>
                    <a:pt x="130898" y="362902"/>
                  </a:lnTo>
                  <a:lnTo>
                    <a:pt x="131419" y="357327"/>
                  </a:lnTo>
                  <a:lnTo>
                    <a:pt x="132270" y="350202"/>
                  </a:lnTo>
                  <a:lnTo>
                    <a:pt x="133464" y="341452"/>
                  </a:lnTo>
                  <a:lnTo>
                    <a:pt x="150837" y="341452"/>
                  </a:lnTo>
                  <a:lnTo>
                    <a:pt x="150837" y="333248"/>
                  </a:lnTo>
                  <a:close/>
                </a:path>
                <a:path w="2064385" h="539115">
                  <a:moveTo>
                    <a:pt x="1071460" y="41998"/>
                  </a:moveTo>
                  <a:lnTo>
                    <a:pt x="1069682" y="26962"/>
                  </a:lnTo>
                  <a:lnTo>
                    <a:pt x="1064133" y="13690"/>
                  </a:lnTo>
                  <a:lnTo>
                    <a:pt x="1064031" y="13462"/>
                  </a:lnTo>
                  <a:lnTo>
                    <a:pt x="1058659" y="8204"/>
                  </a:lnTo>
                  <a:lnTo>
                    <a:pt x="1058659" y="41071"/>
                  </a:lnTo>
                  <a:lnTo>
                    <a:pt x="1058113" y="51650"/>
                  </a:lnTo>
                  <a:lnTo>
                    <a:pt x="1055674" y="62903"/>
                  </a:lnTo>
                  <a:lnTo>
                    <a:pt x="1055573" y="63334"/>
                  </a:lnTo>
                  <a:lnTo>
                    <a:pt x="1049794" y="72796"/>
                  </a:lnTo>
                  <a:lnTo>
                    <a:pt x="1039456" y="76682"/>
                  </a:lnTo>
                  <a:lnTo>
                    <a:pt x="1029665" y="72923"/>
                  </a:lnTo>
                  <a:lnTo>
                    <a:pt x="1024140" y="63677"/>
                  </a:lnTo>
                  <a:lnTo>
                    <a:pt x="1021715" y="52031"/>
                  </a:lnTo>
                  <a:lnTo>
                    <a:pt x="1021219" y="41998"/>
                  </a:lnTo>
                  <a:lnTo>
                    <a:pt x="1021168" y="26466"/>
                  </a:lnTo>
                  <a:lnTo>
                    <a:pt x="1023010" y="20993"/>
                  </a:lnTo>
                  <a:lnTo>
                    <a:pt x="1024839" y="16433"/>
                  </a:lnTo>
                  <a:lnTo>
                    <a:pt x="1025740" y="13690"/>
                  </a:lnTo>
                  <a:lnTo>
                    <a:pt x="1028496" y="10947"/>
                  </a:lnTo>
                  <a:lnTo>
                    <a:pt x="1031227" y="7302"/>
                  </a:lnTo>
                  <a:lnTo>
                    <a:pt x="1034884" y="5473"/>
                  </a:lnTo>
                  <a:lnTo>
                    <a:pt x="1039456" y="5473"/>
                  </a:lnTo>
                  <a:lnTo>
                    <a:pt x="1049794" y="9245"/>
                  </a:lnTo>
                  <a:lnTo>
                    <a:pt x="1055573" y="18491"/>
                  </a:lnTo>
                  <a:lnTo>
                    <a:pt x="1058113" y="30124"/>
                  </a:lnTo>
                  <a:lnTo>
                    <a:pt x="1058659" y="41071"/>
                  </a:lnTo>
                  <a:lnTo>
                    <a:pt x="1058659" y="8204"/>
                  </a:lnTo>
                  <a:lnTo>
                    <a:pt x="1055878" y="5473"/>
                  </a:lnTo>
                  <a:lnTo>
                    <a:pt x="1054227" y="3848"/>
                  </a:lnTo>
                  <a:lnTo>
                    <a:pt x="1054557" y="3848"/>
                  </a:lnTo>
                  <a:lnTo>
                    <a:pt x="1039456" y="0"/>
                  </a:lnTo>
                  <a:lnTo>
                    <a:pt x="1025347" y="3848"/>
                  </a:lnTo>
                  <a:lnTo>
                    <a:pt x="1015682" y="13690"/>
                  </a:lnTo>
                  <a:lnTo>
                    <a:pt x="1010145" y="26962"/>
                  </a:lnTo>
                  <a:lnTo>
                    <a:pt x="1008367" y="41071"/>
                  </a:lnTo>
                  <a:lnTo>
                    <a:pt x="1008748" y="48577"/>
                  </a:lnTo>
                  <a:lnTo>
                    <a:pt x="1032268" y="81330"/>
                  </a:lnTo>
                  <a:lnTo>
                    <a:pt x="1039456" y="82169"/>
                  </a:lnTo>
                  <a:lnTo>
                    <a:pt x="1046924" y="81178"/>
                  </a:lnTo>
                  <a:lnTo>
                    <a:pt x="1053858" y="78397"/>
                  </a:lnTo>
                  <a:lnTo>
                    <a:pt x="1056195" y="76682"/>
                  </a:lnTo>
                  <a:lnTo>
                    <a:pt x="1059776" y="74079"/>
                  </a:lnTo>
                  <a:lnTo>
                    <a:pt x="1071092" y="48831"/>
                  </a:lnTo>
                  <a:lnTo>
                    <a:pt x="1071460" y="41998"/>
                  </a:lnTo>
                  <a:close/>
                </a:path>
                <a:path w="2064385" h="539115">
                  <a:moveTo>
                    <a:pt x="2064283" y="41998"/>
                  </a:moveTo>
                  <a:lnTo>
                    <a:pt x="2062505" y="26962"/>
                  </a:lnTo>
                  <a:lnTo>
                    <a:pt x="2056955" y="13690"/>
                  </a:lnTo>
                  <a:lnTo>
                    <a:pt x="2056866" y="13462"/>
                  </a:lnTo>
                  <a:lnTo>
                    <a:pt x="2051481" y="8191"/>
                  </a:lnTo>
                  <a:lnTo>
                    <a:pt x="2051481" y="41071"/>
                  </a:lnTo>
                  <a:lnTo>
                    <a:pt x="2050948" y="51650"/>
                  </a:lnTo>
                  <a:lnTo>
                    <a:pt x="2048611" y="62903"/>
                  </a:lnTo>
                  <a:lnTo>
                    <a:pt x="2048522" y="63334"/>
                  </a:lnTo>
                  <a:lnTo>
                    <a:pt x="2043010" y="72796"/>
                  </a:lnTo>
                  <a:lnTo>
                    <a:pt x="2033193" y="76682"/>
                  </a:lnTo>
                  <a:lnTo>
                    <a:pt x="2022881" y="72923"/>
                  </a:lnTo>
                  <a:lnTo>
                    <a:pt x="2017102" y="63677"/>
                  </a:lnTo>
                  <a:lnTo>
                    <a:pt x="2014588" y="52031"/>
                  </a:lnTo>
                  <a:lnTo>
                    <a:pt x="2014067" y="41998"/>
                  </a:lnTo>
                  <a:lnTo>
                    <a:pt x="2014029" y="34696"/>
                  </a:lnTo>
                  <a:lnTo>
                    <a:pt x="2014880" y="26962"/>
                  </a:lnTo>
                  <a:lnTo>
                    <a:pt x="2014943" y="26466"/>
                  </a:lnTo>
                  <a:lnTo>
                    <a:pt x="2016772" y="20993"/>
                  </a:lnTo>
                  <a:lnTo>
                    <a:pt x="2017687" y="16433"/>
                  </a:lnTo>
                  <a:lnTo>
                    <a:pt x="2018601" y="13690"/>
                  </a:lnTo>
                  <a:lnTo>
                    <a:pt x="2021344" y="10947"/>
                  </a:lnTo>
                  <a:lnTo>
                    <a:pt x="2024087" y="7302"/>
                  </a:lnTo>
                  <a:lnTo>
                    <a:pt x="2028659" y="5473"/>
                  </a:lnTo>
                  <a:lnTo>
                    <a:pt x="2032317" y="5473"/>
                  </a:lnTo>
                  <a:lnTo>
                    <a:pt x="2042642" y="9245"/>
                  </a:lnTo>
                  <a:lnTo>
                    <a:pt x="2048408" y="18491"/>
                  </a:lnTo>
                  <a:lnTo>
                    <a:pt x="2050935" y="30124"/>
                  </a:lnTo>
                  <a:lnTo>
                    <a:pt x="2051481" y="41071"/>
                  </a:lnTo>
                  <a:lnTo>
                    <a:pt x="2051481" y="8191"/>
                  </a:lnTo>
                  <a:lnTo>
                    <a:pt x="2048713" y="5473"/>
                  </a:lnTo>
                  <a:lnTo>
                    <a:pt x="2047062" y="3848"/>
                  </a:lnTo>
                  <a:lnTo>
                    <a:pt x="2047392" y="3848"/>
                  </a:lnTo>
                  <a:lnTo>
                    <a:pt x="2032317" y="0"/>
                  </a:lnTo>
                  <a:lnTo>
                    <a:pt x="2018195" y="3848"/>
                  </a:lnTo>
                  <a:lnTo>
                    <a:pt x="2008543" y="13690"/>
                  </a:lnTo>
                  <a:lnTo>
                    <a:pt x="2002993" y="26962"/>
                  </a:lnTo>
                  <a:lnTo>
                    <a:pt x="2001227" y="41071"/>
                  </a:lnTo>
                  <a:lnTo>
                    <a:pt x="2001596" y="48577"/>
                  </a:lnTo>
                  <a:lnTo>
                    <a:pt x="2025510" y="81330"/>
                  </a:lnTo>
                  <a:lnTo>
                    <a:pt x="2032317" y="82169"/>
                  </a:lnTo>
                  <a:lnTo>
                    <a:pt x="2040166" y="81178"/>
                  </a:lnTo>
                  <a:lnTo>
                    <a:pt x="2047176" y="78397"/>
                  </a:lnTo>
                  <a:lnTo>
                    <a:pt x="2049538" y="76682"/>
                  </a:lnTo>
                  <a:lnTo>
                    <a:pt x="2053145" y="74079"/>
                  </a:lnTo>
                  <a:lnTo>
                    <a:pt x="2063940" y="48831"/>
                  </a:lnTo>
                  <a:lnTo>
                    <a:pt x="2064283" y="41998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5" name="object 5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482282" y="8474770"/>
              <a:ext cx="66735" cy="78519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1591071" y="8501248"/>
              <a:ext cx="44450" cy="53975"/>
            </a:xfrm>
            <a:custGeom>
              <a:avLst/>
              <a:gdLst/>
              <a:ahLst/>
              <a:cxnLst/>
              <a:rect l="l" t="t" r="r" b="b"/>
              <a:pathLst>
                <a:path w="44450" h="53975">
                  <a:moveTo>
                    <a:pt x="43884" y="0"/>
                  </a:moveTo>
                  <a:lnTo>
                    <a:pt x="12798" y="0"/>
                  </a:lnTo>
                  <a:lnTo>
                    <a:pt x="10061" y="917"/>
                  </a:lnTo>
                  <a:lnTo>
                    <a:pt x="7321" y="2740"/>
                  </a:lnTo>
                  <a:lnTo>
                    <a:pt x="5489" y="4571"/>
                  </a:lnTo>
                  <a:lnTo>
                    <a:pt x="2749" y="9131"/>
                  </a:lnTo>
                  <a:lnTo>
                    <a:pt x="0" y="16443"/>
                  </a:lnTo>
                  <a:lnTo>
                    <a:pt x="1831" y="16443"/>
                  </a:lnTo>
                  <a:lnTo>
                    <a:pt x="3666" y="13703"/>
                  </a:lnTo>
                  <a:lnTo>
                    <a:pt x="7321" y="10049"/>
                  </a:lnTo>
                  <a:lnTo>
                    <a:pt x="9143" y="9131"/>
                  </a:lnTo>
                  <a:lnTo>
                    <a:pt x="20119" y="9131"/>
                  </a:lnTo>
                  <a:lnTo>
                    <a:pt x="19060" y="17507"/>
                  </a:lnTo>
                  <a:lnTo>
                    <a:pt x="18516" y="24770"/>
                  </a:lnTo>
                  <a:lnTo>
                    <a:pt x="18316" y="30833"/>
                  </a:lnTo>
                  <a:lnTo>
                    <a:pt x="18287" y="42004"/>
                  </a:lnTo>
                  <a:lnTo>
                    <a:pt x="19205" y="47481"/>
                  </a:lnTo>
                  <a:lnTo>
                    <a:pt x="22859" y="52958"/>
                  </a:lnTo>
                  <a:lnTo>
                    <a:pt x="25596" y="53876"/>
                  </a:lnTo>
                  <a:lnTo>
                    <a:pt x="31086" y="53876"/>
                  </a:lnTo>
                  <a:lnTo>
                    <a:pt x="33823" y="52958"/>
                  </a:lnTo>
                  <a:lnTo>
                    <a:pt x="35658" y="50221"/>
                  </a:lnTo>
                  <a:lnTo>
                    <a:pt x="37493" y="48386"/>
                  </a:lnTo>
                  <a:lnTo>
                    <a:pt x="39312" y="43827"/>
                  </a:lnTo>
                  <a:lnTo>
                    <a:pt x="40230" y="37432"/>
                  </a:lnTo>
                  <a:lnTo>
                    <a:pt x="37493" y="37432"/>
                  </a:lnTo>
                  <a:lnTo>
                    <a:pt x="37493" y="40172"/>
                  </a:lnTo>
                  <a:lnTo>
                    <a:pt x="36575" y="42004"/>
                  </a:lnTo>
                  <a:lnTo>
                    <a:pt x="35658" y="42909"/>
                  </a:lnTo>
                  <a:lnTo>
                    <a:pt x="33823" y="43827"/>
                  </a:lnTo>
                  <a:lnTo>
                    <a:pt x="32921" y="44744"/>
                  </a:lnTo>
                  <a:lnTo>
                    <a:pt x="29263" y="44744"/>
                  </a:lnTo>
                  <a:lnTo>
                    <a:pt x="27431" y="43827"/>
                  </a:lnTo>
                  <a:lnTo>
                    <a:pt x="26514" y="42004"/>
                  </a:lnTo>
                  <a:lnTo>
                    <a:pt x="24691" y="40172"/>
                  </a:lnTo>
                  <a:lnTo>
                    <a:pt x="23777" y="37432"/>
                  </a:lnTo>
                  <a:lnTo>
                    <a:pt x="23777" y="29218"/>
                  </a:lnTo>
                  <a:lnTo>
                    <a:pt x="24691" y="21003"/>
                  </a:lnTo>
                  <a:lnTo>
                    <a:pt x="26514" y="9131"/>
                  </a:lnTo>
                  <a:lnTo>
                    <a:pt x="43884" y="9131"/>
                  </a:lnTo>
                  <a:lnTo>
                    <a:pt x="43884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7" name="object 5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493406" y="7995450"/>
              <a:ext cx="692072" cy="890176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483511" y="8029228"/>
              <a:ext cx="280658" cy="850007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1484185" y="8622690"/>
              <a:ext cx="151130" cy="236854"/>
            </a:xfrm>
            <a:custGeom>
              <a:avLst/>
              <a:gdLst/>
              <a:ahLst/>
              <a:cxnLst/>
              <a:rect l="l" t="t" r="r" b="b"/>
              <a:pathLst>
                <a:path w="151130" h="236854">
                  <a:moveTo>
                    <a:pt x="63004" y="209981"/>
                  </a:moveTo>
                  <a:lnTo>
                    <a:pt x="60769" y="199440"/>
                  </a:lnTo>
                  <a:lnTo>
                    <a:pt x="54775" y="191389"/>
                  </a:lnTo>
                  <a:lnTo>
                    <a:pt x="53809" y="190817"/>
                  </a:lnTo>
                  <a:lnTo>
                    <a:pt x="50203" y="188696"/>
                  </a:lnTo>
                  <a:lnTo>
                    <a:pt x="50203" y="210896"/>
                  </a:lnTo>
                  <a:lnTo>
                    <a:pt x="49022" y="219049"/>
                  </a:lnTo>
                  <a:lnTo>
                    <a:pt x="31915" y="230987"/>
                  </a:lnTo>
                  <a:lnTo>
                    <a:pt x="24053" y="229527"/>
                  </a:lnTo>
                  <a:lnTo>
                    <a:pt x="18313" y="225513"/>
                  </a:lnTo>
                  <a:lnTo>
                    <a:pt x="14820" y="219430"/>
                  </a:lnTo>
                  <a:lnTo>
                    <a:pt x="13741" y="212496"/>
                  </a:lnTo>
                  <a:lnTo>
                    <a:pt x="13627" y="211810"/>
                  </a:lnTo>
                  <a:lnTo>
                    <a:pt x="14833" y="203530"/>
                  </a:lnTo>
                  <a:lnTo>
                    <a:pt x="18427" y="196862"/>
                  </a:lnTo>
                  <a:lnTo>
                    <a:pt x="20447" y="195376"/>
                  </a:lnTo>
                  <a:lnTo>
                    <a:pt x="24434" y="192430"/>
                  </a:lnTo>
                  <a:lnTo>
                    <a:pt x="32829" y="190817"/>
                  </a:lnTo>
                  <a:lnTo>
                    <a:pt x="40576" y="192430"/>
                  </a:lnTo>
                  <a:lnTo>
                    <a:pt x="44259" y="195376"/>
                  </a:lnTo>
                  <a:lnTo>
                    <a:pt x="46037" y="196862"/>
                  </a:lnTo>
                  <a:lnTo>
                    <a:pt x="49161" y="203136"/>
                  </a:lnTo>
                  <a:lnTo>
                    <a:pt x="50076" y="209981"/>
                  </a:lnTo>
                  <a:lnTo>
                    <a:pt x="50203" y="210896"/>
                  </a:lnTo>
                  <a:lnTo>
                    <a:pt x="50203" y="188696"/>
                  </a:lnTo>
                  <a:lnTo>
                    <a:pt x="46037" y="186232"/>
                  </a:lnTo>
                  <a:lnTo>
                    <a:pt x="35572" y="184429"/>
                  </a:lnTo>
                  <a:lnTo>
                    <a:pt x="26428" y="184429"/>
                  </a:lnTo>
                  <a:lnTo>
                    <a:pt x="18199" y="188074"/>
                  </a:lnTo>
                  <a:lnTo>
                    <a:pt x="12725" y="195376"/>
                  </a:lnTo>
                  <a:lnTo>
                    <a:pt x="12725" y="184429"/>
                  </a:lnTo>
                  <a:lnTo>
                    <a:pt x="14541" y="176212"/>
                  </a:lnTo>
                  <a:lnTo>
                    <a:pt x="20955" y="163423"/>
                  </a:lnTo>
                  <a:lnTo>
                    <a:pt x="27343" y="159778"/>
                  </a:lnTo>
                  <a:lnTo>
                    <a:pt x="39230" y="159778"/>
                  </a:lnTo>
                  <a:lnTo>
                    <a:pt x="47459" y="161594"/>
                  </a:lnTo>
                  <a:lnTo>
                    <a:pt x="47459" y="170738"/>
                  </a:lnTo>
                  <a:lnTo>
                    <a:pt x="49225" y="175145"/>
                  </a:lnTo>
                  <a:lnTo>
                    <a:pt x="49288" y="175298"/>
                  </a:lnTo>
                  <a:lnTo>
                    <a:pt x="58432" y="175298"/>
                  </a:lnTo>
                  <a:lnTo>
                    <a:pt x="60248" y="172554"/>
                  </a:lnTo>
                  <a:lnTo>
                    <a:pt x="60248" y="164338"/>
                  </a:lnTo>
                  <a:lnTo>
                    <a:pt x="55676" y="160680"/>
                  </a:lnTo>
                  <a:lnTo>
                    <a:pt x="54470" y="159778"/>
                  </a:lnTo>
                  <a:lnTo>
                    <a:pt x="52031" y="157937"/>
                  </a:lnTo>
                  <a:lnTo>
                    <a:pt x="47459" y="156121"/>
                  </a:lnTo>
                  <a:lnTo>
                    <a:pt x="41059" y="154292"/>
                  </a:lnTo>
                  <a:lnTo>
                    <a:pt x="35572" y="154292"/>
                  </a:lnTo>
                  <a:lnTo>
                    <a:pt x="1638" y="182714"/>
                  </a:lnTo>
                  <a:lnTo>
                    <a:pt x="0" y="199440"/>
                  </a:lnTo>
                  <a:lnTo>
                    <a:pt x="203" y="203136"/>
                  </a:lnTo>
                  <a:lnTo>
                    <a:pt x="304" y="205219"/>
                  </a:lnTo>
                  <a:lnTo>
                    <a:pt x="25120" y="235775"/>
                  </a:lnTo>
                  <a:lnTo>
                    <a:pt x="31915" y="236461"/>
                  </a:lnTo>
                  <a:lnTo>
                    <a:pt x="43332" y="234632"/>
                  </a:lnTo>
                  <a:lnTo>
                    <a:pt x="50253" y="230987"/>
                  </a:lnTo>
                  <a:lnTo>
                    <a:pt x="53289" y="229387"/>
                  </a:lnTo>
                  <a:lnTo>
                    <a:pt x="60337" y="221056"/>
                  </a:lnTo>
                  <a:lnTo>
                    <a:pt x="63004" y="209981"/>
                  </a:lnTo>
                  <a:close/>
                </a:path>
                <a:path w="151130" h="236854">
                  <a:moveTo>
                    <a:pt x="63004" y="55689"/>
                  </a:moveTo>
                  <a:lnTo>
                    <a:pt x="60477" y="44234"/>
                  </a:lnTo>
                  <a:lnTo>
                    <a:pt x="53746" y="35953"/>
                  </a:lnTo>
                  <a:lnTo>
                    <a:pt x="44107" y="30911"/>
                  </a:lnTo>
                  <a:lnTo>
                    <a:pt x="32829" y="29210"/>
                  </a:lnTo>
                  <a:lnTo>
                    <a:pt x="25527" y="29210"/>
                  </a:lnTo>
                  <a:lnTo>
                    <a:pt x="19113" y="31953"/>
                  </a:lnTo>
                  <a:lnTo>
                    <a:pt x="13627" y="36512"/>
                  </a:lnTo>
                  <a:lnTo>
                    <a:pt x="13627" y="13690"/>
                  </a:lnTo>
                  <a:lnTo>
                    <a:pt x="52946" y="13690"/>
                  </a:lnTo>
                  <a:lnTo>
                    <a:pt x="54775" y="0"/>
                  </a:lnTo>
                  <a:lnTo>
                    <a:pt x="50203" y="0"/>
                  </a:lnTo>
                  <a:lnTo>
                    <a:pt x="49288" y="4559"/>
                  </a:lnTo>
                  <a:lnTo>
                    <a:pt x="46545" y="3644"/>
                  </a:lnTo>
                  <a:lnTo>
                    <a:pt x="6324" y="3644"/>
                  </a:lnTo>
                  <a:lnTo>
                    <a:pt x="6324" y="45643"/>
                  </a:lnTo>
                  <a:lnTo>
                    <a:pt x="10896" y="46558"/>
                  </a:lnTo>
                  <a:lnTo>
                    <a:pt x="15468" y="40170"/>
                  </a:lnTo>
                  <a:lnTo>
                    <a:pt x="20955" y="35610"/>
                  </a:lnTo>
                  <a:lnTo>
                    <a:pt x="35572" y="35610"/>
                  </a:lnTo>
                  <a:lnTo>
                    <a:pt x="41059" y="38341"/>
                  </a:lnTo>
                  <a:lnTo>
                    <a:pt x="44716" y="42900"/>
                  </a:lnTo>
                  <a:lnTo>
                    <a:pt x="48374" y="46558"/>
                  </a:lnTo>
                  <a:lnTo>
                    <a:pt x="49288" y="52031"/>
                  </a:lnTo>
                  <a:lnTo>
                    <a:pt x="49288" y="57518"/>
                  </a:lnTo>
                  <a:lnTo>
                    <a:pt x="47802" y="66332"/>
                  </a:lnTo>
                  <a:lnTo>
                    <a:pt x="43573" y="73266"/>
                  </a:lnTo>
                  <a:lnTo>
                    <a:pt x="36944" y="77800"/>
                  </a:lnTo>
                  <a:lnTo>
                    <a:pt x="28257" y="79425"/>
                  </a:lnTo>
                  <a:lnTo>
                    <a:pt x="23685" y="79425"/>
                  </a:lnTo>
                  <a:lnTo>
                    <a:pt x="14541" y="77597"/>
                  </a:lnTo>
                  <a:lnTo>
                    <a:pt x="14541" y="70307"/>
                  </a:lnTo>
                  <a:lnTo>
                    <a:pt x="15468" y="68465"/>
                  </a:lnTo>
                  <a:lnTo>
                    <a:pt x="15468" y="62992"/>
                  </a:lnTo>
                  <a:lnTo>
                    <a:pt x="12725" y="60248"/>
                  </a:lnTo>
                  <a:lnTo>
                    <a:pt x="4483" y="60248"/>
                  </a:lnTo>
                  <a:lnTo>
                    <a:pt x="1752" y="63906"/>
                  </a:lnTo>
                  <a:lnTo>
                    <a:pt x="1752" y="73952"/>
                  </a:lnTo>
                  <a:lnTo>
                    <a:pt x="7239" y="78524"/>
                  </a:lnTo>
                  <a:lnTo>
                    <a:pt x="12725" y="81254"/>
                  </a:lnTo>
                  <a:lnTo>
                    <a:pt x="18199" y="83083"/>
                  </a:lnTo>
                  <a:lnTo>
                    <a:pt x="24612" y="84912"/>
                  </a:lnTo>
                  <a:lnTo>
                    <a:pt x="30086" y="84912"/>
                  </a:lnTo>
                  <a:lnTo>
                    <a:pt x="42557" y="82918"/>
                  </a:lnTo>
                  <a:lnTo>
                    <a:pt x="53060" y="77152"/>
                  </a:lnTo>
                  <a:lnTo>
                    <a:pt x="60299" y="67957"/>
                  </a:lnTo>
                  <a:lnTo>
                    <a:pt x="63004" y="55689"/>
                  </a:lnTo>
                  <a:close/>
                </a:path>
                <a:path w="151130" h="236854">
                  <a:moveTo>
                    <a:pt x="150761" y="183502"/>
                  </a:moveTo>
                  <a:lnTo>
                    <a:pt x="119672" y="183502"/>
                  </a:lnTo>
                  <a:lnTo>
                    <a:pt x="116941" y="184429"/>
                  </a:lnTo>
                  <a:lnTo>
                    <a:pt x="114198" y="186245"/>
                  </a:lnTo>
                  <a:lnTo>
                    <a:pt x="112369" y="188074"/>
                  </a:lnTo>
                  <a:lnTo>
                    <a:pt x="109626" y="192633"/>
                  </a:lnTo>
                  <a:lnTo>
                    <a:pt x="106883" y="199034"/>
                  </a:lnTo>
                  <a:lnTo>
                    <a:pt x="108712" y="199034"/>
                  </a:lnTo>
                  <a:lnTo>
                    <a:pt x="110540" y="196291"/>
                  </a:lnTo>
                  <a:lnTo>
                    <a:pt x="112369" y="194475"/>
                  </a:lnTo>
                  <a:lnTo>
                    <a:pt x="114198" y="193560"/>
                  </a:lnTo>
                  <a:lnTo>
                    <a:pt x="116027" y="191719"/>
                  </a:lnTo>
                  <a:lnTo>
                    <a:pt x="127000" y="191719"/>
                  </a:lnTo>
                  <a:lnTo>
                    <a:pt x="125945" y="200101"/>
                  </a:lnTo>
                  <a:lnTo>
                    <a:pt x="125399" y="207365"/>
                  </a:lnTo>
                  <a:lnTo>
                    <a:pt x="125196" y="213423"/>
                  </a:lnTo>
                  <a:lnTo>
                    <a:pt x="125171" y="225513"/>
                  </a:lnTo>
                  <a:lnTo>
                    <a:pt x="126085" y="230073"/>
                  </a:lnTo>
                  <a:lnTo>
                    <a:pt x="129743" y="235546"/>
                  </a:lnTo>
                  <a:lnTo>
                    <a:pt x="132473" y="236461"/>
                  </a:lnTo>
                  <a:lnTo>
                    <a:pt x="137960" y="236461"/>
                  </a:lnTo>
                  <a:lnTo>
                    <a:pt x="140703" y="235546"/>
                  </a:lnTo>
                  <a:lnTo>
                    <a:pt x="142532" y="232816"/>
                  </a:lnTo>
                  <a:lnTo>
                    <a:pt x="144373" y="230987"/>
                  </a:lnTo>
                  <a:lnTo>
                    <a:pt x="146189" y="226415"/>
                  </a:lnTo>
                  <a:lnTo>
                    <a:pt x="147104" y="220027"/>
                  </a:lnTo>
                  <a:lnTo>
                    <a:pt x="144373" y="220027"/>
                  </a:lnTo>
                  <a:lnTo>
                    <a:pt x="144373" y="222770"/>
                  </a:lnTo>
                  <a:lnTo>
                    <a:pt x="143459" y="224599"/>
                  </a:lnTo>
                  <a:lnTo>
                    <a:pt x="142532" y="225513"/>
                  </a:lnTo>
                  <a:lnTo>
                    <a:pt x="140703" y="226415"/>
                  </a:lnTo>
                  <a:lnTo>
                    <a:pt x="139801" y="227330"/>
                  </a:lnTo>
                  <a:lnTo>
                    <a:pt x="136144" y="227330"/>
                  </a:lnTo>
                  <a:lnTo>
                    <a:pt x="134315" y="226415"/>
                  </a:lnTo>
                  <a:lnTo>
                    <a:pt x="133388" y="224599"/>
                  </a:lnTo>
                  <a:lnTo>
                    <a:pt x="131572" y="223685"/>
                  </a:lnTo>
                  <a:lnTo>
                    <a:pt x="130657" y="220941"/>
                  </a:lnTo>
                  <a:lnTo>
                    <a:pt x="130657" y="217297"/>
                  </a:lnTo>
                  <a:lnTo>
                    <a:pt x="130822" y="213042"/>
                  </a:lnTo>
                  <a:lnTo>
                    <a:pt x="131343" y="207251"/>
                  </a:lnTo>
                  <a:lnTo>
                    <a:pt x="132194" y="200088"/>
                  </a:lnTo>
                  <a:lnTo>
                    <a:pt x="133388" y="191719"/>
                  </a:lnTo>
                  <a:lnTo>
                    <a:pt x="150761" y="191719"/>
                  </a:lnTo>
                  <a:lnTo>
                    <a:pt x="150761" y="183502"/>
                  </a:lnTo>
                  <a:close/>
                </a:path>
                <a:path w="151130" h="236854">
                  <a:moveTo>
                    <a:pt x="150761" y="31038"/>
                  </a:moveTo>
                  <a:lnTo>
                    <a:pt x="119672" y="31038"/>
                  </a:lnTo>
                  <a:lnTo>
                    <a:pt x="116941" y="31953"/>
                  </a:lnTo>
                  <a:lnTo>
                    <a:pt x="114198" y="33769"/>
                  </a:lnTo>
                  <a:lnTo>
                    <a:pt x="112369" y="35610"/>
                  </a:lnTo>
                  <a:lnTo>
                    <a:pt x="109626" y="40170"/>
                  </a:lnTo>
                  <a:lnTo>
                    <a:pt x="106883" y="47472"/>
                  </a:lnTo>
                  <a:lnTo>
                    <a:pt x="108712" y="47472"/>
                  </a:lnTo>
                  <a:lnTo>
                    <a:pt x="112369" y="41986"/>
                  </a:lnTo>
                  <a:lnTo>
                    <a:pt x="116027" y="40170"/>
                  </a:lnTo>
                  <a:lnTo>
                    <a:pt x="118770" y="39255"/>
                  </a:lnTo>
                  <a:lnTo>
                    <a:pt x="127000" y="39255"/>
                  </a:lnTo>
                  <a:lnTo>
                    <a:pt x="125945" y="48018"/>
                  </a:lnTo>
                  <a:lnTo>
                    <a:pt x="125399" y="55232"/>
                  </a:lnTo>
                  <a:lnTo>
                    <a:pt x="125196" y="61074"/>
                  </a:lnTo>
                  <a:lnTo>
                    <a:pt x="125171" y="73037"/>
                  </a:lnTo>
                  <a:lnTo>
                    <a:pt x="126085" y="77597"/>
                  </a:lnTo>
                  <a:lnTo>
                    <a:pt x="129743" y="83083"/>
                  </a:lnTo>
                  <a:lnTo>
                    <a:pt x="132473" y="84912"/>
                  </a:lnTo>
                  <a:lnTo>
                    <a:pt x="137960" y="84912"/>
                  </a:lnTo>
                  <a:lnTo>
                    <a:pt x="147104" y="68465"/>
                  </a:lnTo>
                  <a:lnTo>
                    <a:pt x="144373" y="68465"/>
                  </a:lnTo>
                  <a:lnTo>
                    <a:pt x="144373" y="71208"/>
                  </a:lnTo>
                  <a:lnTo>
                    <a:pt x="143459" y="73037"/>
                  </a:lnTo>
                  <a:lnTo>
                    <a:pt x="142532" y="73952"/>
                  </a:lnTo>
                  <a:lnTo>
                    <a:pt x="140703" y="74866"/>
                  </a:lnTo>
                  <a:lnTo>
                    <a:pt x="134315" y="74866"/>
                  </a:lnTo>
                  <a:lnTo>
                    <a:pt x="133388" y="73037"/>
                  </a:lnTo>
                  <a:lnTo>
                    <a:pt x="131572" y="71208"/>
                  </a:lnTo>
                  <a:lnTo>
                    <a:pt x="130657" y="68465"/>
                  </a:lnTo>
                  <a:lnTo>
                    <a:pt x="130657" y="64820"/>
                  </a:lnTo>
                  <a:lnTo>
                    <a:pt x="130822" y="60693"/>
                  </a:lnTo>
                  <a:lnTo>
                    <a:pt x="131343" y="55118"/>
                  </a:lnTo>
                  <a:lnTo>
                    <a:pt x="132194" y="47993"/>
                  </a:lnTo>
                  <a:lnTo>
                    <a:pt x="133388" y="39255"/>
                  </a:lnTo>
                  <a:lnTo>
                    <a:pt x="150761" y="39255"/>
                  </a:lnTo>
                  <a:lnTo>
                    <a:pt x="150761" y="31038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60" name="object 60"/>
          <p:cNvGraphicFramePr>
            <a:graphicFrameLocks noGrp="1"/>
          </p:cNvGraphicFramePr>
          <p:nvPr/>
        </p:nvGraphicFramePr>
        <p:xfrm>
          <a:off x="1375037" y="7272429"/>
          <a:ext cx="5240655" cy="16332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4569"/>
                <a:gridCol w="1017905"/>
                <a:gridCol w="1002030"/>
                <a:gridCol w="1067434"/>
                <a:gridCol w="1057275"/>
              </a:tblGrid>
              <a:tr h="5518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AEE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00AEEF"/>
                      </a:solidFill>
                      <a:prstDash val="solid"/>
                    </a:lnT>
                    <a:lnB w="3175">
                      <a:solidFill>
                        <a:srgbClr val="00AEEF"/>
                      </a:solidFill>
                      <a:prstDash val="solid"/>
                    </a:lnB>
                    <a:solidFill>
                      <a:srgbClr val="00AE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00AEEF"/>
                      </a:solidFill>
                      <a:prstDash val="solid"/>
                    </a:lnT>
                    <a:lnB w="3175">
                      <a:solidFill>
                        <a:srgbClr val="00AEE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00AEEF"/>
                      </a:solidFill>
                      <a:prstDash val="solid"/>
                    </a:lnT>
                    <a:lnB w="3175">
                      <a:solidFill>
                        <a:srgbClr val="00AEE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00AEEF"/>
                      </a:solidFill>
                      <a:prstDash val="solid"/>
                    </a:lnT>
                    <a:lnB w="3175">
                      <a:solidFill>
                        <a:srgbClr val="00AEE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00AEEF"/>
                      </a:solidFill>
                      <a:prstDash val="solid"/>
                    </a:lnR>
                    <a:lnT w="3175">
                      <a:solidFill>
                        <a:srgbClr val="00AEEF"/>
                      </a:solidFill>
                      <a:prstDash val="solid"/>
                    </a:lnT>
                    <a:lnB w="3175">
                      <a:solidFill>
                        <a:srgbClr val="00AEEF"/>
                      </a:solidFill>
                      <a:prstDash val="solid"/>
                    </a:lnB>
                  </a:tcPr>
                </a:tc>
              </a:tr>
              <a:tr h="1428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AEE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00AEE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00AEE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00AEE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00AEE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00AEEF"/>
                      </a:solidFill>
                      <a:prstDash val="solid"/>
                    </a:lnR>
                    <a:lnT w="3175">
                      <a:solidFill>
                        <a:srgbClr val="00AEE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1549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AEE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00AEE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1549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AEE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00AEE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1549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AEE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00AEE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1549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AEE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00AEE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1390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AEE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00AEE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1797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AEE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00AEE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00AEE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00AEE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00AEE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00AEE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00AEE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1" name="object 61"/>
          <p:cNvSpPr txBox="1"/>
          <p:nvPr/>
        </p:nvSpPr>
        <p:spPr>
          <a:xfrm>
            <a:off x="3655567" y="7075423"/>
            <a:ext cx="57848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231F20"/>
                </a:solidFill>
                <a:latin typeface="Bookman Old Style"/>
                <a:cs typeface="Bookman Old Style"/>
              </a:rPr>
              <a:t>Table</a:t>
            </a:r>
            <a:r>
              <a:rPr dirty="0" sz="900" spc="5" b="1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900" spc="-25" b="1">
                <a:solidFill>
                  <a:srgbClr val="231F20"/>
                </a:solidFill>
                <a:latin typeface="Bookman Old Style"/>
                <a:cs typeface="Bookman Old Style"/>
              </a:rPr>
              <a:t>2.2</a:t>
            </a:r>
            <a:endParaRPr sz="900">
              <a:latin typeface="Bookman Old Style"/>
              <a:cs typeface="Bookman Old Style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5634236" y="1545329"/>
            <a:ext cx="87630" cy="0"/>
          </a:xfrm>
          <a:custGeom>
            <a:avLst/>
            <a:gdLst/>
            <a:ahLst/>
            <a:cxnLst/>
            <a:rect l="l" t="t" r="r" b="b"/>
            <a:pathLst>
              <a:path w="87629" h="0">
                <a:moveTo>
                  <a:pt x="0" y="0"/>
                </a:moveTo>
                <a:lnTo>
                  <a:pt x="87027" y="0"/>
                </a:lnTo>
              </a:path>
            </a:pathLst>
          </a:custGeom>
          <a:ln w="637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 txBox="1"/>
          <p:nvPr/>
        </p:nvSpPr>
        <p:spPr>
          <a:xfrm>
            <a:off x="4142232" y="1006347"/>
            <a:ext cx="2979420" cy="1397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38100" marR="31115">
              <a:lnSpc>
                <a:spcPct val="100000"/>
              </a:lnSpc>
              <a:spcBef>
                <a:spcPts val="100"/>
              </a:spcBef>
            </a:pPr>
            <a:r>
              <a:rPr dirty="0" sz="1000" spc="55">
                <a:solidFill>
                  <a:srgbClr val="231F20"/>
                </a:solidFill>
                <a:latin typeface="Bookman Old Style"/>
                <a:cs typeface="Bookman Old Style"/>
              </a:rPr>
              <a:t>traversed</a:t>
            </a:r>
            <a:r>
              <a:rPr dirty="0" sz="1000" spc="33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55">
                <a:solidFill>
                  <a:srgbClr val="231F20"/>
                </a:solidFill>
                <a:latin typeface="Bookman Old Style"/>
                <a:cs typeface="Bookman Old Style"/>
              </a:rPr>
              <a:t>during</a:t>
            </a:r>
            <a:r>
              <a:rPr dirty="0" sz="1000" spc="33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55">
                <a:solidFill>
                  <a:srgbClr val="231F20"/>
                </a:solidFill>
                <a:latin typeface="Bookman Old Style"/>
                <a:cs typeface="Bookman Old Style"/>
              </a:rPr>
              <a:t>successive</a:t>
            </a:r>
            <a:r>
              <a:rPr dirty="0" sz="1000" spc="33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55">
                <a:solidFill>
                  <a:srgbClr val="231F20"/>
                </a:solidFill>
                <a:latin typeface="Bookman Old Style"/>
                <a:cs typeface="Bookman Old Style"/>
              </a:rPr>
              <a:t>intervals</a:t>
            </a:r>
            <a:r>
              <a:rPr dirty="0" sz="1000" spc="33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40">
                <a:solidFill>
                  <a:srgbClr val="231F20"/>
                </a:solidFill>
                <a:latin typeface="Bookman Old Style"/>
                <a:cs typeface="Bookman Old Style"/>
              </a:rPr>
              <a:t>of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time.</a:t>
            </a:r>
            <a:r>
              <a:rPr dirty="0" sz="1000" spc="21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Since</a:t>
            </a:r>
            <a:r>
              <a:rPr dirty="0" sz="1000" spc="21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45">
                <a:solidFill>
                  <a:srgbClr val="231F20"/>
                </a:solidFill>
                <a:latin typeface="Bookman Old Style"/>
                <a:cs typeface="Bookman Old Style"/>
              </a:rPr>
              <a:t>initial</a:t>
            </a:r>
            <a:r>
              <a:rPr dirty="0" sz="1000" spc="21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velocity</a:t>
            </a:r>
            <a:r>
              <a:rPr dirty="0" sz="1000" spc="21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is</a:t>
            </a:r>
            <a:r>
              <a:rPr dirty="0" sz="1000" spc="21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zero,</a:t>
            </a:r>
            <a:r>
              <a:rPr dirty="0" sz="1000" spc="21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we</a:t>
            </a:r>
            <a:r>
              <a:rPr dirty="0" sz="1000" spc="21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have</a:t>
            </a:r>
            <a:endParaRPr sz="1000">
              <a:latin typeface="Bookman Old Style"/>
              <a:cs typeface="Bookman Old Style"/>
            </a:endParaRPr>
          </a:p>
          <a:p>
            <a:pPr algn="ctr" marR="20955">
              <a:lnSpc>
                <a:spcPts val="985"/>
              </a:lnSpc>
              <a:spcBef>
                <a:spcPts val="1005"/>
              </a:spcBef>
            </a:pPr>
            <a:r>
              <a:rPr dirty="0" sz="1000" i="1">
                <a:latin typeface="Bookman Old Style"/>
                <a:cs typeface="Bookman Old Style"/>
              </a:rPr>
              <a:t>y </a:t>
            </a:r>
            <a:r>
              <a:rPr dirty="0" sz="1000">
                <a:latin typeface="Symbol"/>
                <a:cs typeface="Symbol"/>
              </a:rPr>
              <a:t></a:t>
            </a:r>
            <a:r>
              <a:rPr dirty="0" sz="1000" spc="85">
                <a:latin typeface="Times New Roman"/>
                <a:cs typeface="Times New Roman"/>
              </a:rPr>
              <a:t> </a:t>
            </a:r>
            <a:r>
              <a:rPr dirty="0" sz="1000">
                <a:latin typeface="Symbol"/>
                <a:cs typeface="Symbol"/>
              </a:rPr>
              <a:t>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baseline="36111" sz="1500">
                <a:latin typeface="Bookman Old Style"/>
                <a:cs typeface="Bookman Old Style"/>
              </a:rPr>
              <a:t>1</a:t>
            </a:r>
            <a:r>
              <a:rPr dirty="0" baseline="36111" sz="1500" spc="-89">
                <a:latin typeface="Bookman Old Style"/>
                <a:cs typeface="Bookman Old Style"/>
              </a:rPr>
              <a:t> </a:t>
            </a:r>
            <a:r>
              <a:rPr dirty="0" sz="1000" i="1">
                <a:latin typeface="Bookman Old Style"/>
                <a:cs typeface="Bookman Old Style"/>
              </a:rPr>
              <a:t>gt</a:t>
            </a:r>
            <a:r>
              <a:rPr dirty="0" sz="1000" spc="-185" i="1">
                <a:latin typeface="Bookman Old Style"/>
                <a:cs typeface="Bookman Old Style"/>
              </a:rPr>
              <a:t> </a:t>
            </a:r>
            <a:r>
              <a:rPr dirty="0" baseline="41666" sz="900" spc="-75">
                <a:latin typeface="Bookman Old Style"/>
                <a:cs typeface="Bookman Old Style"/>
              </a:rPr>
              <a:t>2</a:t>
            </a:r>
            <a:endParaRPr baseline="41666" sz="900">
              <a:latin typeface="Bookman Old Style"/>
              <a:cs typeface="Bookman Old Style"/>
            </a:endParaRPr>
          </a:p>
          <a:p>
            <a:pPr algn="ctr" marL="89535">
              <a:lnSpc>
                <a:spcPts val="985"/>
              </a:lnSpc>
            </a:pPr>
            <a:r>
              <a:rPr dirty="0" sz="1000" spc="-50">
                <a:latin typeface="Bookman Old Style"/>
                <a:cs typeface="Bookman Old Style"/>
              </a:rPr>
              <a:t>2</a:t>
            </a:r>
            <a:endParaRPr sz="1000">
              <a:latin typeface="Bookman Old Style"/>
              <a:cs typeface="Bookman Old Style"/>
            </a:endParaRPr>
          </a:p>
          <a:p>
            <a:pPr algn="just" marL="38100" marR="30480">
              <a:lnSpc>
                <a:spcPct val="101299"/>
              </a:lnSpc>
              <a:spcBef>
                <a:spcPts val="440"/>
              </a:spcBef>
            </a:pP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Using</a:t>
            </a:r>
            <a:r>
              <a:rPr dirty="0" sz="1000" spc="409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this</a:t>
            </a:r>
            <a:r>
              <a:rPr dirty="0" sz="1000" spc="409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equation,</a:t>
            </a:r>
            <a:r>
              <a:rPr dirty="0" sz="1000" spc="41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we</a:t>
            </a:r>
            <a:r>
              <a:rPr dirty="0" sz="1000" spc="409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can</a:t>
            </a:r>
            <a:r>
              <a:rPr dirty="0" sz="1000" spc="41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calculate</a:t>
            </a:r>
            <a:r>
              <a:rPr dirty="0" sz="1000" spc="409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the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position</a:t>
            </a:r>
            <a:r>
              <a:rPr dirty="0" sz="1000" spc="46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1000" spc="47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46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object</a:t>
            </a:r>
            <a:r>
              <a:rPr dirty="0" sz="1000" spc="47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after</a:t>
            </a:r>
            <a:r>
              <a:rPr dirty="0" sz="1000" spc="46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different</a:t>
            </a:r>
            <a:r>
              <a:rPr dirty="0" sz="1000" spc="47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30">
                <a:solidFill>
                  <a:srgbClr val="231F20"/>
                </a:solidFill>
                <a:latin typeface="Bookman Old Style"/>
                <a:cs typeface="Bookman Old Style"/>
              </a:rPr>
              <a:t>time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intervals,</a:t>
            </a:r>
            <a:r>
              <a:rPr dirty="0" sz="1000" spc="23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0,</a:t>
            </a:r>
            <a:r>
              <a:rPr dirty="0" sz="1000" spc="229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100">
                <a:solidFill>
                  <a:srgbClr val="231F20"/>
                </a:solidFill>
                <a:latin typeface="Symbol"/>
                <a:cs typeface="Symbol"/>
              </a:rPr>
              <a:t>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,</a:t>
            </a:r>
            <a:r>
              <a:rPr dirty="0" sz="1000" spc="24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2</a:t>
            </a:r>
            <a:r>
              <a:rPr dirty="0" sz="1100">
                <a:solidFill>
                  <a:srgbClr val="231F20"/>
                </a:solidFill>
                <a:latin typeface="Symbol"/>
                <a:cs typeface="Symbol"/>
              </a:rPr>
              <a:t>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,</a:t>
            </a:r>
            <a:r>
              <a:rPr dirty="0" sz="1000" spc="225">
                <a:solidFill>
                  <a:srgbClr val="231F20"/>
                </a:solidFill>
                <a:latin typeface="Bookman Old Style"/>
                <a:cs typeface="Bookman Old Style"/>
              </a:rPr>
              <a:t> 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3</a:t>
            </a:r>
            <a:r>
              <a:rPr dirty="0" sz="1100">
                <a:solidFill>
                  <a:srgbClr val="231F20"/>
                </a:solidFill>
                <a:latin typeface="Symbol"/>
                <a:cs typeface="Symbol"/>
              </a:rPr>
              <a:t>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…</a:t>
            </a:r>
            <a:r>
              <a:rPr dirty="0" sz="1000" spc="18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which</a:t>
            </a:r>
            <a:r>
              <a:rPr dirty="0" sz="1000" spc="18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are</a:t>
            </a:r>
            <a:r>
              <a:rPr dirty="0" sz="1000" spc="18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given</a:t>
            </a:r>
            <a:r>
              <a:rPr dirty="0" sz="1000" spc="18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in </a:t>
            </a:r>
            <a:r>
              <a:rPr dirty="0" sz="1000" spc="55">
                <a:solidFill>
                  <a:srgbClr val="231F20"/>
                </a:solidFill>
                <a:latin typeface="Bookman Old Style"/>
                <a:cs typeface="Bookman Old Style"/>
              </a:rPr>
              <a:t>second</a:t>
            </a:r>
            <a:r>
              <a:rPr dirty="0" sz="1000" spc="38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55">
                <a:solidFill>
                  <a:srgbClr val="231F20"/>
                </a:solidFill>
                <a:latin typeface="Bookman Old Style"/>
                <a:cs typeface="Bookman Old Style"/>
              </a:rPr>
              <a:t>column</a:t>
            </a:r>
            <a:r>
              <a:rPr dirty="0" sz="1000" spc="38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1000" spc="38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50">
                <a:solidFill>
                  <a:srgbClr val="231F20"/>
                </a:solidFill>
                <a:latin typeface="Bookman Old Style"/>
                <a:cs typeface="Bookman Old Style"/>
              </a:rPr>
              <a:t>Table</a:t>
            </a:r>
            <a:r>
              <a:rPr dirty="0" sz="1000" spc="38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2.2.</a:t>
            </a:r>
            <a:r>
              <a:rPr dirty="0" sz="1000" spc="38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If</a:t>
            </a:r>
            <a:r>
              <a:rPr dirty="0" sz="1000" spc="385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we</a:t>
            </a:r>
            <a:r>
              <a:rPr dirty="0" sz="1000" spc="380">
                <a:solidFill>
                  <a:srgbClr val="231F20"/>
                </a:solidFill>
                <a:latin typeface="Bookman Old Style"/>
                <a:cs typeface="Bookman Old Style"/>
              </a:rPr>
              <a:t> </a:t>
            </a:r>
            <a:r>
              <a:rPr dirty="0" sz="1000" spc="55">
                <a:solidFill>
                  <a:srgbClr val="231F20"/>
                </a:solidFill>
                <a:latin typeface="Bookman Old Style"/>
                <a:cs typeface="Bookman Old Style"/>
              </a:rPr>
              <a:t>take</a:t>
            </a:r>
            <a:endParaRPr sz="1000">
              <a:latin typeface="Bookman Old Style"/>
              <a:cs typeface="Bookman Old Style"/>
            </a:endParaRPr>
          </a:p>
        </p:txBody>
      </p:sp>
      <p:pic>
        <p:nvPicPr>
          <p:cNvPr id="64" name="object 6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34273" y="2476958"/>
            <a:ext cx="5987215" cy="5987215"/>
          </a:xfrm>
          <a:prstGeom prst="rect">
            <a:avLst/>
          </a:prstGeom>
        </p:spPr>
      </p:pic>
      <p:sp>
        <p:nvSpPr>
          <p:cNvPr id="65" name="object 6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Reprint </a:t>
            </a:r>
            <a:r>
              <a:rPr dirty="0" spc="-10"/>
              <a:t>2026-</a:t>
            </a:r>
            <a:r>
              <a:rPr dirty="0" spc="-25"/>
              <a:t>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7087" y="711695"/>
            <a:ext cx="164592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00AEEF"/>
                </a:solidFill>
                <a:latin typeface="Bookman Old Style"/>
                <a:cs typeface="Bookman Old Style"/>
              </a:rPr>
              <a:t>MOTION</a:t>
            </a:r>
            <a:r>
              <a:rPr dirty="0" sz="800" spc="22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800">
                <a:solidFill>
                  <a:srgbClr val="00AEEF"/>
                </a:solidFill>
                <a:latin typeface="Bookman Old Style"/>
                <a:cs typeface="Bookman Old Style"/>
              </a:rPr>
              <a:t>IN</a:t>
            </a:r>
            <a:r>
              <a:rPr dirty="0" sz="800" spc="22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800">
                <a:solidFill>
                  <a:srgbClr val="00AEEF"/>
                </a:solidFill>
                <a:latin typeface="Bookman Old Style"/>
                <a:cs typeface="Bookman Old Style"/>
              </a:rPr>
              <a:t>A</a:t>
            </a:r>
            <a:r>
              <a:rPr dirty="0" sz="800" spc="22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800">
                <a:solidFill>
                  <a:srgbClr val="00AEEF"/>
                </a:solidFill>
                <a:latin typeface="Bookman Old Style"/>
                <a:cs typeface="Bookman Old Style"/>
              </a:rPr>
              <a:t>STRAIGHT</a:t>
            </a:r>
            <a:r>
              <a:rPr dirty="0" sz="800" spc="22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800" spc="-20">
                <a:solidFill>
                  <a:srgbClr val="00AEEF"/>
                </a:solidFill>
                <a:latin typeface="Bookman Old Style"/>
                <a:cs typeface="Bookman Old Style"/>
              </a:rPr>
              <a:t>LINE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465823" y="711695"/>
            <a:ext cx="16192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5">
                <a:solidFill>
                  <a:srgbClr val="00AEEF"/>
                </a:solidFill>
                <a:latin typeface="Bookman Old Style"/>
                <a:cs typeface="Bookman Old Style"/>
              </a:rPr>
              <a:t>21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89787" y="880878"/>
            <a:ext cx="6019800" cy="50800"/>
          </a:xfrm>
          <a:custGeom>
            <a:avLst/>
            <a:gdLst/>
            <a:ahLst/>
            <a:cxnLst/>
            <a:rect l="l" t="t" r="r" b="b"/>
            <a:pathLst>
              <a:path w="6019800" h="50800">
                <a:moveTo>
                  <a:pt x="6019799" y="0"/>
                </a:moveTo>
                <a:lnTo>
                  <a:pt x="0" y="0"/>
                </a:lnTo>
                <a:lnTo>
                  <a:pt x="0" y="50804"/>
                </a:lnTo>
                <a:lnTo>
                  <a:pt x="6019799" y="50804"/>
                </a:lnTo>
                <a:lnTo>
                  <a:pt x="6019799" y="0"/>
                </a:lnTo>
                <a:close/>
              </a:path>
            </a:pathLst>
          </a:custGeom>
          <a:solidFill>
            <a:srgbClr val="00AE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 rot="10800000">
            <a:off x="570664" y="2807598"/>
            <a:ext cx="169172" cy="127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000"/>
              </a:lnSpc>
            </a:pPr>
            <a:r>
              <a:rPr dirty="0" sz="1000" spc="-50">
                <a:solidFill>
                  <a:srgbClr val="00BDF2"/>
                </a:solidFill>
                <a:latin typeface="Wingdings 3"/>
                <a:cs typeface="Wingdings 3"/>
              </a:rPr>
              <a:t></a:t>
            </a:r>
            <a:endParaRPr sz="1000">
              <a:latin typeface="Wingdings 3"/>
              <a:cs typeface="Wingdings 3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7089" y="1009388"/>
            <a:ext cx="2919095" cy="16535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10795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initial</a:t>
            </a:r>
            <a:r>
              <a:rPr dirty="0" sz="1000" spc="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velocity</a:t>
            </a:r>
            <a:r>
              <a:rPr dirty="0" sz="1000" spc="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increases</a:t>
            </a:r>
            <a:r>
              <a:rPr dirty="0" sz="1000" spc="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stopping</a:t>
            </a:r>
            <a:r>
              <a:rPr dirty="0" sz="1000" spc="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distance</a:t>
            </a:r>
            <a:r>
              <a:rPr dirty="0" sz="10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by</a:t>
            </a:r>
            <a:r>
              <a:rPr dirty="0" sz="1000" spc="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</a:t>
            </a:r>
            <a:r>
              <a:rPr dirty="0" sz="1000" spc="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factor</a:t>
            </a:r>
            <a:r>
              <a:rPr dirty="0" sz="1000" spc="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1000" spc="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4</a:t>
            </a:r>
            <a:r>
              <a:rPr dirty="0" sz="1000" spc="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(for</a:t>
            </a:r>
            <a:r>
              <a:rPr dirty="0" sz="1000" spc="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same</a:t>
            </a:r>
            <a:r>
              <a:rPr dirty="0" sz="1000" spc="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deceleration).</a:t>
            </a:r>
            <a:endParaRPr sz="1000">
              <a:latin typeface="Bookman Old Style"/>
              <a:cs typeface="Bookman Old Style"/>
            </a:endParaRPr>
          </a:p>
          <a:p>
            <a:pPr algn="just" marL="12700" marR="5080" indent="152400">
              <a:lnSpc>
                <a:spcPct val="100000"/>
              </a:lnSpc>
            </a:pP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For</a:t>
            </a:r>
            <a:r>
              <a:rPr dirty="0" sz="1000" spc="2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-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car</a:t>
            </a:r>
            <a:r>
              <a:rPr dirty="0" sz="10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1000" spc="-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</a:t>
            </a:r>
            <a:r>
              <a:rPr dirty="0" sz="10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particular</a:t>
            </a:r>
            <a:r>
              <a:rPr dirty="0" sz="1000" spc="-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make,</a:t>
            </a:r>
            <a:r>
              <a:rPr dirty="0" sz="10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-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braking</a:t>
            </a:r>
            <a:r>
              <a:rPr dirty="0" sz="10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distance</a:t>
            </a:r>
            <a:r>
              <a:rPr dirty="0" sz="10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was</a:t>
            </a:r>
            <a:r>
              <a:rPr dirty="0" sz="10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found</a:t>
            </a:r>
            <a:r>
              <a:rPr dirty="0" sz="1000" spc="-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to</a:t>
            </a:r>
            <a:r>
              <a:rPr dirty="0" sz="10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be</a:t>
            </a:r>
            <a:r>
              <a:rPr dirty="0" sz="10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10</a:t>
            </a:r>
            <a:r>
              <a:rPr dirty="0" sz="1000" spc="-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m,</a:t>
            </a:r>
            <a:r>
              <a:rPr dirty="0" sz="10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20</a:t>
            </a:r>
            <a:r>
              <a:rPr dirty="0" sz="1000" spc="-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m,</a:t>
            </a:r>
            <a:r>
              <a:rPr dirty="0" sz="10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34</a:t>
            </a:r>
            <a:r>
              <a:rPr dirty="0" sz="10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m</a:t>
            </a:r>
            <a:r>
              <a:rPr dirty="0" sz="1000" spc="-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and</a:t>
            </a:r>
            <a:r>
              <a:rPr dirty="0" sz="100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50</a:t>
            </a:r>
            <a:r>
              <a:rPr dirty="0" sz="1000" spc="1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m</a:t>
            </a:r>
            <a:r>
              <a:rPr dirty="0" sz="1000" spc="1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corresponding</a:t>
            </a:r>
            <a:r>
              <a:rPr dirty="0" sz="1000" spc="1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to</a:t>
            </a:r>
            <a:r>
              <a:rPr dirty="0" sz="1000" spc="10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velocities</a:t>
            </a:r>
            <a:r>
              <a:rPr dirty="0" sz="1000" spc="1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1000" spc="1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11,</a:t>
            </a:r>
            <a:r>
              <a:rPr dirty="0" sz="1000" spc="10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15,</a:t>
            </a:r>
            <a:r>
              <a:rPr dirty="0" sz="1000" spc="1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20</a:t>
            </a:r>
            <a:r>
              <a:rPr dirty="0" sz="100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and</a:t>
            </a:r>
            <a:r>
              <a:rPr dirty="0" sz="1000" spc="1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25</a:t>
            </a:r>
            <a:r>
              <a:rPr dirty="0" sz="1000" spc="1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m/s</a:t>
            </a:r>
            <a:r>
              <a:rPr dirty="0" sz="1000" spc="1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which</a:t>
            </a:r>
            <a:r>
              <a:rPr dirty="0" sz="1000" spc="1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are</a:t>
            </a:r>
            <a:r>
              <a:rPr dirty="0" sz="1000" spc="1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nearly</a:t>
            </a:r>
            <a:r>
              <a:rPr dirty="0" sz="1000" spc="1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consistent</a:t>
            </a:r>
            <a:r>
              <a:rPr dirty="0" sz="1000" spc="1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with</a:t>
            </a:r>
            <a:r>
              <a:rPr dirty="0" sz="10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above</a:t>
            </a:r>
            <a:r>
              <a:rPr dirty="0" sz="10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formula.</a:t>
            </a:r>
            <a:endParaRPr sz="1000">
              <a:latin typeface="Bookman Old Style"/>
              <a:cs typeface="Bookman Old Style"/>
            </a:endParaRPr>
          </a:p>
          <a:p>
            <a:pPr algn="just" marL="12700" marR="8255" indent="152400">
              <a:lnSpc>
                <a:spcPct val="100000"/>
              </a:lnSpc>
              <a:spcBef>
                <a:spcPts val="815"/>
              </a:spcBef>
              <a:tabLst>
                <a:tab pos="2788920" algn="l"/>
              </a:tabLst>
            </a:pP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Stopping</a:t>
            </a:r>
            <a:r>
              <a:rPr dirty="0" sz="1000" spc="3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distance</a:t>
            </a:r>
            <a:r>
              <a:rPr dirty="0" sz="1000" spc="3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is</a:t>
            </a:r>
            <a:r>
              <a:rPr dirty="0" sz="1000" spc="3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an</a:t>
            </a:r>
            <a:r>
              <a:rPr dirty="0" sz="1000" spc="3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important</a:t>
            </a:r>
            <a:r>
              <a:rPr dirty="0" sz="1000" spc="3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factor</a:t>
            </a:r>
            <a:r>
              <a:rPr dirty="0" sz="10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considered</a:t>
            </a:r>
            <a:r>
              <a:rPr dirty="0" sz="1000" spc="-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in</a:t>
            </a:r>
            <a:r>
              <a:rPr dirty="0" sz="100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setting</a:t>
            </a:r>
            <a:r>
              <a:rPr dirty="0" sz="1000" spc="-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speed</a:t>
            </a:r>
            <a:r>
              <a:rPr dirty="0" sz="100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limits,</a:t>
            </a:r>
            <a:r>
              <a:rPr dirty="0" sz="1000" spc="-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for</a:t>
            </a:r>
            <a:r>
              <a:rPr dirty="0" sz="100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example,</a:t>
            </a:r>
            <a:r>
              <a:rPr dirty="0" sz="10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in</a:t>
            </a:r>
            <a:r>
              <a:rPr dirty="0" sz="1000" spc="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school</a:t>
            </a:r>
            <a:r>
              <a:rPr dirty="0" sz="1000" spc="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zones.</a:t>
            </a:r>
            <a:r>
              <a:rPr dirty="0" sz="100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dirty="0" sz="1000" spc="-50">
                <a:solidFill>
                  <a:srgbClr val="00AEEF"/>
                </a:solidFill>
                <a:latin typeface="Wingdings 3"/>
                <a:cs typeface="Wingdings 3"/>
              </a:rPr>
              <a:t></a:t>
            </a:r>
            <a:endParaRPr sz="1000">
              <a:latin typeface="Wingdings 3"/>
              <a:cs typeface="Wingdings 3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5883" y="2779897"/>
            <a:ext cx="2875915" cy="3279140"/>
          </a:xfrm>
          <a:prstGeom prst="rect">
            <a:avLst/>
          </a:prstGeom>
          <a:solidFill>
            <a:srgbClr val="D4EFFC"/>
          </a:solidFill>
          <a:ln w="12191">
            <a:solidFill>
              <a:srgbClr val="231F20"/>
            </a:solidFill>
          </a:ln>
        </p:spPr>
        <p:txBody>
          <a:bodyPr wrap="square" lIns="0" tIns="22225" rIns="0" bIns="0" rtlCol="0" vert="horz">
            <a:spAutoFit/>
          </a:bodyPr>
          <a:lstStyle/>
          <a:p>
            <a:pPr algn="just" marL="161290" marR="142240">
              <a:lnSpc>
                <a:spcPct val="100000"/>
              </a:lnSpc>
              <a:spcBef>
                <a:spcPts val="175"/>
              </a:spcBef>
            </a:pPr>
            <a:r>
              <a:rPr dirty="0" sz="1000" b="1" i="1">
                <a:solidFill>
                  <a:srgbClr val="00AEEF"/>
                </a:solidFill>
                <a:latin typeface="Bookman Old Style"/>
                <a:cs typeface="Bookman Old Style"/>
              </a:rPr>
              <a:t>Example</a:t>
            </a:r>
            <a:r>
              <a:rPr dirty="0" sz="1000" spc="10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 b="1" i="1">
                <a:solidFill>
                  <a:srgbClr val="00AEEF"/>
                </a:solidFill>
                <a:latin typeface="Bookman Old Style"/>
                <a:cs typeface="Bookman Old Style"/>
              </a:rPr>
              <a:t>2.7</a:t>
            </a:r>
            <a:r>
              <a:rPr dirty="0" sz="1000" spc="45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 b="1">
                <a:solidFill>
                  <a:srgbClr val="00AEEF"/>
                </a:solidFill>
                <a:latin typeface="Bookman Old Style"/>
                <a:cs typeface="Bookman Old Style"/>
              </a:rPr>
              <a:t>Reaction</a:t>
            </a:r>
            <a:r>
              <a:rPr dirty="0" sz="1000" spc="11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 b="1">
                <a:solidFill>
                  <a:srgbClr val="00AEEF"/>
                </a:solidFill>
                <a:latin typeface="Bookman Old Style"/>
                <a:cs typeface="Bookman Old Style"/>
              </a:rPr>
              <a:t>time</a:t>
            </a:r>
            <a:r>
              <a:rPr dirty="0" sz="1000" spc="10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 b="1">
                <a:solidFill>
                  <a:srgbClr val="00AEEF"/>
                </a:solidFill>
                <a:latin typeface="Bookman Old Style"/>
                <a:cs typeface="Bookman Old Style"/>
              </a:rPr>
              <a:t>:</a:t>
            </a:r>
            <a:r>
              <a:rPr dirty="0" sz="1000" spc="459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When</a:t>
            </a:r>
            <a:r>
              <a:rPr dirty="0" sz="1000" spc="16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 spc="-50">
                <a:solidFill>
                  <a:srgbClr val="00AEEF"/>
                </a:solidFill>
                <a:latin typeface="Bookman Old Style"/>
                <a:cs typeface="Bookman Old Style"/>
              </a:rPr>
              <a:t>a</a:t>
            </a:r>
            <a:r>
              <a:rPr dirty="0" sz="1000" spc="8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 spc="85">
                <a:solidFill>
                  <a:srgbClr val="00AEEF"/>
                </a:solidFill>
                <a:latin typeface="Bookman Old Style"/>
                <a:cs typeface="Bookman Old Style"/>
              </a:rPr>
              <a:t>situation</a:t>
            </a:r>
            <a:r>
              <a:rPr dirty="0" sz="1000" spc="45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 spc="75">
                <a:solidFill>
                  <a:srgbClr val="00AEEF"/>
                </a:solidFill>
                <a:latin typeface="Bookman Old Style"/>
                <a:cs typeface="Bookman Old Style"/>
              </a:rPr>
              <a:t>demands</a:t>
            </a:r>
            <a:r>
              <a:rPr dirty="0" sz="1000" spc="45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 spc="65">
                <a:solidFill>
                  <a:srgbClr val="00AEEF"/>
                </a:solidFill>
                <a:latin typeface="Bookman Old Style"/>
                <a:cs typeface="Bookman Old Style"/>
              </a:rPr>
              <a:t>our</a:t>
            </a:r>
            <a:r>
              <a:rPr dirty="0" sz="1000" spc="45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 spc="75">
                <a:solidFill>
                  <a:srgbClr val="00AEEF"/>
                </a:solidFill>
                <a:latin typeface="Bookman Old Style"/>
                <a:cs typeface="Bookman Old Style"/>
              </a:rPr>
              <a:t>immediate</a:t>
            </a:r>
            <a:r>
              <a:rPr dirty="0" sz="1000" spc="7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action,</a:t>
            </a:r>
            <a:r>
              <a:rPr dirty="0" sz="1000" spc="45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it</a:t>
            </a:r>
            <a:r>
              <a:rPr dirty="0" sz="1000" spc="45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takes</a:t>
            </a:r>
            <a:r>
              <a:rPr dirty="0" sz="1000" spc="45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some</a:t>
            </a:r>
            <a:r>
              <a:rPr dirty="0" sz="1000" spc="45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time</a:t>
            </a:r>
            <a:r>
              <a:rPr dirty="0" sz="1000" spc="45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before</a:t>
            </a:r>
            <a:r>
              <a:rPr dirty="0" sz="1000" spc="459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00AEEF"/>
                </a:solidFill>
                <a:latin typeface="Bookman Old Style"/>
                <a:cs typeface="Bookman Old Style"/>
              </a:rPr>
              <a:t>we</a:t>
            </a:r>
            <a:r>
              <a:rPr dirty="0" sz="1000" spc="-2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 spc="45">
                <a:solidFill>
                  <a:srgbClr val="00AEEF"/>
                </a:solidFill>
                <a:latin typeface="Bookman Old Style"/>
                <a:cs typeface="Bookman Old Style"/>
              </a:rPr>
              <a:t>really</a:t>
            </a:r>
            <a:r>
              <a:rPr dirty="0" sz="1000" spc="135">
                <a:solidFill>
                  <a:srgbClr val="00AEE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respond.</a:t>
            </a:r>
            <a:r>
              <a:rPr dirty="0" sz="1000" spc="135">
                <a:solidFill>
                  <a:srgbClr val="00AEE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Reaction</a:t>
            </a:r>
            <a:r>
              <a:rPr dirty="0" sz="1000" spc="135">
                <a:solidFill>
                  <a:srgbClr val="00AEE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time</a:t>
            </a:r>
            <a:r>
              <a:rPr dirty="0" sz="1000" spc="135">
                <a:solidFill>
                  <a:srgbClr val="00AEE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is</a:t>
            </a:r>
            <a:r>
              <a:rPr dirty="0" sz="1000" spc="135">
                <a:solidFill>
                  <a:srgbClr val="00AEEF"/>
                </a:solidFill>
                <a:latin typeface="Times New Roman"/>
                <a:cs typeface="Times New Roman"/>
              </a:rPr>
              <a:t>  </a:t>
            </a:r>
            <a:r>
              <a:rPr dirty="0" sz="1000" spc="-25">
                <a:solidFill>
                  <a:srgbClr val="00AEEF"/>
                </a:solidFill>
                <a:latin typeface="Bookman Old Style"/>
                <a:cs typeface="Bookman Old Style"/>
              </a:rPr>
              <a:t>the</a:t>
            </a:r>
            <a:r>
              <a:rPr dirty="0" sz="1000" spc="-2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time</a:t>
            </a:r>
            <a:r>
              <a:rPr dirty="0" sz="1000" spc="32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a</a:t>
            </a:r>
            <a:r>
              <a:rPr dirty="0" sz="1000" spc="32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person</a:t>
            </a:r>
            <a:r>
              <a:rPr dirty="0" sz="1000" spc="32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takes</a:t>
            </a:r>
            <a:r>
              <a:rPr dirty="0" sz="1000" spc="32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to</a:t>
            </a:r>
            <a:r>
              <a:rPr dirty="0" sz="1000" spc="32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observe,</a:t>
            </a:r>
            <a:r>
              <a:rPr dirty="0" sz="1000" spc="32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00AEEF"/>
                </a:solidFill>
                <a:latin typeface="Bookman Old Style"/>
                <a:cs typeface="Bookman Old Style"/>
              </a:rPr>
              <a:t>think</a:t>
            </a:r>
            <a:r>
              <a:rPr dirty="0" sz="1000" spc="-1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and</a:t>
            </a:r>
            <a:r>
              <a:rPr dirty="0" sz="1000" spc="36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act.</a:t>
            </a:r>
            <a:r>
              <a:rPr dirty="0" sz="1000" spc="330">
                <a:solidFill>
                  <a:srgbClr val="00AEE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For</a:t>
            </a:r>
            <a:r>
              <a:rPr dirty="0" sz="1000" spc="36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example,</a:t>
            </a:r>
            <a:r>
              <a:rPr dirty="0" sz="1000" spc="36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if</a:t>
            </a:r>
            <a:r>
              <a:rPr dirty="0" sz="1000" spc="36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a</a:t>
            </a:r>
            <a:r>
              <a:rPr dirty="0" sz="1000" spc="36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person</a:t>
            </a:r>
            <a:r>
              <a:rPr dirty="0" sz="1000" spc="36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00AEEF"/>
                </a:solidFill>
                <a:latin typeface="Bookman Old Style"/>
                <a:cs typeface="Bookman Old Style"/>
              </a:rPr>
              <a:t>is</a:t>
            </a:r>
            <a:r>
              <a:rPr dirty="0" sz="1000" spc="-2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driving</a:t>
            </a:r>
            <a:r>
              <a:rPr dirty="0" sz="1000" spc="20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and</a:t>
            </a:r>
            <a:r>
              <a:rPr dirty="0" sz="1000" spc="204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suddenly</a:t>
            </a:r>
            <a:r>
              <a:rPr dirty="0" sz="1000" spc="20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a</a:t>
            </a:r>
            <a:r>
              <a:rPr dirty="0" sz="1000" spc="204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boy</a:t>
            </a:r>
            <a:r>
              <a:rPr dirty="0" sz="1000" spc="20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appears</a:t>
            </a:r>
            <a:r>
              <a:rPr dirty="0" sz="1000" spc="204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00AEEF"/>
                </a:solidFill>
                <a:latin typeface="Bookman Old Style"/>
                <a:cs typeface="Bookman Old Style"/>
              </a:rPr>
              <a:t>on</a:t>
            </a:r>
            <a:r>
              <a:rPr dirty="0" sz="1000" spc="-2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the</a:t>
            </a:r>
            <a:r>
              <a:rPr dirty="0" sz="1000" spc="24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road,</a:t>
            </a:r>
            <a:r>
              <a:rPr dirty="0" sz="1000" spc="24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then</a:t>
            </a:r>
            <a:r>
              <a:rPr dirty="0" sz="1000" spc="24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the</a:t>
            </a:r>
            <a:r>
              <a:rPr dirty="0" sz="1000" spc="24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time</a:t>
            </a:r>
            <a:r>
              <a:rPr dirty="0" sz="1000" spc="24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elapsed</a:t>
            </a:r>
            <a:r>
              <a:rPr dirty="0" sz="1000" spc="24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00AEEF"/>
                </a:solidFill>
                <a:latin typeface="Bookman Old Style"/>
                <a:cs typeface="Bookman Old Style"/>
              </a:rPr>
              <a:t>before</a:t>
            </a:r>
            <a:r>
              <a:rPr dirty="0" sz="1000" spc="-1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he</a:t>
            </a:r>
            <a:r>
              <a:rPr dirty="0" sz="1000" spc="31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slams</a:t>
            </a:r>
            <a:r>
              <a:rPr dirty="0" sz="1000" spc="31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the</a:t>
            </a:r>
            <a:r>
              <a:rPr dirty="0" sz="1000" spc="31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brakes</a:t>
            </a:r>
            <a:r>
              <a:rPr dirty="0" sz="1000" spc="31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of</a:t>
            </a:r>
            <a:r>
              <a:rPr dirty="0" sz="1000" spc="31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the</a:t>
            </a:r>
            <a:r>
              <a:rPr dirty="0" sz="1000" spc="31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car</a:t>
            </a:r>
            <a:r>
              <a:rPr dirty="0" sz="1000" spc="31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is</a:t>
            </a:r>
            <a:r>
              <a:rPr dirty="0" sz="1000" spc="31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00AEEF"/>
                </a:solidFill>
                <a:latin typeface="Bookman Old Style"/>
                <a:cs typeface="Bookman Old Style"/>
              </a:rPr>
              <a:t>the</a:t>
            </a:r>
            <a:r>
              <a:rPr dirty="0" sz="1000" spc="-2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reaction</a:t>
            </a:r>
            <a:r>
              <a:rPr dirty="0" sz="1000" spc="42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time.</a:t>
            </a:r>
            <a:r>
              <a:rPr dirty="0" sz="1000" spc="42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Reaction</a:t>
            </a:r>
            <a:r>
              <a:rPr dirty="0" sz="1000" spc="42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time</a:t>
            </a:r>
            <a:r>
              <a:rPr dirty="0" sz="1000" spc="42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00AEEF"/>
                </a:solidFill>
                <a:latin typeface="Bookman Old Style"/>
                <a:cs typeface="Bookman Old Style"/>
              </a:rPr>
              <a:t>depends</a:t>
            </a:r>
            <a:r>
              <a:rPr dirty="0" sz="1000" spc="-1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on</a:t>
            </a:r>
            <a:r>
              <a:rPr dirty="0" sz="1000" spc="32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complexity</a:t>
            </a:r>
            <a:r>
              <a:rPr dirty="0" sz="1000" spc="33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of</a:t>
            </a:r>
            <a:r>
              <a:rPr dirty="0" sz="1000" spc="33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the</a:t>
            </a:r>
            <a:r>
              <a:rPr dirty="0" sz="1000" spc="33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situation</a:t>
            </a:r>
            <a:r>
              <a:rPr dirty="0" sz="1000" spc="33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and</a:t>
            </a:r>
            <a:r>
              <a:rPr dirty="0" sz="1000" spc="33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00AEEF"/>
                </a:solidFill>
                <a:latin typeface="Bookman Old Style"/>
                <a:cs typeface="Bookman Old Style"/>
              </a:rPr>
              <a:t>on</a:t>
            </a:r>
            <a:r>
              <a:rPr dirty="0" sz="1000" spc="-2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an</a:t>
            </a:r>
            <a:r>
              <a:rPr dirty="0" sz="1000" spc="15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00AEEF"/>
                </a:solidFill>
                <a:latin typeface="Bookman Old Style"/>
                <a:cs typeface="Bookman Old Style"/>
              </a:rPr>
              <a:t>individual.</a:t>
            </a:r>
            <a:endParaRPr sz="1000">
              <a:latin typeface="Bookman Old Style"/>
              <a:cs typeface="Bookman Old Style"/>
            </a:endParaRPr>
          </a:p>
          <a:p>
            <a:pPr algn="just" marL="161290" marR="142875" indent="289560">
              <a:lnSpc>
                <a:spcPct val="100000"/>
              </a:lnSpc>
            </a:pP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You</a:t>
            </a:r>
            <a:r>
              <a:rPr dirty="0" sz="1000" spc="409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can</a:t>
            </a:r>
            <a:r>
              <a:rPr dirty="0" sz="1000" spc="41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 spc="55">
                <a:solidFill>
                  <a:srgbClr val="00AEEF"/>
                </a:solidFill>
                <a:latin typeface="Bookman Old Style"/>
                <a:cs typeface="Bookman Old Style"/>
              </a:rPr>
              <a:t>measure</a:t>
            </a:r>
            <a:r>
              <a:rPr dirty="0" sz="1000" spc="42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 spc="50">
                <a:solidFill>
                  <a:srgbClr val="00AEEF"/>
                </a:solidFill>
                <a:latin typeface="Bookman Old Style"/>
                <a:cs typeface="Bookman Old Style"/>
              </a:rPr>
              <a:t>your</a:t>
            </a:r>
            <a:r>
              <a:rPr dirty="0" sz="1000" spc="42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 spc="50">
                <a:solidFill>
                  <a:srgbClr val="00AEEF"/>
                </a:solidFill>
                <a:latin typeface="Bookman Old Style"/>
                <a:cs typeface="Bookman Old Style"/>
              </a:rPr>
              <a:t>reaction</a:t>
            </a:r>
            <a:r>
              <a:rPr dirty="0" sz="1000" spc="5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time</a:t>
            </a:r>
            <a:r>
              <a:rPr dirty="0" sz="1000" spc="42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by</a:t>
            </a:r>
            <a:r>
              <a:rPr dirty="0" sz="1000" spc="43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a</a:t>
            </a:r>
            <a:r>
              <a:rPr dirty="0" sz="1000" spc="43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simple</a:t>
            </a:r>
            <a:r>
              <a:rPr dirty="0" sz="1000" spc="43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experiment.</a:t>
            </a:r>
            <a:r>
              <a:rPr dirty="0" sz="1000" spc="43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Take</a:t>
            </a:r>
            <a:r>
              <a:rPr dirty="0" sz="1000" spc="42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 spc="-50">
                <a:solidFill>
                  <a:srgbClr val="00AEEF"/>
                </a:solidFill>
                <a:latin typeface="Bookman Old Style"/>
                <a:cs typeface="Bookman Old Style"/>
              </a:rPr>
              <a:t>a</a:t>
            </a:r>
            <a:r>
              <a:rPr dirty="0" sz="100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ruler</a:t>
            </a:r>
            <a:r>
              <a:rPr dirty="0" sz="1000" spc="459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and</a:t>
            </a:r>
            <a:r>
              <a:rPr dirty="0" sz="1000" spc="459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ask</a:t>
            </a:r>
            <a:r>
              <a:rPr dirty="0" sz="1000" spc="459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your</a:t>
            </a:r>
            <a:r>
              <a:rPr dirty="0" sz="1000" spc="459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friend</a:t>
            </a:r>
            <a:r>
              <a:rPr dirty="0" sz="1000" spc="459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to</a:t>
            </a:r>
            <a:r>
              <a:rPr dirty="0" sz="1000" spc="459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drop</a:t>
            </a:r>
            <a:r>
              <a:rPr dirty="0" sz="1000" spc="459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 spc="25">
                <a:solidFill>
                  <a:srgbClr val="00AEEF"/>
                </a:solidFill>
                <a:latin typeface="Bookman Old Style"/>
                <a:cs typeface="Bookman Old Style"/>
              </a:rPr>
              <a:t>it</a:t>
            </a:r>
            <a:r>
              <a:rPr dirty="0" sz="1000" spc="2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 spc="65">
                <a:solidFill>
                  <a:srgbClr val="00AEEF"/>
                </a:solidFill>
                <a:latin typeface="Bookman Old Style"/>
                <a:cs typeface="Bookman Old Style"/>
              </a:rPr>
              <a:t>vertically</a:t>
            </a:r>
            <a:r>
              <a:rPr dirty="0" sz="1000" spc="42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 spc="60">
                <a:solidFill>
                  <a:srgbClr val="00AEEF"/>
                </a:solidFill>
                <a:latin typeface="Bookman Old Style"/>
                <a:cs typeface="Bookman Old Style"/>
              </a:rPr>
              <a:t>through</a:t>
            </a:r>
            <a:r>
              <a:rPr dirty="0" sz="1000" spc="42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the</a:t>
            </a:r>
            <a:r>
              <a:rPr dirty="0" sz="1000" spc="43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 spc="50">
                <a:solidFill>
                  <a:srgbClr val="00AEEF"/>
                </a:solidFill>
                <a:latin typeface="Bookman Old Style"/>
                <a:cs typeface="Bookman Old Style"/>
              </a:rPr>
              <a:t>gap</a:t>
            </a:r>
            <a:r>
              <a:rPr dirty="0" sz="1000" spc="42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 spc="55">
                <a:solidFill>
                  <a:srgbClr val="00AEEF"/>
                </a:solidFill>
                <a:latin typeface="Bookman Old Style"/>
                <a:cs typeface="Bookman Old Style"/>
              </a:rPr>
              <a:t>between</a:t>
            </a:r>
            <a:r>
              <a:rPr dirty="0" sz="1000" spc="5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your</a:t>
            </a:r>
            <a:r>
              <a:rPr dirty="0" sz="1000" spc="44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thumb</a:t>
            </a:r>
            <a:r>
              <a:rPr dirty="0" sz="1000" spc="44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and</a:t>
            </a:r>
            <a:r>
              <a:rPr dirty="0" sz="1000" spc="44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forefinger</a:t>
            </a:r>
            <a:r>
              <a:rPr dirty="0" sz="1000" spc="44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(Fig.</a:t>
            </a:r>
            <a:r>
              <a:rPr dirty="0" sz="1000" spc="44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00AEEF"/>
                </a:solidFill>
                <a:latin typeface="Bookman Old Style"/>
                <a:cs typeface="Bookman Old Style"/>
              </a:rPr>
              <a:t>2.8).</a:t>
            </a:r>
            <a:r>
              <a:rPr dirty="0" sz="1000" spc="-1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After</a:t>
            </a:r>
            <a:r>
              <a:rPr dirty="0" sz="1000" spc="32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you</a:t>
            </a:r>
            <a:r>
              <a:rPr dirty="0" sz="1000" spc="32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catch</a:t>
            </a:r>
            <a:r>
              <a:rPr dirty="0" sz="1000" spc="33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it,</a:t>
            </a:r>
            <a:r>
              <a:rPr dirty="0" sz="1000" spc="32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find</a:t>
            </a:r>
            <a:r>
              <a:rPr dirty="0" sz="1000" spc="33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the</a:t>
            </a:r>
            <a:r>
              <a:rPr dirty="0" sz="1000" spc="32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distance</a:t>
            </a:r>
            <a:r>
              <a:rPr dirty="0" sz="1000" spc="32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 spc="-50" i="1">
                <a:solidFill>
                  <a:srgbClr val="00AEEF"/>
                </a:solidFill>
                <a:latin typeface="Bookman Old Style"/>
                <a:cs typeface="Bookman Old Style"/>
              </a:rPr>
              <a:t>d</a:t>
            </a:r>
            <a:r>
              <a:rPr dirty="0" sz="100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travelled</a:t>
            </a:r>
            <a:r>
              <a:rPr dirty="0" sz="1000" spc="32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by</a:t>
            </a:r>
            <a:r>
              <a:rPr dirty="0" sz="1000" spc="32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the</a:t>
            </a:r>
            <a:r>
              <a:rPr dirty="0" sz="1000" spc="32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ruler.</a:t>
            </a:r>
            <a:r>
              <a:rPr dirty="0" sz="1000" spc="32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In</a:t>
            </a:r>
            <a:r>
              <a:rPr dirty="0" sz="1000" spc="32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a</a:t>
            </a:r>
            <a:r>
              <a:rPr dirty="0" sz="1000" spc="32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 spc="40">
                <a:solidFill>
                  <a:srgbClr val="00AEEF"/>
                </a:solidFill>
                <a:latin typeface="Bookman Old Style"/>
                <a:cs typeface="Bookman Old Style"/>
              </a:rPr>
              <a:t>particular</a:t>
            </a:r>
            <a:r>
              <a:rPr dirty="0" sz="1000" spc="4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 spc="65">
                <a:solidFill>
                  <a:srgbClr val="00AEEF"/>
                </a:solidFill>
                <a:latin typeface="Bookman Old Style"/>
                <a:cs typeface="Bookman Old Style"/>
              </a:rPr>
              <a:t>case,</a:t>
            </a:r>
            <a:r>
              <a:rPr dirty="0" sz="1000" spc="44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 i="1">
                <a:solidFill>
                  <a:srgbClr val="00AEEF"/>
                </a:solidFill>
                <a:latin typeface="Bookman Old Style"/>
                <a:cs typeface="Bookman Old Style"/>
              </a:rPr>
              <a:t>d</a:t>
            </a:r>
            <a:r>
              <a:rPr dirty="0" sz="1000" spc="41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 spc="60">
                <a:solidFill>
                  <a:srgbClr val="00AEEF"/>
                </a:solidFill>
                <a:latin typeface="Bookman Old Style"/>
                <a:cs typeface="Bookman Old Style"/>
              </a:rPr>
              <a:t>was</a:t>
            </a:r>
            <a:r>
              <a:rPr dirty="0" sz="1000" spc="44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 spc="65">
                <a:solidFill>
                  <a:srgbClr val="00AEEF"/>
                </a:solidFill>
                <a:latin typeface="Bookman Old Style"/>
                <a:cs typeface="Bookman Old Style"/>
              </a:rPr>
              <a:t>found</a:t>
            </a:r>
            <a:r>
              <a:rPr dirty="0" sz="1000" spc="44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to</a:t>
            </a:r>
            <a:r>
              <a:rPr dirty="0" sz="1000" spc="44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be</a:t>
            </a:r>
            <a:r>
              <a:rPr dirty="0" sz="1000" spc="44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 spc="60">
                <a:solidFill>
                  <a:srgbClr val="00AEEF"/>
                </a:solidFill>
                <a:latin typeface="Bookman Old Style"/>
                <a:cs typeface="Bookman Old Style"/>
              </a:rPr>
              <a:t>21.0</a:t>
            </a:r>
            <a:r>
              <a:rPr dirty="0" sz="1000" spc="44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 spc="25">
                <a:solidFill>
                  <a:srgbClr val="00AEEF"/>
                </a:solidFill>
                <a:latin typeface="Bookman Old Style"/>
                <a:cs typeface="Bookman Old Style"/>
              </a:rPr>
              <a:t>cm.</a:t>
            </a:r>
            <a:r>
              <a:rPr dirty="0" sz="1000" spc="2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Estimate</a:t>
            </a:r>
            <a:r>
              <a:rPr dirty="0" sz="1000" spc="38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AEEF"/>
                </a:solidFill>
                <a:latin typeface="Bookman Old Style"/>
                <a:cs typeface="Bookman Old Style"/>
              </a:rPr>
              <a:t>reaction</a:t>
            </a:r>
            <a:r>
              <a:rPr dirty="0" sz="1000" spc="38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00AEEF"/>
                </a:solidFill>
                <a:latin typeface="Bookman Old Style"/>
                <a:cs typeface="Bookman Old Style"/>
              </a:rPr>
              <a:t>time.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710435" y="3826016"/>
            <a:ext cx="2921635" cy="1816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692150" algn="l"/>
              </a:tabLst>
            </a:pPr>
            <a:r>
              <a:rPr dirty="0" sz="1000" spc="-10" b="1" i="1">
                <a:solidFill>
                  <a:srgbClr val="00AEEF"/>
                </a:solidFill>
                <a:latin typeface="Bookman Old Style"/>
                <a:cs typeface="Bookman Old Style"/>
              </a:rPr>
              <a:t>Answer</a:t>
            </a:r>
            <a:r>
              <a:rPr dirty="0" sz="1000">
                <a:solidFill>
                  <a:srgbClr val="00AEEF"/>
                </a:solidFill>
                <a:latin typeface="Times New Roman"/>
                <a:cs typeface="Times New Roman"/>
              </a:rPr>
              <a:t>	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4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ruler</a:t>
            </a:r>
            <a:r>
              <a:rPr dirty="0" sz="1000" spc="459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drops</a:t>
            </a:r>
            <a:r>
              <a:rPr dirty="0" sz="1000" spc="459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under</a:t>
            </a:r>
            <a:r>
              <a:rPr dirty="0" sz="1000" spc="459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free</a:t>
            </a:r>
            <a:r>
              <a:rPr dirty="0" sz="1000" spc="459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fall.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63799" y="4075932"/>
            <a:ext cx="42545" cy="1155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600" spc="-50" i="1">
                <a:solidFill>
                  <a:srgbClr val="231F20"/>
                </a:solidFill>
                <a:latin typeface="Bookman Old Style"/>
                <a:cs typeface="Bookman Old Style"/>
              </a:rPr>
              <a:t>o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85035" y="3981190"/>
            <a:ext cx="296354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Therefore,</a:t>
            </a:r>
            <a:r>
              <a:rPr dirty="0" sz="100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v</a:t>
            </a:r>
            <a:r>
              <a:rPr dirty="0" sz="1000" spc="40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=</a:t>
            </a:r>
            <a:r>
              <a:rPr dirty="0" sz="1000" spc="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0,</a:t>
            </a:r>
            <a:r>
              <a:rPr dirty="0" sz="1000" spc="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and</a:t>
            </a:r>
            <a:r>
              <a:rPr dirty="0" sz="1000" spc="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a</a:t>
            </a:r>
            <a:r>
              <a:rPr dirty="0" sz="1000" spc="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=</a:t>
            </a:r>
            <a:r>
              <a:rPr dirty="0" sz="1000" spc="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–</a:t>
            </a:r>
            <a:r>
              <a:rPr dirty="0" sz="1000" spc="-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g</a:t>
            </a:r>
            <a:r>
              <a:rPr dirty="0" sz="1000" spc="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=</a:t>
            </a:r>
            <a:r>
              <a:rPr dirty="0" sz="1000" spc="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–9.8</a:t>
            </a:r>
            <a:r>
              <a:rPr dirty="0" sz="1000" spc="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m</a:t>
            </a:r>
            <a:r>
              <a:rPr dirty="0" sz="1000" spc="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s</a:t>
            </a:r>
            <a:r>
              <a:rPr dirty="0" baseline="32407" sz="900" spc="-37">
                <a:solidFill>
                  <a:srgbClr val="231F20"/>
                </a:solidFill>
                <a:latin typeface="Bookman Old Style"/>
                <a:cs typeface="Bookman Old Style"/>
              </a:rPr>
              <a:t>–</a:t>
            </a:r>
            <a:r>
              <a:rPr dirty="0" baseline="32407" sz="900">
                <a:solidFill>
                  <a:srgbClr val="231F20"/>
                </a:solidFill>
                <a:latin typeface="Bookman Old Style"/>
                <a:cs typeface="Bookman Old Style"/>
              </a:rPr>
              <a:t>2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.</a:t>
            </a:r>
            <a:r>
              <a:rPr dirty="0" sz="1000" spc="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97735" y="4133590"/>
            <a:ext cx="294132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400" marR="1778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distance</a:t>
            </a:r>
            <a:r>
              <a:rPr dirty="0" sz="1000" spc="-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travelled</a:t>
            </a:r>
            <a:r>
              <a:rPr dirty="0" sz="1000" spc="-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d</a:t>
            </a:r>
            <a:r>
              <a:rPr dirty="0" sz="10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and</a:t>
            </a:r>
            <a:r>
              <a:rPr dirty="0" sz="1000" spc="-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-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reaction</a:t>
            </a:r>
            <a:r>
              <a:rPr dirty="0" sz="10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time</a:t>
            </a:r>
            <a:r>
              <a:rPr dirty="0" sz="10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t</a:t>
            </a:r>
            <a:r>
              <a:rPr dirty="0" baseline="-32407" sz="900" i="1">
                <a:solidFill>
                  <a:srgbClr val="231F20"/>
                </a:solidFill>
                <a:latin typeface="Bookman Old Style"/>
                <a:cs typeface="Bookman Old Style"/>
              </a:rPr>
              <a:t>r</a:t>
            </a:r>
            <a:r>
              <a:rPr dirty="0" baseline="-32407" sz="900" spc="1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are</a:t>
            </a:r>
            <a:r>
              <a:rPr dirty="0" sz="100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related</a:t>
            </a:r>
            <a:r>
              <a:rPr dirty="0" sz="1000" spc="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by</a:t>
            </a:r>
            <a:endParaRPr sz="1000">
              <a:latin typeface="Bookman Old Style"/>
              <a:cs typeface="Bookman Old Style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224406" y="4613087"/>
            <a:ext cx="594360" cy="240029"/>
            <a:chOff x="4224406" y="4613087"/>
            <a:chExt cx="594360" cy="240029"/>
          </a:xfrm>
        </p:grpSpPr>
        <p:sp>
          <p:nvSpPr>
            <p:cNvPr id="13" name="object 13"/>
            <p:cNvSpPr/>
            <p:nvPr/>
          </p:nvSpPr>
          <p:spPr>
            <a:xfrm>
              <a:off x="4341235" y="4720468"/>
              <a:ext cx="63500" cy="28575"/>
            </a:xfrm>
            <a:custGeom>
              <a:avLst/>
              <a:gdLst/>
              <a:ahLst/>
              <a:cxnLst/>
              <a:rect l="l" t="t" r="r" b="b"/>
              <a:pathLst>
                <a:path w="63500" h="28575">
                  <a:moveTo>
                    <a:pt x="63246" y="0"/>
                  </a:moveTo>
                  <a:lnTo>
                    <a:pt x="0" y="0"/>
                  </a:lnTo>
                  <a:lnTo>
                    <a:pt x="0" y="6278"/>
                  </a:lnTo>
                  <a:lnTo>
                    <a:pt x="63246" y="6278"/>
                  </a:lnTo>
                  <a:lnTo>
                    <a:pt x="63246" y="0"/>
                  </a:lnTo>
                  <a:close/>
                </a:path>
                <a:path w="63500" h="28575">
                  <a:moveTo>
                    <a:pt x="63246" y="22067"/>
                  </a:moveTo>
                  <a:lnTo>
                    <a:pt x="0" y="22067"/>
                  </a:lnTo>
                  <a:lnTo>
                    <a:pt x="0" y="28315"/>
                  </a:lnTo>
                  <a:lnTo>
                    <a:pt x="63246" y="28315"/>
                  </a:lnTo>
                  <a:lnTo>
                    <a:pt x="63246" y="22067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24406" y="4683282"/>
              <a:ext cx="75742" cy="82448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47641" y="4613087"/>
              <a:ext cx="370545" cy="239542"/>
            </a:xfrm>
            <a:prstGeom prst="rect">
              <a:avLst/>
            </a:prstGeom>
          </p:spPr>
        </p:pic>
      </p:grpSp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17670" y="4988752"/>
            <a:ext cx="585276" cy="315023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3685032" y="5002275"/>
            <a:ext cx="2962275" cy="63500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700"/>
              </a:spcBef>
            </a:pP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Or,</a:t>
            </a:r>
            <a:endParaRPr sz="1000">
              <a:latin typeface="Bookman Old Style"/>
              <a:cs typeface="Bookman Old Style"/>
            </a:endParaRPr>
          </a:p>
          <a:p>
            <a:pPr marL="38100" marR="30480">
              <a:lnSpc>
                <a:spcPct val="100000"/>
              </a:lnSpc>
              <a:spcBef>
                <a:spcPts val="600"/>
              </a:spcBef>
            </a:pP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Given</a:t>
            </a:r>
            <a:r>
              <a:rPr dirty="0" sz="1000" spc="-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d</a:t>
            </a:r>
            <a:r>
              <a:rPr dirty="0" sz="1000" spc="-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=</a:t>
            </a:r>
            <a:r>
              <a:rPr dirty="0" sz="1000" spc="-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21.0</a:t>
            </a:r>
            <a:r>
              <a:rPr dirty="0" sz="1000" spc="-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cm</a:t>
            </a:r>
            <a:r>
              <a:rPr dirty="0" sz="1000" spc="-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and</a:t>
            </a:r>
            <a:r>
              <a:rPr dirty="0" sz="1000" spc="-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i="1">
                <a:solidFill>
                  <a:srgbClr val="231F20"/>
                </a:solidFill>
                <a:latin typeface="Bookman Old Style"/>
                <a:cs typeface="Bookman Old Style"/>
              </a:rPr>
              <a:t>g</a:t>
            </a:r>
            <a:r>
              <a:rPr dirty="0" sz="1000" spc="-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=</a:t>
            </a:r>
            <a:r>
              <a:rPr dirty="0" sz="1000" spc="-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9.8</a:t>
            </a:r>
            <a:r>
              <a:rPr dirty="0" sz="1000" spc="-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m</a:t>
            </a:r>
            <a:r>
              <a:rPr dirty="0" sz="1000" spc="-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0">
                <a:solidFill>
                  <a:srgbClr val="231F20"/>
                </a:solidFill>
                <a:latin typeface="Bookman Old Style"/>
                <a:cs typeface="Bookman Old Style"/>
              </a:rPr>
              <a:t>s</a:t>
            </a:r>
            <a:r>
              <a:rPr dirty="0" baseline="32407" sz="900" spc="-30">
                <a:solidFill>
                  <a:srgbClr val="231F20"/>
                </a:solidFill>
                <a:latin typeface="Bookman Old Style"/>
                <a:cs typeface="Bookman Old Style"/>
              </a:rPr>
              <a:t>–</a:t>
            </a:r>
            <a:r>
              <a:rPr dirty="0" baseline="32407" sz="900">
                <a:solidFill>
                  <a:srgbClr val="231F20"/>
                </a:solidFill>
                <a:latin typeface="Bookman Old Style"/>
                <a:cs typeface="Bookman Old Style"/>
              </a:rPr>
              <a:t>2</a:t>
            </a:r>
            <a:r>
              <a:rPr dirty="0" baseline="32407" sz="900" spc="292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1000" spc="-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31F20"/>
                </a:solidFill>
                <a:latin typeface="Bookman Old Style"/>
                <a:cs typeface="Bookman Old Style"/>
              </a:rPr>
              <a:t>reaction</a:t>
            </a:r>
            <a:r>
              <a:rPr dirty="0" sz="10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31F20"/>
                </a:solidFill>
                <a:latin typeface="Bookman Old Style"/>
                <a:cs typeface="Bookman Old Style"/>
              </a:rPr>
              <a:t>time</a:t>
            </a:r>
            <a:r>
              <a:rPr dirty="0" sz="1000" spc="-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231F20"/>
                </a:solidFill>
                <a:latin typeface="Bookman Old Style"/>
                <a:cs typeface="Bookman Old Style"/>
              </a:rPr>
              <a:t>is</a:t>
            </a:r>
            <a:endParaRPr sz="1000">
              <a:latin typeface="Bookman Old Style"/>
              <a:cs typeface="Bookman Old Style"/>
            </a:endParaRPr>
          </a:p>
        </p:txBody>
      </p:sp>
      <p:pic>
        <p:nvPicPr>
          <p:cNvPr id="18" name="object 1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130131" y="5692292"/>
            <a:ext cx="1320363" cy="288367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6493255" y="5764275"/>
            <a:ext cx="13716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0">
                <a:solidFill>
                  <a:srgbClr val="00AEEF"/>
                </a:solidFill>
                <a:latin typeface="Wingdings 3"/>
                <a:cs typeface="Wingdings 3"/>
              </a:rPr>
              <a:t></a:t>
            </a:r>
            <a:endParaRPr sz="1000">
              <a:latin typeface="Wingdings 3"/>
              <a:cs typeface="Wingdings 3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365741" y="1045464"/>
            <a:ext cx="1564640" cy="2390140"/>
            <a:chOff x="4365741" y="1045464"/>
            <a:chExt cx="1564640" cy="2390140"/>
          </a:xfrm>
        </p:grpSpPr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365741" y="1045464"/>
              <a:ext cx="1564267" cy="2389631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753477" y="2072974"/>
              <a:ext cx="298246" cy="86959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283402" y="1820600"/>
              <a:ext cx="639958" cy="7303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580656" y="3072932"/>
              <a:ext cx="211713" cy="69463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824496" y="3072932"/>
              <a:ext cx="215127" cy="69464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4091435" y="3503716"/>
            <a:ext cx="2150745" cy="1657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900" b="1" i="1">
                <a:solidFill>
                  <a:srgbClr val="00AEEF"/>
                </a:solidFill>
                <a:latin typeface="Bookman Old Style"/>
                <a:cs typeface="Bookman Old Style"/>
              </a:rPr>
              <a:t>Fig.</a:t>
            </a:r>
            <a:r>
              <a:rPr dirty="0" sz="900" spc="5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 b="1" i="1">
                <a:solidFill>
                  <a:srgbClr val="00AEEF"/>
                </a:solidFill>
                <a:latin typeface="Bookman Old Style"/>
                <a:cs typeface="Bookman Old Style"/>
              </a:rPr>
              <a:t>2.8</a:t>
            </a:r>
            <a:r>
              <a:rPr dirty="0" sz="900" spc="155">
                <a:solidFill>
                  <a:srgbClr val="00AEEF"/>
                </a:solidFill>
                <a:latin typeface="Times New Roman"/>
                <a:cs typeface="Times New Roman"/>
              </a:rPr>
              <a:t> 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Measuring</a:t>
            </a:r>
            <a:r>
              <a:rPr dirty="0" sz="900" spc="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 spc="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reaction</a:t>
            </a:r>
            <a:r>
              <a:rPr dirty="0" sz="900" spc="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0" i="1">
                <a:solidFill>
                  <a:srgbClr val="231F20"/>
                </a:solidFill>
                <a:latin typeface="Bookman Old Style"/>
                <a:cs typeface="Bookman Old Style"/>
              </a:rPr>
              <a:t>time.</a:t>
            </a:r>
            <a:endParaRPr sz="900">
              <a:latin typeface="Bookman Old Style"/>
              <a:cs typeface="Bookman Old Style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904112" y="6392036"/>
            <a:ext cx="5410200" cy="2566035"/>
          </a:xfrm>
          <a:custGeom>
            <a:avLst/>
            <a:gdLst/>
            <a:ahLst/>
            <a:cxnLst/>
            <a:rect l="l" t="t" r="r" b="b"/>
            <a:pathLst>
              <a:path w="5410200" h="2566034">
                <a:moveTo>
                  <a:pt x="5410199" y="0"/>
                </a:moveTo>
                <a:lnTo>
                  <a:pt x="0" y="0"/>
                </a:lnTo>
                <a:lnTo>
                  <a:pt x="0" y="2566034"/>
                </a:lnTo>
                <a:lnTo>
                  <a:pt x="5410199" y="2566034"/>
                </a:lnTo>
                <a:lnTo>
                  <a:pt x="5410199" y="0"/>
                </a:lnTo>
                <a:close/>
              </a:path>
            </a:pathLst>
          </a:custGeom>
          <a:solidFill>
            <a:srgbClr val="D4EFF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1083563" y="6423151"/>
            <a:ext cx="5065395" cy="1522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u="sng" sz="900" spc="-10" b="1">
                <a:solidFill>
                  <a:srgbClr val="00AEEF"/>
                </a:solidFill>
                <a:uFill>
                  <a:solidFill>
                    <a:srgbClr val="00AEEF"/>
                  </a:solidFill>
                </a:uFill>
                <a:latin typeface="Bookman Old Style"/>
                <a:cs typeface="Bookman Old Style"/>
              </a:rPr>
              <a:t>SUMMARY</a:t>
            </a:r>
            <a:endParaRPr sz="900">
              <a:latin typeface="Bookman Old Style"/>
              <a:cs typeface="Bookman Old Style"/>
            </a:endParaRPr>
          </a:p>
          <a:p>
            <a:pPr>
              <a:lnSpc>
                <a:spcPct val="100000"/>
              </a:lnSpc>
              <a:spcBef>
                <a:spcPts val="260"/>
              </a:spcBef>
            </a:pPr>
            <a:endParaRPr sz="900">
              <a:latin typeface="Bookman Old Style"/>
              <a:cs typeface="Bookman Old Style"/>
            </a:endParaRPr>
          </a:p>
          <a:p>
            <a:pPr algn="just" marL="228600" marR="5080" indent="-228600">
              <a:lnSpc>
                <a:spcPct val="100000"/>
              </a:lnSpc>
              <a:buAutoNum type="arabicPeriod"/>
              <a:tabLst>
                <a:tab pos="228600" algn="l"/>
              </a:tabLst>
            </a:pP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An</a:t>
            </a:r>
            <a:r>
              <a:rPr dirty="0" sz="900" spc="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object</a:t>
            </a:r>
            <a:r>
              <a:rPr dirty="0" sz="900" spc="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is</a:t>
            </a:r>
            <a:r>
              <a:rPr dirty="0" sz="900" spc="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said</a:t>
            </a:r>
            <a:r>
              <a:rPr dirty="0" sz="900" spc="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to</a:t>
            </a:r>
            <a:r>
              <a:rPr dirty="0" sz="900" spc="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be</a:t>
            </a:r>
            <a:r>
              <a:rPr dirty="0" sz="900" spc="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in</a:t>
            </a:r>
            <a:r>
              <a:rPr dirty="0" sz="900" spc="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motion</a:t>
            </a:r>
            <a:r>
              <a:rPr dirty="0" sz="900" spc="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if</a:t>
            </a:r>
            <a:r>
              <a:rPr dirty="0" sz="900" spc="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its</a:t>
            </a:r>
            <a:r>
              <a:rPr dirty="0" sz="900" spc="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position</a:t>
            </a:r>
            <a:r>
              <a:rPr dirty="0" sz="900" spc="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changes</a:t>
            </a:r>
            <a:r>
              <a:rPr dirty="0" sz="900" spc="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with</a:t>
            </a:r>
            <a:r>
              <a:rPr dirty="0" sz="900" spc="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time.</a:t>
            </a:r>
            <a:r>
              <a:rPr dirty="0" sz="900" spc="3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 spc="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position</a:t>
            </a:r>
            <a:r>
              <a:rPr dirty="0" sz="900" spc="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900" spc="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25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object</a:t>
            </a:r>
            <a:r>
              <a:rPr dirty="0" sz="900" spc="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can</a:t>
            </a:r>
            <a:r>
              <a:rPr dirty="0" sz="900" spc="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be</a:t>
            </a:r>
            <a:r>
              <a:rPr dirty="0" sz="900" spc="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specified</a:t>
            </a:r>
            <a:r>
              <a:rPr dirty="0" sz="900" spc="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with</a:t>
            </a:r>
            <a:r>
              <a:rPr dirty="0" sz="900" spc="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reference</a:t>
            </a:r>
            <a:r>
              <a:rPr dirty="0" sz="900" spc="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to</a:t>
            </a:r>
            <a:r>
              <a:rPr dirty="0" sz="900" spc="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</a:t>
            </a:r>
            <a:r>
              <a:rPr dirty="0" sz="900" spc="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conveniently</a:t>
            </a:r>
            <a:r>
              <a:rPr dirty="0" sz="900" spc="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chosen</a:t>
            </a:r>
            <a:r>
              <a:rPr dirty="0" sz="900" spc="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origin.</a:t>
            </a:r>
            <a:r>
              <a:rPr dirty="0" sz="900" spc="4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For</a:t>
            </a:r>
            <a:r>
              <a:rPr dirty="0" sz="900" spc="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motion</a:t>
            </a:r>
            <a:r>
              <a:rPr dirty="0" sz="900" spc="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25">
                <a:solidFill>
                  <a:srgbClr val="231F20"/>
                </a:solidFill>
                <a:latin typeface="Bookman Old Style"/>
                <a:cs typeface="Bookman Old Style"/>
              </a:rPr>
              <a:t>in</a:t>
            </a:r>
            <a:r>
              <a:rPr dirty="0" sz="9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</a:t>
            </a:r>
            <a:r>
              <a:rPr dirty="0" sz="90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straight</a:t>
            </a:r>
            <a:r>
              <a:rPr dirty="0" sz="90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line,</a:t>
            </a:r>
            <a:r>
              <a:rPr dirty="0" sz="90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position</a:t>
            </a:r>
            <a:r>
              <a:rPr dirty="0" sz="90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to</a:t>
            </a:r>
            <a:r>
              <a:rPr dirty="0" sz="90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 spc="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right</a:t>
            </a:r>
            <a:r>
              <a:rPr dirty="0" sz="90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90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origin</a:t>
            </a:r>
            <a:r>
              <a:rPr dirty="0" sz="90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is</a:t>
            </a:r>
            <a:r>
              <a:rPr dirty="0" sz="90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taken</a:t>
            </a:r>
            <a:r>
              <a:rPr dirty="0" sz="900" spc="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as</a:t>
            </a:r>
            <a:r>
              <a:rPr dirty="0" sz="90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positive</a:t>
            </a:r>
            <a:r>
              <a:rPr dirty="0" sz="90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and</a:t>
            </a:r>
            <a:r>
              <a:rPr dirty="0" sz="90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to</a:t>
            </a:r>
            <a:r>
              <a:rPr dirty="0" sz="90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left</a:t>
            </a:r>
            <a:r>
              <a:rPr dirty="0" sz="900" spc="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25">
                <a:solidFill>
                  <a:srgbClr val="231F20"/>
                </a:solidFill>
                <a:latin typeface="Bookman Old Style"/>
                <a:cs typeface="Bookman Old Style"/>
              </a:rPr>
              <a:t>as</a:t>
            </a:r>
            <a:r>
              <a:rPr dirty="0" sz="9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Bookman Old Style"/>
                <a:cs typeface="Bookman Old Style"/>
              </a:rPr>
              <a:t>negative.</a:t>
            </a:r>
            <a:endParaRPr sz="900">
              <a:latin typeface="Bookman Old Style"/>
              <a:cs typeface="Bookman Old Style"/>
            </a:endParaRPr>
          </a:p>
          <a:p>
            <a:pPr algn="just" marL="228600" marR="7620">
              <a:lnSpc>
                <a:spcPct val="100000"/>
              </a:lnSpc>
              <a:spcBef>
                <a:spcPts val="360"/>
              </a:spcBef>
            </a:pP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 spc="1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average</a:t>
            </a:r>
            <a:r>
              <a:rPr dirty="0" sz="900" spc="1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speed</a:t>
            </a:r>
            <a:r>
              <a:rPr dirty="0" sz="900" spc="1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900" spc="1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an</a:t>
            </a:r>
            <a:r>
              <a:rPr dirty="0" sz="900" spc="1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object</a:t>
            </a:r>
            <a:r>
              <a:rPr dirty="0" sz="900" spc="1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is</a:t>
            </a:r>
            <a:r>
              <a:rPr dirty="0" sz="900" spc="1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greater</a:t>
            </a:r>
            <a:r>
              <a:rPr dirty="0" sz="900" spc="1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or</a:t>
            </a:r>
            <a:r>
              <a:rPr dirty="0" sz="900" spc="1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equal</a:t>
            </a:r>
            <a:r>
              <a:rPr dirty="0" sz="900" spc="1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to</a:t>
            </a:r>
            <a:r>
              <a:rPr dirty="0" sz="900" spc="1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 spc="1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magnitude</a:t>
            </a:r>
            <a:r>
              <a:rPr dirty="0" sz="900" spc="1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900" spc="1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 spc="1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Bookman Old Style"/>
                <a:cs typeface="Bookman Old Style"/>
              </a:rPr>
              <a:t>average</a:t>
            </a:r>
            <a:r>
              <a:rPr dirty="0" sz="9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velocity</a:t>
            </a:r>
            <a:r>
              <a:rPr dirty="0" sz="900" spc="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over</a:t>
            </a:r>
            <a:r>
              <a:rPr dirty="0" sz="900" spc="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</a:t>
            </a:r>
            <a:r>
              <a:rPr dirty="0" sz="900" spc="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given</a:t>
            </a:r>
            <a:r>
              <a:rPr dirty="0" sz="900" spc="1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time</a:t>
            </a:r>
            <a:r>
              <a:rPr dirty="0" sz="900" spc="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Bookman Old Style"/>
                <a:cs typeface="Bookman Old Style"/>
              </a:rPr>
              <a:t>interval.</a:t>
            </a:r>
            <a:endParaRPr sz="900">
              <a:latin typeface="Bookman Old Style"/>
              <a:cs typeface="Bookman Old Style"/>
            </a:endParaRPr>
          </a:p>
          <a:p>
            <a:pPr algn="just" marL="228600" marR="5080" indent="-228600">
              <a:lnSpc>
                <a:spcPct val="100000"/>
              </a:lnSpc>
              <a:spcBef>
                <a:spcPts val="385"/>
              </a:spcBef>
              <a:buFont typeface="Bookman Old Style"/>
              <a:buAutoNum type="arabicPeriod" startAt="2"/>
              <a:tabLst>
                <a:tab pos="228600" algn="l"/>
              </a:tabLst>
            </a:pP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Instantaneous</a:t>
            </a:r>
            <a:r>
              <a:rPr dirty="0" sz="90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velocity</a:t>
            </a:r>
            <a:r>
              <a:rPr dirty="0" sz="900" spc="1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or</a:t>
            </a:r>
            <a:r>
              <a:rPr dirty="0" sz="90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simply</a:t>
            </a:r>
            <a:r>
              <a:rPr dirty="0" sz="900" spc="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velocity</a:t>
            </a:r>
            <a:r>
              <a:rPr dirty="0" sz="90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is</a:t>
            </a:r>
            <a:r>
              <a:rPr dirty="0" sz="900" spc="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defined</a:t>
            </a:r>
            <a:r>
              <a:rPr dirty="0" sz="90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as</a:t>
            </a:r>
            <a:r>
              <a:rPr dirty="0" sz="90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 spc="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limit</a:t>
            </a:r>
            <a:r>
              <a:rPr dirty="0" sz="90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90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 spc="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average</a:t>
            </a:r>
            <a:r>
              <a:rPr dirty="0" sz="90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Bookman Old Style"/>
                <a:cs typeface="Bookman Old Style"/>
              </a:rPr>
              <a:t>velocity</a:t>
            </a:r>
            <a:r>
              <a:rPr dirty="0" sz="9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as</a:t>
            </a:r>
            <a:r>
              <a:rPr dirty="0" sz="900" spc="11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 spc="11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time</a:t>
            </a:r>
            <a:r>
              <a:rPr dirty="0" sz="900" spc="11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interval</a:t>
            </a:r>
            <a:r>
              <a:rPr dirty="0" sz="900" spc="1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Symbol"/>
                <a:cs typeface="Symbol"/>
              </a:rPr>
              <a:t>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t</a:t>
            </a:r>
            <a:r>
              <a:rPr dirty="0" sz="900" spc="10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becomes</a:t>
            </a:r>
            <a:r>
              <a:rPr dirty="0" sz="900" spc="1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infinitesimally</a:t>
            </a:r>
            <a:r>
              <a:rPr dirty="0" sz="900" spc="1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small</a:t>
            </a:r>
            <a:r>
              <a:rPr dirty="0" sz="900" spc="1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50">
                <a:solidFill>
                  <a:srgbClr val="231F20"/>
                </a:solidFill>
                <a:latin typeface="Bookman Old Style"/>
                <a:cs typeface="Bookman Old Style"/>
              </a:rPr>
              <a:t>:</a:t>
            </a:r>
            <a:endParaRPr sz="900">
              <a:latin typeface="Bookman Old Style"/>
              <a:cs typeface="Bookman Old Style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2936620" y="8168513"/>
            <a:ext cx="969644" cy="92075"/>
            <a:chOff x="2936620" y="8168513"/>
            <a:chExt cx="969644" cy="92075"/>
          </a:xfrm>
        </p:grpSpPr>
        <p:sp>
          <p:nvSpPr>
            <p:cNvPr id="30" name="object 30"/>
            <p:cNvSpPr/>
            <p:nvPr/>
          </p:nvSpPr>
          <p:spPr>
            <a:xfrm>
              <a:off x="2939795" y="8171688"/>
              <a:ext cx="60960" cy="0"/>
            </a:xfrm>
            <a:custGeom>
              <a:avLst/>
              <a:gdLst/>
              <a:ahLst/>
              <a:cxnLst/>
              <a:rect l="l" t="t" r="r" b="b"/>
              <a:pathLst>
                <a:path w="60960" h="0">
                  <a:moveTo>
                    <a:pt x="0" y="0"/>
                  </a:moveTo>
                  <a:lnTo>
                    <a:pt x="60959" y="0"/>
                  </a:lnTo>
                </a:path>
              </a:pathLst>
            </a:custGeom>
            <a:ln w="62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3400043" y="8257032"/>
              <a:ext cx="177165" cy="0"/>
            </a:xfrm>
            <a:custGeom>
              <a:avLst/>
              <a:gdLst/>
              <a:ahLst/>
              <a:cxnLst/>
              <a:rect l="l" t="t" r="r" b="b"/>
              <a:pathLst>
                <a:path w="177164" h="0">
                  <a:moveTo>
                    <a:pt x="0" y="0"/>
                  </a:moveTo>
                  <a:lnTo>
                    <a:pt x="176783" y="0"/>
                  </a:lnTo>
                </a:path>
              </a:pathLst>
            </a:custGeom>
            <a:ln w="62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3732275" y="8257032"/>
              <a:ext cx="170815" cy="0"/>
            </a:xfrm>
            <a:custGeom>
              <a:avLst/>
              <a:gdLst/>
              <a:ahLst/>
              <a:cxnLst/>
              <a:rect l="l" t="t" r="r" b="b"/>
              <a:pathLst>
                <a:path w="170814" h="0">
                  <a:moveTo>
                    <a:pt x="0" y="0"/>
                  </a:moveTo>
                  <a:lnTo>
                    <a:pt x="170687" y="0"/>
                  </a:lnTo>
                </a:path>
              </a:pathLst>
            </a:custGeom>
            <a:ln w="62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3747519" y="8248966"/>
            <a:ext cx="138430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Bookman Old Style"/>
                <a:cs typeface="Bookman Old Style"/>
              </a:rPr>
              <a:t>d</a:t>
            </a:r>
            <a:r>
              <a:rPr dirty="0" sz="1000" spc="-25" i="1">
                <a:latin typeface="Bookman Old Style"/>
                <a:cs typeface="Bookman Old Style"/>
              </a:rPr>
              <a:t>t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445006" y="8151430"/>
            <a:ext cx="1476375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dirty="0" sz="1000" i="1">
                <a:latin typeface="Bookman Old Style"/>
                <a:cs typeface="Bookman Old Style"/>
              </a:rPr>
              <a:t>v</a:t>
            </a:r>
            <a:r>
              <a:rPr dirty="0" sz="1000" spc="45" i="1">
                <a:latin typeface="Bookman Old Style"/>
                <a:cs typeface="Bookman Old Style"/>
              </a:rPr>
              <a:t> </a:t>
            </a:r>
            <a:r>
              <a:rPr dirty="0" sz="1000">
                <a:latin typeface="Symbol"/>
                <a:cs typeface="Symbol"/>
              </a:rPr>
              <a:t></a:t>
            </a:r>
            <a:r>
              <a:rPr dirty="0" sz="1000" spc="135">
                <a:latin typeface="Times New Roman"/>
                <a:cs typeface="Times New Roman"/>
              </a:rPr>
              <a:t> </a:t>
            </a:r>
            <a:r>
              <a:rPr dirty="0" sz="1000" i="1">
                <a:latin typeface="Bookman Old Style"/>
                <a:cs typeface="Bookman Old Style"/>
              </a:rPr>
              <a:t>lim</a:t>
            </a:r>
            <a:r>
              <a:rPr dirty="0" sz="1000" spc="65" i="1">
                <a:latin typeface="Bookman Old Style"/>
                <a:cs typeface="Bookman Old Style"/>
              </a:rPr>
              <a:t> </a:t>
            </a:r>
            <a:r>
              <a:rPr dirty="0" sz="1000" i="1">
                <a:latin typeface="Bookman Old Style"/>
                <a:cs typeface="Bookman Old Style"/>
              </a:rPr>
              <a:t>v</a:t>
            </a:r>
            <a:r>
              <a:rPr dirty="0" sz="1000" spc="50" i="1">
                <a:latin typeface="Bookman Old Style"/>
                <a:cs typeface="Bookman Old Style"/>
              </a:rPr>
              <a:t> </a:t>
            </a:r>
            <a:r>
              <a:rPr dirty="0" sz="1000">
                <a:latin typeface="Symbol"/>
                <a:cs typeface="Symbol"/>
              </a:rPr>
              <a:t></a:t>
            </a:r>
            <a:r>
              <a:rPr dirty="0" sz="1000" spc="130">
                <a:latin typeface="Times New Roman"/>
                <a:cs typeface="Times New Roman"/>
              </a:rPr>
              <a:t> </a:t>
            </a:r>
            <a:r>
              <a:rPr dirty="0" sz="1000" i="1">
                <a:latin typeface="Bookman Old Style"/>
                <a:cs typeface="Bookman Old Style"/>
              </a:rPr>
              <a:t>lim</a:t>
            </a:r>
            <a:r>
              <a:rPr dirty="0" sz="1000" spc="210" i="1">
                <a:latin typeface="Bookman Old Style"/>
                <a:cs typeface="Bookman Old Style"/>
              </a:rPr>
              <a:t> </a:t>
            </a:r>
            <a:r>
              <a:rPr dirty="0" baseline="36111" sz="1500">
                <a:latin typeface="Symbol"/>
                <a:cs typeface="Symbol"/>
              </a:rPr>
              <a:t></a:t>
            </a:r>
            <a:r>
              <a:rPr dirty="0" baseline="36111" sz="1500" i="1">
                <a:latin typeface="Bookman Old Style"/>
                <a:cs typeface="Bookman Old Style"/>
              </a:rPr>
              <a:t>x</a:t>
            </a:r>
            <a:r>
              <a:rPr dirty="0" baseline="36111" sz="1500" spc="284" i="1">
                <a:latin typeface="Bookman Old Style"/>
                <a:cs typeface="Bookman Old Style"/>
              </a:rPr>
              <a:t> </a:t>
            </a:r>
            <a:r>
              <a:rPr dirty="0" sz="1000">
                <a:latin typeface="Symbol"/>
                <a:cs typeface="Symbol"/>
              </a:rPr>
              <a:t></a:t>
            </a:r>
            <a:r>
              <a:rPr dirty="0" sz="1000" spc="110">
                <a:latin typeface="Times New Roman"/>
                <a:cs typeface="Times New Roman"/>
              </a:rPr>
              <a:t> </a:t>
            </a:r>
            <a:r>
              <a:rPr dirty="0" baseline="36111" sz="1500" spc="-37">
                <a:latin typeface="Bookman Old Style"/>
                <a:cs typeface="Bookman Old Style"/>
              </a:rPr>
              <a:t>d</a:t>
            </a:r>
            <a:r>
              <a:rPr dirty="0" baseline="36111" sz="1500" spc="-37" i="1">
                <a:latin typeface="Bookman Old Style"/>
                <a:cs typeface="Bookman Old Style"/>
              </a:rPr>
              <a:t>x</a:t>
            </a:r>
            <a:endParaRPr baseline="36111" sz="1500">
              <a:latin typeface="Bookman Old Style"/>
              <a:cs typeface="Bookman Old Style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670558" y="8230678"/>
            <a:ext cx="911225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  <a:tabLst>
                <a:tab pos="485140" algn="l"/>
              </a:tabLst>
            </a:pPr>
            <a:r>
              <a:rPr dirty="0" sz="600">
                <a:latin typeface="Symbol"/>
                <a:cs typeface="Symbol"/>
              </a:rPr>
              <a:t></a:t>
            </a:r>
            <a:r>
              <a:rPr dirty="0" sz="600" i="1">
                <a:latin typeface="Bookman Old Style"/>
                <a:cs typeface="Bookman Old Style"/>
              </a:rPr>
              <a:t>t</a:t>
            </a:r>
            <a:r>
              <a:rPr dirty="0" sz="600" spc="-85" i="1">
                <a:latin typeface="Bookman Old Style"/>
                <a:cs typeface="Bookman Old Style"/>
              </a:rPr>
              <a:t> </a:t>
            </a:r>
            <a:r>
              <a:rPr dirty="0" sz="600" spc="-25">
                <a:latin typeface="Symbol"/>
                <a:cs typeface="Symbol"/>
              </a:rPr>
              <a:t></a:t>
            </a:r>
            <a:r>
              <a:rPr dirty="0" sz="600" spc="-25" i="1">
                <a:latin typeface="Bookman Old Style"/>
                <a:cs typeface="Bookman Old Style"/>
              </a:rPr>
              <a:t>0</a:t>
            </a:r>
            <a:r>
              <a:rPr dirty="0" sz="600" i="1">
                <a:latin typeface="Bookman Old Style"/>
                <a:cs typeface="Bookman Old Style"/>
              </a:rPr>
              <a:t>	</a:t>
            </a:r>
            <a:r>
              <a:rPr dirty="0" sz="600">
                <a:latin typeface="Symbol"/>
                <a:cs typeface="Symbol"/>
              </a:rPr>
              <a:t></a:t>
            </a:r>
            <a:r>
              <a:rPr dirty="0" sz="600" i="1">
                <a:latin typeface="Bookman Old Style"/>
                <a:cs typeface="Bookman Old Style"/>
              </a:rPr>
              <a:t>t</a:t>
            </a:r>
            <a:r>
              <a:rPr dirty="0" sz="600" spc="-100" i="1">
                <a:latin typeface="Bookman Old Style"/>
                <a:cs typeface="Bookman Old Style"/>
              </a:rPr>
              <a:t> </a:t>
            </a:r>
            <a:r>
              <a:rPr dirty="0" sz="600">
                <a:latin typeface="Symbol"/>
                <a:cs typeface="Symbol"/>
              </a:rPr>
              <a:t></a:t>
            </a:r>
            <a:r>
              <a:rPr dirty="0" sz="600" i="1">
                <a:latin typeface="Bookman Old Style"/>
                <a:cs typeface="Bookman Old Style"/>
              </a:rPr>
              <a:t>0</a:t>
            </a:r>
            <a:r>
              <a:rPr dirty="0" sz="600" spc="300" i="1">
                <a:latin typeface="Bookman Old Style"/>
                <a:cs typeface="Bookman Old Style"/>
              </a:rPr>
              <a:t> </a:t>
            </a:r>
            <a:r>
              <a:rPr dirty="0" baseline="-8333" sz="1500" spc="-52">
                <a:latin typeface="Symbol"/>
                <a:cs typeface="Symbol"/>
              </a:rPr>
              <a:t></a:t>
            </a:r>
            <a:r>
              <a:rPr dirty="0" baseline="-8333" sz="1500" spc="-52" i="1">
                <a:latin typeface="Bookman Old Style"/>
                <a:cs typeface="Bookman Old Style"/>
              </a:rPr>
              <a:t>t</a:t>
            </a:r>
            <a:endParaRPr baseline="-8333" sz="1500">
              <a:latin typeface="Bookman Old Style"/>
              <a:cs typeface="Bookman Old Style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2453639" y="8072628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0" y="1523"/>
                </a:moveTo>
                <a:lnTo>
                  <a:pt x="446" y="446"/>
                </a:lnTo>
                <a:lnTo>
                  <a:pt x="1524" y="0"/>
                </a:lnTo>
                <a:lnTo>
                  <a:pt x="2601" y="446"/>
                </a:lnTo>
                <a:lnTo>
                  <a:pt x="3047" y="1523"/>
                </a:lnTo>
                <a:lnTo>
                  <a:pt x="2601" y="2601"/>
                </a:lnTo>
                <a:lnTo>
                  <a:pt x="1524" y="3047"/>
                </a:lnTo>
                <a:lnTo>
                  <a:pt x="446" y="2601"/>
                </a:lnTo>
                <a:lnTo>
                  <a:pt x="0" y="15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1312163" y="8608567"/>
            <a:ext cx="48336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 spc="2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velocity</a:t>
            </a:r>
            <a:r>
              <a:rPr dirty="0" sz="900" spc="2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at</a:t>
            </a:r>
            <a:r>
              <a:rPr dirty="0" sz="900" spc="2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</a:t>
            </a:r>
            <a:r>
              <a:rPr dirty="0" sz="900" spc="2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particular</a:t>
            </a:r>
            <a:r>
              <a:rPr dirty="0" sz="900" spc="2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instant</a:t>
            </a:r>
            <a:r>
              <a:rPr dirty="0" sz="900" spc="2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is</a:t>
            </a:r>
            <a:r>
              <a:rPr dirty="0" sz="900" spc="2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equal</a:t>
            </a:r>
            <a:r>
              <a:rPr dirty="0" sz="900" spc="2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to</a:t>
            </a:r>
            <a:r>
              <a:rPr dirty="0" sz="900" spc="2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 spc="2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slope</a:t>
            </a:r>
            <a:r>
              <a:rPr dirty="0" sz="900" spc="2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900" spc="2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 spc="2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tangent</a:t>
            </a:r>
            <a:r>
              <a:rPr dirty="0" sz="900" spc="2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drawn</a:t>
            </a:r>
            <a:r>
              <a:rPr dirty="0" sz="900" spc="2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25">
                <a:solidFill>
                  <a:srgbClr val="231F20"/>
                </a:solidFill>
                <a:latin typeface="Bookman Old Style"/>
                <a:cs typeface="Bookman Old Style"/>
              </a:rPr>
              <a:t>on</a:t>
            </a:r>
            <a:r>
              <a:rPr dirty="0" sz="9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position-time</a:t>
            </a:r>
            <a:r>
              <a:rPr dirty="0" sz="900" spc="1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graph</a:t>
            </a:r>
            <a:r>
              <a:rPr dirty="0" sz="900" spc="1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at</a:t>
            </a:r>
            <a:r>
              <a:rPr dirty="0" sz="900" spc="1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that</a:t>
            </a:r>
            <a:r>
              <a:rPr dirty="0" sz="900" spc="1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Bookman Old Style"/>
                <a:cs typeface="Bookman Old Style"/>
              </a:rPr>
              <a:t>instant.</a:t>
            </a:r>
            <a:endParaRPr sz="900">
              <a:latin typeface="Bookman Old Style"/>
              <a:cs typeface="Bookman Old Style"/>
            </a:endParaRPr>
          </a:p>
        </p:txBody>
      </p:sp>
      <p:pic>
        <p:nvPicPr>
          <p:cNvPr id="38" name="object 38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34273" y="2476958"/>
            <a:ext cx="5987215" cy="5987215"/>
          </a:xfrm>
          <a:prstGeom prst="rect">
            <a:avLst/>
          </a:prstGeom>
        </p:spPr>
      </p:pic>
      <p:sp>
        <p:nvSpPr>
          <p:cNvPr id="39" name="object 3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Reprint </a:t>
            </a:r>
            <a:r>
              <a:rPr dirty="0" spc="-10"/>
              <a:t>2026-</a:t>
            </a:r>
            <a:r>
              <a:rPr dirty="0" spc="-25"/>
              <a:t>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78600" y="711695"/>
            <a:ext cx="50482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>
                <a:solidFill>
                  <a:srgbClr val="00AEEF"/>
                </a:solidFill>
                <a:latin typeface="Bookman Old Style"/>
                <a:cs typeface="Bookman Old Style"/>
              </a:rPr>
              <a:t>PHYSICS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34288" y="711695"/>
            <a:ext cx="16192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5">
                <a:solidFill>
                  <a:srgbClr val="00AEEF"/>
                </a:solidFill>
                <a:latin typeface="Bookman Old Style"/>
                <a:cs typeface="Bookman Old Style"/>
              </a:rPr>
              <a:t>22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46987" y="880878"/>
            <a:ext cx="6019800" cy="50800"/>
          </a:xfrm>
          <a:custGeom>
            <a:avLst/>
            <a:gdLst/>
            <a:ahLst/>
            <a:cxnLst/>
            <a:rect l="l" t="t" r="r" b="b"/>
            <a:pathLst>
              <a:path w="6019800" h="50800">
                <a:moveTo>
                  <a:pt x="6019799" y="0"/>
                </a:moveTo>
                <a:lnTo>
                  <a:pt x="0" y="0"/>
                </a:lnTo>
                <a:lnTo>
                  <a:pt x="0" y="50804"/>
                </a:lnTo>
                <a:lnTo>
                  <a:pt x="6019799" y="50804"/>
                </a:lnTo>
                <a:lnTo>
                  <a:pt x="6019799" y="0"/>
                </a:lnTo>
                <a:close/>
              </a:path>
            </a:pathLst>
          </a:custGeom>
          <a:solidFill>
            <a:srgbClr val="00AEE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/>
          <p:cNvGrpSpPr/>
          <p:nvPr/>
        </p:nvGrpSpPr>
        <p:grpSpPr>
          <a:xfrm>
            <a:off x="1238407" y="5591121"/>
            <a:ext cx="5520690" cy="2672715"/>
            <a:chOff x="1238407" y="5591121"/>
            <a:chExt cx="5520690" cy="2672715"/>
          </a:xfrm>
        </p:grpSpPr>
        <p:sp>
          <p:nvSpPr>
            <p:cNvPr id="6" name="object 6"/>
            <p:cNvSpPr/>
            <p:nvPr/>
          </p:nvSpPr>
          <p:spPr>
            <a:xfrm>
              <a:off x="3641079" y="5921166"/>
              <a:ext cx="807720" cy="2336165"/>
            </a:xfrm>
            <a:custGeom>
              <a:avLst/>
              <a:gdLst/>
              <a:ahLst/>
              <a:cxnLst/>
              <a:rect l="l" t="t" r="r" b="b"/>
              <a:pathLst>
                <a:path w="807720" h="2336165">
                  <a:moveTo>
                    <a:pt x="0" y="2335865"/>
                  </a:moveTo>
                  <a:lnTo>
                    <a:pt x="807689" y="2335865"/>
                  </a:lnTo>
                  <a:lnTo>
                    <a:pt x="807689" y="0"/>
                  </a:lnTo>
                  <a:lnTo>
                    <a:pt x="0" y="0"/>
                  </a:lnTo>
                  <a:lnTo>
                    <a:pt x="0" y="2335865"/>
                  </a:lnTo>
                  <a:close/>
                </a:path>
              </a:pathLst>
            </a:custGeom>
            <a:solidFill>
              <a:srgbClr val="D1D3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3626049" y="5864032"/>
              <a:ext cx="854075" cy="2393315"/>
            </a:xfrm>
            <a:custGeom>
              <a:avLst/>
              <a:gdLst/>
              <a:ahLst/>
              <a:cxnLst/>
              <a:rect l="l" t="t" r="r" b="b"/>
              <a:pathLst>
                <a:path w="854075" h="2393315">
                  <a:moveTo>
                    <a:pt x="853643" y="2392999"/>
                  </a:moveTo>
                  <a:lnTo>
                    <a:pt x="853643" y="0"/>
                  </a:lnTo>
                  <a:lnTo>
                    <a:pt x="0" y="0"/>
                  </a:lnTo>
                  <a:lnTo>
                    <a:pt x="0" y="2392999"/>
                  </a:lnTo>
                </a:path>
              </a:pathLst>
            </a:custGeom>
            <a:ln w="3175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942112" y="5921166"/>
              <a:ext cx="699135" cy="2336165"/>
            </a:xfrm>
            <a:custGeom>
              <a:avLst/>
              <a:gdLst/>
              <a:ahLst/>
              <a:cxnLst/>
              <a:rect l="l" t="t" r="r" b="b"/>
              <a:pathLst>
                <a:path w="699135" h="2336165">
                  <a:moveTo>
                    <a:pt x="0" y="2335865"/>
                  </a:moveTo>
                  <a:lnTo>
                    <a:pt x="698967" y="2335865"/>
                  </a:lnTo>
                  <a:lnTo>
                    <a:pt x="698967" y="0"/>
                  </a:lnTo>
                  <a:lnTo>
                    <a:pt x="0" y="0"/>
                  </a:lnTo>
                  <a:lnTo>
                    <a:pt x="0" y="2335865"/>
                  </a:lnTo>
                  <a:close/>
                </a:path>
              </a:pathLst>
            </a:custGeom>
            <a:solidFill>
              <a:srgbClr val="E6E7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2927096" y="5864032"/>
              <a:ext cx="714375" cy="2393315"/>
            </a:xfrm>
            <a:custGeom>
              <a:avLst/>
              <a:gdLst/>
              <a:ahLst/>
              <a:cxnLst/>
              <a:rect l="l" t="t" r="r" b="b"/>
              <a:pathLst>
                <a:path w="714375" h="2393315">
                  <a:moveTo>
                    <a:pt x="713989" y="2392999"/>
                  </a:moveTo>
                  <a:lnTo>
                    <a:pt x="713989" y="0"/>
                  </a:lnTo>
                  <a:lnTo>
                    <a:pt x="0" y="0"/>
                  </a:lnTo>
                  <a:lnTo>
                    <a:pt x="0" y="2392999"/>
                  </a:lnTo>
                </a:path>
              </a:pathLst>
            </a:custGeom>
            <a:ln w="3175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309984" y="5921166"/>
              <a:ext cx="1632585" cy="2336165"/>
            </a:xfrm>
            <a:custGeom>
              <a:avLst/>
              <a:gdLst/>
              <a:ahLst/>
              <a:cxnLst/>
              <a:rect l="l" t="t" r="r" b="b"/>
              <a:pathLst>
                <a:path w="1632585" h="2336165">
                  <a:moveTo>
                    <a:pt x="0" y="2335865"/>
                  </a:moveTo>
                  <a:lnTo>
                    <a:pt x="1632127" y="2335865"/>
                  </a:lnTo>
                  <a:lnTo>
                    <a:pt x="1632127" y="0"/>
                  </a:lnTo>
                  <a:lnTo>
                    <a:pt x="0" y="0"/>
                  </a:lnTo>
                  <a:lnTo>
                    <a:pt x="0" y="2335865"/>
                  </a:lnTo>
                  <a:close/>
                </a:path>
              </a:pathLst>
            </a:custGeom>
            <a:solidFill>
              <a:srgbClr val="D1D3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309983" y="5859426"/>
              <a:ext cx="1632585" cy="2397760"/>
            </a:xfrm>
            <a:custGeom>
              <a:avLst/>
              <a:gdLst/>
              <a:ahLst/>
              <a:cxnLst/>
              <a:rect l="l" t="t" r="r" b="b"/>
              <a:pathLst>
                <a:path w="1632585" h="2397759">
                  <a:moveTo>
                    <a:pt x="1632119" y="2397605"/>
                  </a:moveTo>
                  <a:lnTo>
                    <a:pt x="1632119" y="0"/>
                  </a:lnTo>
                  <a:lnTo>
                    <a:pt x="0" y="0"/>
                  </a:lnTo>
                  <a:lnTo>
                    <a:pt x="0" y="2397605"/>
                  </a:lnTo>
                </a:path>
              </a:pathLst>
            </a:custGeom>
            <a:ln w="3175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447859" y="5591121"/>
              <a:ext cx="0" cy="2666365"/>
            </a:xfrm>
            <a:custGeom>
              <a:avLst/>
              <a:gdLst/>
              <a:ahLst/>
              <a:cxnLst/>
              <a:rect l="l" t="t" r="r" b="b"/>
              <a:pathLst>
                <a:path w="0" h="2666365">
                  <a:moveTo>
                    <a:pt x="0" y="330045"/>
                  </a:moveTo>
                  <a:lnTo>
                    <a:pt x="0" y="2665910"/>
                  </a:lnTo>
                </a:path>
                <a:path w="0" h="2666365">
                  <a:moveTo>
                    <a:pt x="0" y="0"/>
                  </a:moveTo>
                  <a:lnTo>
                    <a:pt x="0" y="11071"/>
                  </a:lnTo>
                </a:path>
              </a:pathLst>
            </a:custGeom>
            <a:ln w="6133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992197" y="5921166"/>
              <a:ext cx="1740535" cy="2336165"/>
            </a:xfrm>
            <a:custGeom>
              <a:avLst/>
              <a:gdLst/>
              <a:ahLst/>
              <a:cxnLst/>
              <a:rect l="l" t="t" r="r" b="b"/>
              <a:pathLst>
                <a:path w="1740534" h="2336165">
                  <a:moveTo>
                    <a:pt x="0" y="2335865"/>
                  </a:moveTo>
                  <a:lnTo>
                    <a:pt x="1739950" y="2335865"/>
                  </a:lnTo>
                  <a:lnTo>
                    <a:pt x="1739950" y="0"/>
                  </a:lnTo>
                  <a:lnTo>
                    <a:pt x="0" y="0"/>
                  </a:lnTo>
                  <a:lnTo>
                    <a:pt x="0" y="2335865"/>
                  </a:lnTo>
                  <a:close/>
                </a:path>
              </a:pathLst>
            </a:custGeom>
            <a:solidFill>
              <a:srgbClr val="D1D3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992212" y="5864032"/>
              <a:ext cx="1740535" cy="2393315"/>
            </a:xfrm>
            <a:custGeom>
              <a:avLst/>
              <a:gdLst/>
              <a:ahLst/>
              <a:cxnLst/>
              <a:rect l="l" t="t" r="r" b="b"/>
              <a:pathLst>
                <a:path w="1740534" h="2393315">
                  <a:moveTo>
                    <a:pt x="1739924" y="2392999"/>
                  </a:moveTo>
                  <a:lnTo>
                    <a:pt x="1739924" y="0"/>
                  </a:lnTo>
                  <a:lnTo>
                    <a:pt x="0" y="0"/>
                  </a:lnTo>
                  <a:lnTo>
                    <a:pt x="0" y="2392999"/>
                  </a:lnTo>
                </a:path>
              </a:pathLst>
            </a:custGeom>
            <a:ln w="3175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4448769" y="5921166"/>
              <a:ext cx="543560" cy="2336165"/>
            </a:xfrm>
            <a:custGeom>
              <a:avLst/>
              <a:gdLst/>
              <a:ahLst/>
              <a:cxnLst/>
              <a:rect l="l" t="t" r="r" b="b"/>
              <a:pathLst>
                <a:path w="543560" h="2336165">
                  <a:moveTo>
                    <a:pt x="0" y="2335865"/>
                  </a:moveTo>
                  <a:lnTo>
                    <a:pt x="543428" y="2335865"/>
                  </a:lnTo>
                  <a:lnTo>
                    <a:pt x="543428" y="0"/>
                  </a:lnTo>
                  <a:lnTo>
                    <a:pt x="0" y="0"/>
                  </a:lnTo>
                  <a:lnTo>
                    <a:pt x="0" y="2335865"/>
                  </a:lnTo>
                  <a:close/>
                </a:path>
              </a:pathLst>
            </a:custGeom>
            <a:solidFill>
              <a:srgbClr val="E6E7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4448754" y="5864032"/>
              <a:ext cx="543560" cy="2393315"/>
            </a:xfrm>
            <a:custGeom>
              <a:avLst/>
              <a:gdLst/>
              <a:ahLst/>
              <a:cxnLst/>
              <a:rect l="l" t="t" r="r" b="b"/>
              <a:pathLst>
                <a:path w="543560" h="2393315">
                  <a:moveTo>
                    <a:pt x="543457" y="2392999"/>
                  </a:moveTo>
                  <a:lnTo>
                    <a:pt x="543457" y="0"/>
                  </a:lnTo>
                  <a:lnTo>
                    <a:pt x="0" y="0"/>
                  </a:lnTo>
                  <a:lnTo>
                    <a:pt x="0" y="2392999"/>
                  </a:lnTo>
                </a:path>
              </a:pathLst>
            </a:custGeom>
            <a:ln w="3175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4990452" y="5921166"/>
              <a:ext cx="0" cy="2336165"/>
            </a:xfrm>
            <a:custGeom>
              <a:avLst/>
              <a:gdLst/>
              <a:ahLst/>
              <a:cxnLst/>
              <a:rect l="l" t="t" r="r" b="b"/>
              <a:pathLst>
                <a:path w="0" h="2336165">
                  <a:moveTo>
                    <a:pt x="0" y="0"/>
                  </a:moveTo>
                  <a:lnTo>
                    <a:pt x="0" y="2335865"/>
                  </a:lnTo>
                </a:path>
              </a:pathLst>
            </a:custGeom>
            <a:ln w="6133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4987385" y="5601279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 h="0">
                  <a:moveTo>
                    <a:pt x="0" y="0"/>
                  </a:moveTo>
                  <a:lnTo>
                    <a:pt x="6133" y="0"/>
                  </a:lnTo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306449" y="5602193"/>
              <a:ext cx="5425440" cy="319405"/>
            </a:xfrm>
            <a:custGeom>
              <a:avLst/>
              <a:gdLst/>
              <a:ahLst/>
              <a:cxnLst/>
              <a:rect l="l" t="t" r="r" b="b"/>
              <a:pathLst>
                <a:path w="5425440" h="319404">
                  <a:moveTo>
                    <a:pt x="5424815" y="0"/>
                  </a:moveTo>
                  <a:lnTo>
                    <a:pt x="0" y="0"/>
                  </a:lnTo>
                  <a:lnTo>
                    <a:pt x="0" y="318973"/>
                  </a:lnTo>
                  <a:lnTo>
                    <a:pt x="5424815" y="318973"/>
                  </a:lnTo>
                  <a:lnTo>
                    <a:pt x="5424815" y="0"/>
                  </a:lnTo>
                  <a:close/>
                </a:path>
              </a:pathLst>
            </a:custGeom>
            <a:solidFill>
              <a:srgbClr val="00AE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1306448" y="5602201"/>
              <a:ext cx="5424805" cy="319405"/>
            </a:xfrm>
            <a:custGeom>
              <a:avLst/>
              <a:gdLst/>
              <a:ahLst/>
              <a:cxnLst/>
              <a:rect l="l" t="t" r="r" b="b"/>
              <a:pathLst>
                <a:path w="5424805" h="319404">
                  <a:moveTo>
                    <a:pt x="0" y="0"/>
                  </a:moveTo>
                  <a:lnTo>
                    <a:pt x="5424794" y="0"/>
                  </a:lnTo>
                  <a:lnTo>
                    <a:pt x="5424794" y="318977"/>
                  </a:lnTo>
                  <a:lnTo>
                    <a:pt x="0" y="318977"/>
                  </a:lnTo>
                  <a:lnTo>
                    <a:pt x="0" y="0"/>
                  </a:lnTo>
                  <a:close/>
                </a:path>
              </a:pathLst>
            </a:custGeom>
            <a:ln w="6398">
              <a:solidFill>
                <a:srgbClr val="00AEE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47833" y="5651052"/>
              <a:ext cx="492209" cy="246161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27513" y="5974658"/>
              <a:ext cx="244766" cy="84825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12047" y="5974658"/>
              <a:ext cx="338447" cy="112471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20438" y="6675303"/>
              <a:ext cx="423282" cy="111556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83924" y="6950049"/>
              <a:ext cx="426805" cy="107868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98938" y="7447882"/>
              <a:ext cx="780276" cy="8114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031359" y="5651052"/>
              <a:ext cx="425044" cy="110642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3082622" y="6937128"/>
              <a:ext cx="57150" cy="0"/>
            </a:xfrm>
            <a:custGeom>
              <a:avLst/>
              <a:gdLst/>
              <a:ahLst/>
              <a:cxnLst/>
              <a:rect l="l" t="t" r="r" b="b"/>
              <a:pathLst>
                <a:path w="57150" h="0">
                  <a:moveTo>
                    <a:pt x="0" y="0"/>
                  </a:moveTo>
                  <a:lnTo>
                    <a:pt x="56535" y="0"/>
                  </a:lnTo>
                </a:path>
              </a:pathLst>
            </a:custGeom>
            <a:ln w="6359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3079944" y="7488448"/>
              <a:ext cx="53340" cy="58419"/>
            </a:xfrm>
            <a:custGeom>
              <a:avLst/>
              <a:gdLst/>
              <a:ahLst/>
              <a:cxnLst/>
              <a:rect l="l" t="t" r="r" b="b"/>
              <a:pathLst>
                <a:path w="53339" h="58420">
                  <a:moveTo>
                    <a:pt x="46847" y="0"/>
                  </a:moveTo>
                  <a:lnTo>
                    <a:pt x="40660" y="0"/>
                  </a:lnTo>
                  <a:lnTo>
                    <a:pt x="37124" y="2773"/>
                  </a:lnTo>
                  <a:lnTo>
                    <a:pt x="37124" y="13834"/>
                  </a:lnTo>
                  <a:lnTo>
                    <a:pt x="45963" y="11987"/>
                  </a:lnTo>
                  <a:lnTo>
                    <a:pt x="45963" y="24896"/>
                  </a:lnTo>
                  <a:lnTo>
                    <a:pt x="44099" y="35054"/>
                  </a:lnTo>
                  <a:lnTo>
                    <a:pt x="39002" y="43912"/>
                  </a:lnTo>
                  <a:lnTo>
                    <a:pt x="31420" y="50177"/>
                  </a:lnTo>
                  <a:lnTo>
                    <a:pt x="22098" y="52553"/>
                  </a:lnTo>
                  <a:lnTo>
                    <a:pt x="16794" y="52553"/>
                  </a:lnTo>
                  <a:lnTo>
                    <a:pt x="13289" y="50709"/>
                  </a:lnTo>
                  <a:lnTo>
                    <a:pt x="13289" y="41492"/>
                  </a:lnTo>
                  <a:lnTo>
                    <a:pt x="14173" y="39648"/>
                  </a:lnTo>
                  <a:lnTo>
                    <a:pt x="20330" y="929"/>
                  </a:lnTo>
                  <a:lnTo>
                    <a:pt x="16794" y="929"/>
                  </a:lnTo>
                  <a:lnTo>
                    <a:pt x="11490" y="2773"/>
                  </a:lnTo>
                  <a:lnTo>
                    <a:pt x="6217" y="2773"/>
                  </a:lnTo>
                  <a:lnTo>
                    <a:pt x="914" y="3691"/>
                  </a:lnTo>
                  <a:lnTo>
                    <a:pt x="0" y="7382"/>
                  </a:lnTo>
                  <a:lnTo>
                    <a:pt x="2682" y="7382"/>
                  </a:lnTo>
                  <a:lnTo>
                    <a:pt x="6217" y="8296"/>
                  </a:lnTo>
                  <a:lnTo>
                    <a:pt x="7955" y="9226"/>
                  </a:lnTo>
                  <a:lnTo>
                    <a:pt x="7955" y="15678"/>
                  </a:lnTo>
                  <a:lnTo>
                    <a:pt x="7071" y="17526"/>
                  </a:lnTo>
                  <a:lnTo>
                    <a:pt x="3535" y="38730"/>
                  </a:lnTo>
                  <a:lnTo>
                    <a:pt x="3535" y="40574"/>
                  </a:lnTo>
                  <a:lnTo>
                    <a:pt x="2682" y="44253"/>
                  </a:lnTo>
                  <a:lnTo>
                    <a:pt x="2682" y="56244"/>
                  </a:lnTo>
                  <a:lnTo>
                    <a:pt x="10607" y="58088"/>
                  </a:lnTo>
                  <a:lnTo>
                    <a:pt x="18562" y="58088"/>
                  </a:lnTo>
                  <a:lnTo>
                    <a:pt x="33271" y="54444"/>
                  </a:lnTo>
                  <a:lnTo>
                    <a:pt x="44085" y="44835"/>
                  </a:lnTo>
                  <a:lnTo>
                    <a:pt x="50756" y="31251"/>
                  </a:lnTo>
                  <a:lnTo>
                    <a:pt x="53035" y="15678"/>
                  </a:lnTo>
                  <a:lnTo>
                    <a:pt x="53035" y="8296"/>
                  </a:lnTo>
                  <a:lnTo>
                    <a:pt x="51267" y="4617"/>
                  </a:lnTo>
                  <a:lnTo>
                    <a:pt x="49499" y="1844"/>
                  </a:lnTo>
                  <a:lnTo>
                    <a:pt x="46847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676438" y="5651052"/>
              <a:ext cx="676880" cy="8574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831948" y="5974658"/>
              <a:ext cx="113111" cy="99578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831948" y="6675820"/>
              <a:ext cx="166146" cy="99059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4024604" y="6660590"/>
              <a:ext cx="49530" cy="1597025"/>
            </a:xfrm>
            <a:custGeom>
              <a:avLst/>
              <a:gdLst/>
              <a:ahLst/>
              <a:cxnLst/>
              <a:rect l="l" t="t" r="r" b="b"/>
              <a:pathLst>
                <a:path w="49529" h="1597025">
                  <a:moveTo>
                    <a:pt x="12344" y="1585696"/>
                  </a:moveTo>
                  <a:lnTo>
                    <a:pt x="10579" y="1585696"/>
                  </a:lnTo>
                  <a:lnTo>
                    <a:pt x="0" y="1587525"/>
                  </a:lnTo>
                  <a:lnTo>
                    <a:pt x="0" y="1589379"/>
                  </a:lnTo>
                  <a:lnTo>
                    <a:pt x="6159" y="1589379"/>
                  </a:lnTo>
                  <a:lnTo>
                    <a:pt x="7073" y="1590306"/>
                  </a:lnTo>
                  <a:lnTo>
                    <a:pt x="7073" y="1596440"/>
                  </a:lnTo>
                  <a:lnTo>
                    <a:pt x="12344" y="1596440"/>
                  </a:lnTo>
                  <a:lnTo>
                    <a:pt x="12344" y="1585696"/>
                  </a:lnTo>
                  <a:close/>
                </a:path>
                <a:path w="49529" h="1597025">
                  <a:moveTo>
                    <a:pt x="19443" y="38709"/>
                  </a:moveTo>
                  <a:lnTo>
                    <a:pt x="13233" y="37757"/>
                  </a:lnTo>
                  <a:lnTo>
                    <a:pt x="12344" y="37757"/>
                  </a:lnTo>
                  <a:lnTo>
                    <a:pt x="12344" y="0"/>
                  </a:lnTo>
                  <a:lnTo>
                    <a:pt x="10579" y="0"/>
                  </a:lnTo>
                  <a:lnTo>
                    <a:pt x="0" y="1828"/>
                  </a:lnTo>
                  <a:lnTo>
                    <a:pt x="0" y="3657"/>
                  </a:lnTo>
                  <a:lnTo>
                    <a:pt x="6159" y="3657"/>
                  </a:lnTo>
                  <a:lnTo>
                    <a:pt x="7073" y="5511"/>
                  </a:lnTo>
                  <a:lnTo>
                    <a:pt x="7073" y="35013"/>
                  </a:lnTo>
                  <a:lnTo>
                    <a:pt x="6159" y="35928"/>
                  </a:lnTo>
                  <a:lnTo>
                    <a:pt x="6159" y="36842"/>
                  </a:lnTo>
                  <a:lnTo>
                    <a:pt x="5270" y="36842"/>
                  </a:lnTo>
                  <a:lnTo>
                    <a:pt x="3543" y="37757"/>
                  </a:lnTo>
                  <a:lnTo>
                    <a:pt x="1739" y="37757"/>
                  </a:lnTo>
                  <a:lnTo>
                    <a:pt x="0" y="38709"/>
                  </a:lnTo>
                  <a:lnTo>
                    <a:pt x="0" y="40563"/>
                  </a:lnTo>
                  <a:lnTo>
                    <a:pt x="19443" y="40563"/>
                  </a:lnTo>
                  <a:lnTo>
                    <a:pt x="19443" y="38709"/>
                  </a:lnTo>
                  <a:close/>
                </a:path>
                <a:path w="49529" h="1597025">
                  <a:moveTo>
                    <a:pt x="49466" y="14719"/>
                  </a:moveTo>
                  <a:lnTo>
                    <a:pt x="30911" y="14719"/>
                  </a:lnTo>
                  <a:lnTo>
                    <a:pt x="30911" y="19799"/>
                  </a:lnTo>
                  <a:lnTo>
                    <a:pt x="39751" y="19799"/>
                  </a:lnTo>
                  <a:lnTo>
                    <a:pt x="39751" y="108699"/>
                  </a:lnTo>
                  <a:lnTo>
                    <a:pt x="34391" y="108699"/>
                  </a:lnTo>
                  <a:lnTo>
                    <a:pt x="34391" y="109969"/>
                  </a:lnTo>
                  <a:lnTo>
                    <a:pt x="30911" y="109969"/>
                  </a:lnTo>
                  <a:lnTo>
                    <a:pt x="30911" y="113779"/>
                  </a:lnTo>
                  <a:lnTo>
                    <a:pt x="49466" y="113779"/>
                  </a:lnTo>
                  <a:lnTo>
                    <a:pt x="49466" y="109969"/>
                  </a:lnTo>
                  <a:lnTo>
                    <a:pt x="49466" y="108699"/>
                  </a:lnTo>
                  <a:lnTo>
                    <a:pt x="49466" y="19799"/>
                  </a:lnTo>
                  <a:lnTo>
                    <a:pt x="49466" y="14719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568041" y="5651052"/>
              <a:ext cx="247439" cy="86672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4527411" y="6000475"/>
              <a:ext cx="102235" cy="58419"/>
            </a:xfrm>
            <a:custGeom>
              <a:avLst/>
              <a:gdLst/>
              <a:ahLst/>
              <a:cxnLst/>
              <a:rect l="l" t="t" r="r" b="b"/>
              <a:pathLst>
                <a:path w="102235" h="58420">
                  <a:moveTo>
                    <a:pt x="82174" y="0"/>
                  </a:moveTo>
                  <a:lnTo>
                    <a:pt x="77754" y="0"/>
                  </a:lnTo>
                  <a:lnTo>
                    <a:pt x="70683" y="914"/>
                  </a:lnTo>
                  <a:lnTo>
                    <a:pt x="62727" y="4602"/>
                  </a:lnTo>
                  <a:lnTo>
                    <a:pt x="56540" y="9204"/>
                  </a:lnTo>
                  <a:lnTo>
                    <a:pt x="53888" y="2743"/>
                  </a:lnTo>
                  <a:lnTo>
                    <a:pt x="48585" y="0"/>
                  </a:lnTo>
                  <a:lnTo>
                    <a:pt x="32674" y="0"/>
                  </a:lnTo>
                  <a:lnTo>
                    <a:pt x="25603" y="3688"/>
                  </a:lnTo>
                  <a:lnTo>
                    <a:pt x="20330" y="9204"/>
                  </a:lnTo>
                  <a:lnTo>
                    <a:pt x="20330" y="1828"/>
                  </a:lnTo>
                  <a:lnTo>
                    <a:pt x="16794" y="1828"/>
                  </a:lnTo>
                  <a:lnTo>
                    <a:pt x="0" y="3688"/>
                  </a:lnTo>
                  <a:lnTo>
                    <a:pt x="0" y="7376"/>
                  </a:lnTo>
                  <a:lnTo>
                    <a:pt x="1767" y="7376"/>
                  </a:lnTo>
                  <a:lnTo>
                    <a:pt x="8839" y="8290"/>
                  </a:lnTo>
                  <a:lnTo>
                    <a:pt x="9723" y="11978"/>
                  </a:lnTo>
                  <a:lnTo>
                    <a:pt x="9723" y="49773"/>
                  </a:lnTo>
                  <a:lnTo>
                    <a:pt x="8839" y="53461"/>
                  </a:lnTo>
                  <a:lnTo>
                    <a:pt x="883" y="54376"/>
                  </a:lnTo>
                  <a:lnTo>
                    <a:pt x="883" y="58064"/>
                  </a:lnTo>
                  <a:lnTo>
                    <a:pt x="29138" y="58064"/>
                  </a:lnTo>
                  <a:lnTo>
                    <a:pt x="29138" y="54376"/>
                  </a:lnTo>
                  <a:lnTo>
                    <a:pt x="28254" y="54376"/>
                  </a:lnTo>
                  <a:lnTo>
                    <a:pt x="21183" y="53461"/>
                  </a:lnTo>
                  <a:lnTo>
                    <a:pt x="20330" y="49773"/>
                  </a:lnTo>
                  <a:lnTo>
                    <a:pt x="20330" y="13837"/>
                  </a:lnTo>
                  <a:lnTo>
                    <a:pt x="24719" y="10119"/>
                  </a:lnTo>
                  <a:lnTo>
                    <a:pt x="30937" y="6431"/>
                  </a:lnTo>
                  <a:lnTo>
                    <a:pt x="45933" y="6431"/>
                  </a:lnTo>
                  <a:lnTo>
                    <a:pt x="45933" y="49773"/>
                  </a:lnTo>
                  <a:lnTo>
                    <a:pt x="45049" y="53461"/>
                  </a:lnTo>
                  <a:lnTo>
                    <a:pt x="38008" y="54376"/>
                  </a:lnTo>
                  <a:lnTo>
                    <a:pt x="37094" y="54376"/>
                  </a:lnTo>
                  <a:lnTo>
                    <a:pt x="37094" y="58064"/>
                  </a:lnTo>
                  <a:lnTo>
                    <a:pt x="66263" y="58064"/>
                  </a:lnTo>
                  <a:lnTo>
                    <a:pt x="66263" y="54376"/>
                  </a:lnTo>
                  <a:lnTo>
                    <a:pt x="65379" y="54376"/>
                  </a:lnTo>
                  <a:lnTo>
                    <a:pt x="58308" y="53461"/>
                  </a:lnTo>
                  <a:lnTo>
                    <a:pt x="56540" y="49773"/>
                  </a:lnTo>
                  <a:lnTo>
                    <a:pt x="56540" y="13837"/>
                  </a:lnTo>
                  <a:lnTo>
                    <a:pt x="61843" y="10119"/>
                  </a:lnTo>
                  <a:lnTo>
                    <a:pt x="68031" y="6431"/>
                  </a:lnTo>
                  <a:lnTo>
                    <a:pt x="76870" y="6431"/>
                  </a:lnTo>
                  <a:lnTo>
                    <a:pt x="80406" y="8290"/>
                  </a:lnTo>
                  <a:lnTo>
                    <a:pt x="81290" y="11978"/>
                  </a:lnTo>
                  <a:lnTo>
                    <a:pt x="82174" y="14752"/>
                  </a:lnTo>
                  <a:lnTo>
                    <a:pt x="82174" y="49773"/>
                  </a:lnTo>
                  <a:lnTo>
                    <a:pt x="81290" y="53461"/>
                  </a:lnTo>
                  <a:lnTo>
                    <a:pt x="74218" y="54376"/>
                  </a:lnTo>
                  <a:lnTo>
                    <a:pt x="73334" y="54376"/>
                  </a:lnTo>
                  <a:lnTo>
                    <a:pt x="73334" y="58064"/>
                  </a:lnTo>
                  <a:lnTo>
                    <a:pt x="101620" y="58064"/>
                  </a:lnTo>
                  <a:lnTo>
                    <a:pt x="101620" y="54376"/>
                  </a:lnTo>
                  <a:lnTo>
                    <a:pt x="93665" y="53461"/>
                  </a:lnTo>
                  <a:lnTo>
                    <a:pt x="92781" y="49773"/>
                  </a:lnTo>
                  <a:lnTo>
                    <a:pt x="92781" y="9204"/>
                  </a:lnTo>
                  <a:lnTo>
                    <a:pt x="90129" y="6431"/>
                  </a:lnTo>
                  <a:lnTo>
                    <a:pt x="87477" y="1828"/>
                  </a:lnTo>
                  <a:lnTo>
                    <a:pt x="82174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116802" y="5651052"/>
              <a:ext cx="507220" cy="85740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427514" y="6168267"/>
              <a:ext cx="742270" cy="110611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071137" y="6182075"/>
              <a:ext cx="66263" cy="79278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831949" y="6168267"/>
              <a:ext cx="113111" cy="99547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4527410" y="6194094"/>
              <a:ext cx="613410" cy="58419"/>
            </a:xfrm>
            <a:custGeom>
              <a:avLst/>
              <a:gdLst/>
              <a:ahLst/>
              <a:cxnLst/>
              <a:rect l="l" t="t" r="r" b="b"/>
              <a:pathLst>
                <a:path w="613410" h="58420">
                  <a:moveTo>
                    <a:pt x="101612" y="54368"/>
                  </a:moveTo>
                  <a:lnTo>
                    <a:pt x="93662" y="53454"/>
                  </a:lnTo>
                  <a:lnTo>
                    <a:pt x="92773" y="49771"/>
                  </a:lnTo>
                  <a:lnTo>
                    <a:pt x="92773" y="9194"/>
                  </a:lnTo>
                  <a:lnTo>
                    <a:pt x="90119" y="6426"/>
                  </a:lnTo>
                  <a:lnTo>
                    <a:pt x="87477" y="1828"/>
                  </a:lnTo>
                  <a:lnTo>
                    <a:pt x="82169" y="0"/>
                  </a:lnTo>
                  <a:lnTo>
                    <a:pt x="77749" y="0"/>
                  </a:lnTo>
                  <a:lnTo>
                    <a:pt x="70675" y="914"/>
                  </a:lnTo>
                  <a:lnTo>
                    <a:pt x="62725" y="4597"/>
                  </a:lnTo>
                  <a:lnTo>
                    <a:pt x="56540" y="9194"/>
                  </a:lnTo>
                  <a:lnTo>
                    <a:pt x="53886" y="2743"/>
                  </a:lnTo>
                  <a:lnTo>
                    <a:pt x="48577" y="0"/>
                  </a:lnTo>
                  <a:lnTo>
                    <a:pt x="32664" y="0"/>
                  </a:lnTo>
                  <a:lnTo>
                    <a:pt x="25603" y="3683"/>
                  </a:lnTo>
                  <a:lnTo>
                    <a:pt x="20320" y="9194"/>
                  </a:lnTo>
                  <a:lnTo>
                    <a:pt x="20320" y="1828"/>
                  </a:lnTo>
                  <a:lnTo>
                    <a:pt x="16789" y="1828"/>
                  </a:lnTo>
                  <a:lnTo>
                    <a:pt x="0" y="3683"/>
                  </a:lnTo>
                  <a:lnTo>
                    <a:pt x="0" y="7340"/>
                  </a:lnTo>
                  <a:lnTo>
                    <a:pt x="1765" y="7340"/>
                  </a:lnTo>
                  <a:lnTo>
                    <a:pt x="8839" y="8280"/>
                  </a:lnTo>
                  <a:lnTo>
                    <a:pt x="9715" y="11976"/>
                  </a:lnTo>
                  <a:lnTo>
                    <a:pt x="9715" y="49771"/>
                  </a:lnTo>
                  <a:lnTo>
                    <a:pt x="8839" y="53454"/>
                  </a:lnTo>
                  <a:lnTo>
                    <a:pt x="876" y="54368"/>
                  </a:lnTo>
                  <a:lnTo>
                    <a:pt x="876" y="58064"/>
                  </a:lnTo>
                  <a:lnTo>
                    <a:pt x="29133" y="58064"/>
                  </a:lnTo>
                  <a:lnTo>
                    <a:pt x="29133" y="54368"/>
                  </a:lnTo>
                  <a:lnTo>
                    <a:pt x="28244" y="54368"/>
                  </a:lnTo>
                  <a:lnTo>
                    <a:pt x="21183" y="53454"/>
                  </a:lnTo>
                  <a:lnTo>
                    <a:pt x="20320" y="49771"/>
                  </a:lnTo>
                  <a:lnTo>
                    <a:pt x="20320" y="13804"/>
                  </a:lnTo>
                  <a:lnTo>
                    <a:pt x="24714" y="10109"/>
                  </a:lnTo>
                  <a:lnTo>
                    <a:pt x="30937" y="6426"/>
                  </a:lnTo>
                  <a:lnTo>
                    <a:pt x="45923" y="6426"/>
                  </a:lnTo>
                  <a:lnTo>
                    <a:pt x="45923" y="49771"/>
                  </a:lnTo>
                  <a:lnTo>
                    <a:pt x="45046" y="53454"/>
                  </a:lnTo>
                  <a:lnTo>
                    <a:pt x="37998" y="54368"/>
                  </a:lnTo>
                  <a:lnTo>
                    <a:pt x="37084" y="54368"/>
                  </a:lnTo>
                  <a:lnTo>
                    <a:pt x="37084" y="58064"/>
                  </a:lnTo>
                  <a:lnTo>
                    <a:pt x="66255" y="58064"/>
                  </a:lnTo>
                  <a:lnTo>
                    <a:pt x="66255" y="54368"/>
                  </a:lnTo>
                  <a:lnTo>
                    <a:pt x="65379" y="54368"/>
                  </a:lnTo>
                  <a:lnTo>
                    <a:pt x="58305" y="53454"/>
                  </a:lnTo>
                  <a:lnTo>
                    <a:pt x="56540" y="49771"/>
                  </a:lnTo>
                  <a:lnTo>
                    <a:pt x="56540" y="13804"/>
                  </a:lnTo>
                  <a:lnTo>
                    <a:pt x="61836" y="10109"/>
                  </a:lnTo>
                  <a:lnTo>
                    <a:pt x="68021" y="6426"/>
                  </a:lnTo>
                  <a:lnTo>
                    <a:pt x="76860" y="6426"/>
                  </a:lnTo>
                  <a:lnTo>
                    <a:pt x="80403" y="8280"/>
                  </a:lnTo>
                  <a:lnTo>
                    <a:pt x="81280" y="11976"/>
                  </a:lnTo>
                  <a:lnTo>
                    <a:pt x="82169" y="14744"/>
                  </a:lnTo>
                  <a:lnTo>
                    <a:pt x="82169" y="49771"/>
                  </a:lnTo>
                  <a:lnTo>
                    <a:pt x="81280" y="53454"/>
                  </a:lnTo>
                  <a:lnTo>
                    <a:pt x="74218" y="54368"/>
                  </a:lnTo>
                  <a:lnTo>
                    <a:pt x="73329" y="54368"/>
                  </a:lnTo>
                  <a:lnTo>
                    <a:pt x="73329" y="58064"/>
                  </a:lnTo>
                  <a:lnTo>
                    <a:pt x="101612" y="58064"/>
                  </a:lnTo>
                  <a:lnTo>
                    <a:pt x="101612" y="54368"/>
                  </a:lnTo>
                  <a:close/>
                </a:path>
                <a:path w="613410" h="58420">
                  <a:moveTo>
                    <a:pt x="613257" y="34099"/>
                  </a:moveTo>
                  <a:lnTo>
                    <a:pt x="557568" y="34099"/>
                  </a:lnTo>
                  <a:lnTo>
                    <a:pt x="557568" y="43307"/>
                  </a:lnTo>
                  <a:lnTo>
                    <a:pt x="613257" y="43307"/>
                  </a:lnTo>
                  <a:lnTo>
                    <a:pt x="613257" y="34099"/>
                  </a:lnTo>
                  <a:close/>
                </a:path>
                <a:path w="613410" h="58420">
                  <a:moveTo>
                    <a:pt x="613257" y="11023"/>
                  </a:moveTo>
                  <a:lnTo>
                    <a:pt x="557568" y="11023"/>
                  </a:lnTo>
                  <a:lnTo>
                    <a:pt x="557568" y="20269"/>
                  </a:lnTo>
                  <a:lnTo>
                    <a:pt x="613257" y="20269"/>
                  </a:lnTo>
                  <a:lnTo>
                    <a:pt x="613257" y="11023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183068" y="6194084"/>
              <a:ext cx="92811" cy="88483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5320045" y="6218041"/>
              <a:ext cx="33655" cy="7620"/>
            </a:xfrm>
            <a:custGeom>
              <a:avLst/>
              <a:gdLst/>
              <a:ahLst/>
              <a:cxnLst/>
              <a:rect l="l" t="t" r="r" b="b"/>
              <a:pathLst>
                <a:path w="33654" h="7620">
                  <a:moveTo>
                    <a:pt x="33588" y="0"/>
                  </a:moveTo>
                  <a:lnTo>
                    <a:pt x="3535" y="0"/>
                  </a:lnTo>
                  <a:lnTo>
                    <a:pt x="0" y="7376"/>
                  </a:lnTo>
                  <a:lnTo>
                    <a:pt x="30053" y="7376"/>
                  </a:lnTo>
                  <a:lnTo>
                    <a:pt x="33588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3" name="object 4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395178" y="6194084"/>
              <a:ext cx="89245" cy="88483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081448" y="6346179"/>
              <a:ext cx="1411225" cy="220339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5232560" y="7004453"/>
              <a:ext cx="157480" cy="0"/>
            </a:xfrm>
            <a:custGeom>
              <a:avLst/>
              <a:gdLst/>
              <a:ahLst/>
              <a:cxnLst/>
              <a:rect l="l" t="t" r="r" b="b"/>
              <a:pathLst>
                <a:path w="157479" h="0">
                  <a:moveTo>
                    <a:pt x="0" y="0"/>
                  </a:moveTo>
                  <a:lnTo>
                    <a:pt x="157285" y="0"/>
                  </a:lnTo>
                </a:path>
              </a:pathLst>
            </a:custGeom>
            <a:ln w="6408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5133594" y="6868007"/>
              <a:ext cx="248285" cy="295275"/>
            </a:xfrm>
            <a:custGeom>
              <a:avLst/>
              <a:gdLst/>
              <a:ahLst/>
              <a:cxnLst/>
              <a:rect l="l" t="t" r="r" b="b"/>
              <a:pathLst>
                <a:path w="248285" h="295275">
                  <a:moveTo>
                    <a:pt x="56540" y="153949"/>
                  </a:moveTo>
                  <a:lnTo>
                    <a:pt x="0" y="153949"/>
                  </a:lnTo>
                  <a:lnTo>
                    <a:pt x="0" y="159499"/>
                  </a:lnTo>
                  <a:lnTo>
                    <a:pt x="56540" y="159499"/>
                  </a:lnTo>
                  <a:lnTo>
                    <a:pt x="56540" y="153949"/>
                  </a:lnTo>
                  <a:close/>
                </a:path>
                <a:path w="248285" h="295275">
                  <a:moveTo>
                    <a:pt x="56540" y="132765"/>
                  </a:moveTo>
                  <a:lnTo>
                    <a:pt x="0" y="132765"/>
                  </a:lnTo>
                  <a:lnTo>
                    <a:pt x="0" y="138277"/>
                  </a:lnTo>
                  <a:lnTo>
                    <a:pt x="56540" y="138277"/>
                  </a:lnTo>
                  <a:lnTo>
                    <a:pt x="56540" y="132765"/>
                  </a:lnTo>
                  <a:close/>
                </a:path>
                <a:path w="248285" h="295275">
                  <a:moveTo>
                    <a:pt x="177609" y="78359"/>
                  </a:moveTo>
                  <a:lnTo>
                    <a:pt x="175793" y="73761"/>
                  </a:lnTo>
                  <a:lnTo>
                    <a:pt x="165227" y="46977"/>
                  </a:lnTo>
                  <a:lnTo>
                    <a:pt x="165227" y="73761"/>
                  </a:lnTo>
                  <a:lnTo>
                    <a:pt x="119303" y="73761"/>
                  </a:lnTo>
                  <a:lnTo>
                    <a:pt x="143129" y="19354"/>
                  </a:lnTo>
                  <a:lnTo>
                    <a:pt x="165227" y="73761"/>
                  </a:lnTo>
                  <a:lnTo>
                    <a:pt x="165227" y="46977"/>
                  </a:lnTo>
                  <a:lnTo>
                    <a:pt x="154330" y="19354"/>
                  </a:lnTo>
                  <a:lnTo>
                    <a:pt x="146697" y="0"/>
                  </a:lnTo>
                  <a:lnTo>
                    <a:pt x="113106" y="78359"/>
                  </a:lnTo>
                  <a:lnTo>
                    <a:pt x="177609" y="78359"/>
                  </a:lnTo>
                  <a:close/>
                </a:path>
                <a:path w="248285" h="295275">
                  <a:moveTo>
                    <a:pt x="189979" y="294093"/>
                  </a:moveTo>
                  <a:lnTo>
                    <a:pt x="188125" y="289458"/>
                  </a:lnTo>
                  <a:lnTo>
                    <a:pt x="177609" y="263144"/>
                  </a:lnTo>
                  <a:lnTo>
                    <a:pt x="177609" y="289458"/>
                  </a:lnTo>
                  <a:lnTo>
                    <a:pt x="131673" y="289458"/>
                  </a:lnTo>
                  <a:lnTo>
                    <a:pt x="155511" y="235089"/>
                  </a:lnTo>
                  <a:lnTo>
                    <a:pt x="177609" y="289458"/>
                  </a:lnTo>
                  <a:lnTo>
                    <a:pt x="177609" y="263144"/>
                  </a:lnTo>
                  <a:lnTo>
                    <a:pt x="166408" y="235089"/>
                  </a:lnTo>
                  <a:lnTo>
                    <a:pt x="159042" y="216649"/>
                  </a:lnTo>
                  <a:lnTo>
                    <a:pt x="125488" y="294093"/>
                  </a:lnTo>
                  <a:lnTo>
                    <a:pt x="189979" y="294093"/>
                  </a:lnTo>
                  <a:close/>
                </a:path>
                <a:path w="248285" h="295275">
                  <a:moveTo>
                    <a:pt x="236829" y="238772"/>
                  </a:moveTo>
                  <a:lnTo>
                    <a:pt x="220916" y="238772"/>
                  </a:lnTo>
                  <a:lnTo>
                    <a:pt x="224459" y="217563"/>
                  </a:lnTo>
                  <a:lnTo>
                    <a:pt x="220040" y="217563"/>
                  </a:lnTo>
                  <a:lnTo>
                    <a:pt x="218122" y="225806"/>
                  </a:lnTo>
                  <a:lnTo>
                    <a:pt x="214731" y="232321"/>
                  </a:lnTo>
                  <a:lnTo>
                    <a:pt x="209346" y="236766"/>
                  </a:lnTo>
                  <a:lnTo>
                    <a:pt x="201472" y="238772"/>
                  </a:lnTo>
                  <a:lnTo>
                    <a:pt x="200583" y="242468"/>
                  </a:lnTo>
                  <a:lnTo>
                    <a:pt x="210312" y="242468"/>
                  </a:lnTo>
                  <a:lnTo>
                    <a:pt x="204127" y="275653"/>
                  </a:lnTo>
                  <a:lnTo>
                    <a:pt x="204127" y="278396"/>
                  </a:lnTo>
                  <a:lnTo>
                    <a:pt x="203238" y="282117"/>
                  </a:lnTo>
                  <a:lnTo>
                    <a:pt x="203238" y="293154"/>
                  </a:lnTo>
                  <a:lnTo>
                    <a:pt x="210312" y="295008"/>
                  </a:lnTo>
                  <a:lnTo>
                    <a:pt x="222681" y="295008"/>
                  </a:lnTo>
                  <a:lnTo>
                    <a:pt x="228879" y="292239"/>
                  </a:lnTo>
                  <a:lnTo>
                    <a:pt x="233299" y="288544"/>
                  </a:lnTo>
                  <a:lnTo>
                    <a:pt x="230644" y="284861"/>
                  </a:lnTo>
                  <a:lnTo>
                    <a:pt x="227990" y="287629"/>
                  </a:lnTo>
                  <a:lnTo>
                    <a:pt x="224459" y="290410"/>
                  </a:lnTo>
                  <a:lnTo>
                    <a:pt x="215620" y="290410"/>
                  </a:lnTo>
                  <a:lnTo>
                    <a:pt x="213842" y="287629"/>
                  </a:lnTo>
                  <a:lnTo>
                    <a:pt x="213842" y="276567"/>
                  </a:lnTo>
                  <a:lnTo>
                    <a:pt x="214731" y="273799"/>
                  </a:lnTo>
                  <a:lnTo>
                    <a:pt x="220040" y="242468"/>
                  </a:lnTo>
                  <a:lnTo>
                    <a:pt x="235940" y="242468"/>
                  </a:lnTo>
                  <a:lnTo>
                    <a:pt x="236829" y="238772"/>
                  </a:lnTo>
                  <a:close/>
                </a:path>
                <a:path w="248285" h="295275">
                  <a:moveTo>
                    <a:pt x="248285" y="23037"/>
                  </a:moveTo>
                  <a:lnTo>
                    <a:pt x="245668" y="21209"/>
                  </a:lnTo>
                  <a:lnTo>
                    <a:pt x="243014" y="21209"/>
                  </a:lnTo>
                  <a:lnTo>
                    <a:pt x="235648" y="24053"/>
                  </a:lnTo>
                  <a:lnTo>
                    <a:pt x="228536" y="30873"/>
                  </a:lnTo>
                  <a:lnTo>
                    <a:pt x="222262" y="39077"/>
                  </a:lnTo>
                  <a:lnTo>
                    <a:pt x="217385" y="46075"/>
                  </a:lnTo>
                  <a:lnTo>
                    <a:pt x="210312" y="22123"/>
                  </a:lnTo>
                  <a:lnTo>
                    <a:pt x="206781" y="22123"/>
                  </a:lnTo>
                  <a:lnTo>
                    <a:pt x="202361" y="23952"/>
                  </a:lnTo>
                  <a:lnTo>
                    <a:pt x="197942" y="24892"/>
                  </a:lnTo>
                  <a:lnTo>
                    <a:pt x="193522" y="24892"/>
                  </a:lnTo>
                  <a:lnTo>
                    <a:pt x="192633" y="28587"/>
                  </a:lnTo>
                  <a:lnTo>
                    <a:pt x="201472" y="29502"/>
                  </a:lnTo>
                  <a:lnTo>
                    <a:pt x="203238" y="35013"/>
                  </a:lnTo>
                  <a:lnTo>
                    <a:pt x="205892" y="42418"/>
                  </a:lnTo>
                  <a:lnTo>
                    <a:pt x="207657" y="48856"/>
                  </a:lnTo>
                  <a:lnTo>
                    <a:pt x="204508" y="54610"/>
                  </a:lnTo>
                  <a:lnTo>
                    <a:pt x="200367" y="60960"/>
                  </a:lnTo>
                  <a:lnTo>
                    <a:pt x="195224" y="66090"/>
                  </a:lnTo>
                  <a:lnTo>
                    <a:pt x="189103" y="68211"/>
                  </a:lnTo>
                  <a:lnTo>
                    <a:pt x="186448" y="67297"/>
                  </a:lnTo>
                  <a:lnTo>
                    <a:pt x="182905" y="67297"/>
                  </a:lnTo>
                  <a:lnTo>
                    <a:pt x="179374" y="69126"/>
                  </a:lnTo>
                  <a:lnTo>
                    <a:pt x="179374" y="76530"/>
                  </a:lnTo>
                  <a:lnTo>
                    <a:pt x="182029" y="79273"/>
                  </a:lnTo>
                  <a:lnTo>
                    <a:pt x="185559" y="79273"/>
                  </a:lnTo>
                  <a:lnTo>
                    <a:pt x="193141" y="76542"/>
                  </a:lnTo>
                  <a:lnTo>
                    <a:pt x="199809" y="69824"/>
                  </a:lnTo>
                  <a:lnTo>
                    <a:pt x="205320" y="61391"/>
                  </a:lnTo>
                  <a:lnTo>
                    <a:pt x="209423" y="53454"/>
                  </a:lnTo>
                  <a:lnTo>
                    <a:pt x="213842" y="62687"/>
                  </a:lnTo>
                  <a:lnTo>
                    <a:pt x="216496" y="70065"/>
                  </a:lnTo>
                  <a:lnTo>
                    <a:pt x="220040" y="79273"/>
                  </a:lnTo>
                  <a:lnTo>
                    <a:pt x="234175" y="79273"/>
                  </a:lnTo>
                  <a:lnTo>
                    <a:pt x="240360" y="75590"/>
                  </a:lnTo>
                  <a:lnTo>
                    <a:pt x="243014" y="71894"/>
                  </a:lnTo>
                  <a:lnTo>
                    <a:pt x="241249" y="69126"/>
                  </a:lnTo>
                  <a:lnTo>
                    <a:pt x="238594" y="70980"/>
                  </a:lnTo>
                  <a:lnTo>
                    <a:pt x="236829" y="71894"/>
                  </a:lnTo>
                  <a:lnTo>
                    <a:pt x="235064" y="71894"/>
                  </a:lnTo>
                  <a:lnTo>
                    <a:pt x="229362" y="69354"/>
                  </a:lnTo>
                  <a:lnTo>
                    <a:pt x="225221" y="63258"/>
                  </a:lnTo>
                  <a:lnTo>
                    <a:pt x="222262" y="55956"/>
                  </a:lnTo>
                  <a:lnTo>
                    <a:pt x="220040" y="49771"/>
                  </a:lnTo>
                  <a:lnTo>
                    <a:pt x="222681" y="45161"/>
                  </a:lnTo>
                  <a:lnTo>
                    <a:pt x="226225" y="39649"/>
                  </a:lnTo>
                  <a:lnTo>
                    <a:pt x="230644" y="35966"/>
                  </a:lnTo>
                  <a:lnTo>
                    <a:pt x="233299" y="33185"/>
                  </a:lnTo>
                  <a:lnTo>
                    <a:pt x="235064" y="32270"/>
                  </a:lnTo>
                  <a:lnTo>
                    <a:pt x="243903" y="32270"/>
                  </a:lnTo>
                  <a:lnTo>
                    <a:pt x="248285" y="30416"/>
                  </a:lnTo>
                  <a:lnTo>
                    <a:pt x="248285" y="23037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5589586" y="7517037"/>
              <a:ext cx="156845" cy="0"/>
            </a:xfrm>
            <a:custGeom>
              <a:avLst/>
              <a:gdLst/>
              <a:ahLst/>
              <a:cxnLst/>
              <a:rect l="l" t="t" r="r" b="b"/>
              <a:pathLst>
                <a:path w="156845" h="0">
                  <a:moveTo>
                    <a:pt x="0" y="0"/>
                  </a:moveTo>
                  <a:lnTo>
                    <a:pt x="156390" y="0"/>
                  </a:lnTo>
                </a:path>
              </a:pathLst>
            </a:custGeom>
            <a:ln w="637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5883810" y="7517037"/>
              <a:ext cx="153035" cy="0"/>
            </a:xfrm>
            <a:custGeom>
              <a:avLst/>
              <a:gdLst/>
              <a:ahLst/>
              <a:cxnLst/>
              <a:rect l="l" t="t" r="r" b="b"/>
              <a:pathLst>
                <a:path w="153035" h="0">
                  <a:moveTo>
                    <a:pt x="0" y="0"/>
                  </a:moveTo>
                  <a:lnTo>
                    <a:pt x="152899" y="0"/>
                  </a:lnTo>
                </a:path>
              </a:pathLst>
            </a:custGeom>
            <a:ln w="637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5112385" y="7514272"/>
              <a:ext cx="730250" cy="119380"/>
            </a:xfrm>
            <a:custGeom>
              <a:avLst/>
              <a:gdLst/>
              <a:ahLst/>
              <a:cxnLst/>
              <a:rect l="l" t="t" r="r" b="b"/>
              <a:pathLst>
                <a:path w="730250" h="119379">
                  <a:moveTo>
                    <a:pt x="56565" y="20281"/>
                  </a:moveTo>
                  <a:lnTo>
                    <a:pt x="0" y="20281"/>
                  </a:lnTo>
                  <a:lnTo>
                    <a:pt x="0" y="25819"/>
                  </a:lnTo>
                  <a:lnTo>
                    <a:pt x="56565" y="25819"/>
                  </a:lnTo>
                  <a:lnTo>
                    <a:pt x="56565" y="20281"/>
                  </a:lnTo>
                  <a:close/>
                </a:path>
                <a:path w="730250" h="119379">
                  <a:moveTo>
                    <a:pt x="56565" y="0"/>
                  </a:moveTo>
                  <a:lnTo>
                    <a:pt x="0" y="0"/>
                  </a:lnTo>
                  <a:lnTo>
                    <a:pt x="0" y="5524"/>
                  </a:lnTo>
                  <a:lnTo>
                    <a:pt x="56565" y="5524"/>
                  </a:lnTo>
                  <a:lnTo>
                    <a:pt x="56565" y="0"/>
                  </a:lnTo>
                  <a:close/>
                </a:path>
                <a:path w="730250" h="119379">
                  <a:moveTo>
                    <a:pt x="351701" y="88506"/>
                  </a:moveTo>
                  <a:lnTo>
                    <a:pt x="348170" y="85737"/>
                  </a:lnTo>
                  <a:lnTo>
                    <a:pt x="343750" y="82054"/>
                  </a:lnTo>
                  <a:lnTo>
                    <a:pt x="331368" y="70993"/>
                  </a:lnTo>
                  <a:lnTo>
                    <a:pt x="321652" y="60845"/>
                  </a:lnTo>
                  <a:lnTo>
                    <a:pt x="317233" y="60845"/>
                  </a:lnTo>
                  <a:lnTo>
                    <a:pt x="318998" y="65455"/>
                  </a:lnTo>
                  <a:lnTo>
                    <a:pt x="320763" y="69151"/>
                  </a:lnTo>
                  <a:lnTo>
                    <a:pt x="323418" y="72834"/>
                  </a:lnTo>
                  <a:lnTo>
                    <a:pt x="325183" y="76517"/>
                  </a:lnTo>
                  <a:lnTo>
                    <a:pt x="328726" y="81140"/>
                  </a:lnTo>
                  <a:lnTo>
                    <a:pt x="334022" y="86664"/>
                  </a:lnTo>
                  <a:lnTo>
                    <a:pt x="251853" y="86664"/>
                  </a:lnTo>
                  <a:lnTo>
                    <a:pt x="251853" y="92202"/>
                  </a:lnTo>
                  <a:lnTo>
                    <a:pt x="334022" y="92202"/>
                  </a:lnTo>
                  <a:lnTo>
                    <a:pt x="328726" y="98653"/>
                  </a:lnTo>
                  <a:lnTo>
                    <a:pt x="326072" y="103251"/>
                  </a:lnTo>
                  <a:lnTo>
                    <a:pt x="323418" y="106019"/>
                  </a:lnTo>
                  <a:lnTo>
                    <a:pt x="321652" y="109715"/>
                  </a:lnTo>
                  <a:lnTo>
                    <a:pt x="318998" y="114312"/>
                  </a:lnTo>
                  <a:lnTo>
                    <a:pt x="317233" y="118922"/>
                  </a:lnTo>
                  <a:lnTo>
                    <a:pt x="321652" y="118922"/>
                  </a:lnTo>
                  <a:lnTo>
                    <a:pt x="326072" y="113398"/>
                  </a:lnTo>
                  <a:lnTo>
                    <a:pt x="330492" y="108788"/>
                  </a:lnTo>
                  <a:lnTo>
                    <a:pt x="336677" y="103251"/>
                  </a:lnTo>
                  <a:lnTo>
                    <a:pt x="347281" y="94043"/>
                  </a:lnTo>
                  <a:lnTo>
                    <a:pt x="351701" y="91262"/>
                  </a:lnTo>
                  <a:lnTo>
                    <a:pt x="351701" y="88506"/>
                  </a:lnTo>
                  <a:close/>
                </a:path>
                <a:path w="730250" h="119379">
                  <a:moveTo>
                    <a:pt x="729894" y="20281"/>
                  </a:moveTo>
                  <a:lnTo>
                    <a:pt x="673354" y="20281"/>
                  </a:lnTo>
                  <a:lnTo>
                    <a:pt x="673354" y="25819"/>
                  </a:lnTo>
                  <a:lnTo>
                    <a:pt x="729894" y="25819"/>
                  </a:lnTo>
                  <a:lnTo>
                    <a:pt x="729894" y="20281"/>
                  </a:lnTo>
                  <a:close/>
                </a:path>
                <a:path w="730250" h="119379">
                  <a:moveTo>
                    <a:pt x="729894" y="0"/>
                  </a:moveTo>
                  <a:lnTo>
                    <a:pt x="673354" y="0"/>
                  </a:lnTo>
                  <a:lnTo>
                    <a:pt x="673354" y="5524"/>
                  </a:lnTo>
                  <a:lnTo>
                    <a:pt x="729894" y="5524"/>
                  </a:lnTo>
                  <a:lnTo>
                    <a:pt x="729894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0" name="object 50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277647" y="7412854"/>
              <a:ext cx="155509" cy="82975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5211343" y="7394422"/>
              <a:ext cx="817880" cy="243840"/>
            </a:xfrm>
            <a:custGeom>
              <a:avLst/>
              <a:gdLst/>
              <a:ahLst/>
              <a:cxnLst/>
              <a:rect l="l" t="t" r="r" b="b"/>
              <a:pathLst>
                <a:path w="817879" h="243840">
                  <a:moveTo>
                    <a:pt x="64528" y="237858"/>
                  </a:moveTo>
                  <a:lnTo>
                    <a:pt x="62763" y="233248"/>
                  </a:lnTo>
                  <a:lnTo>
                    <a:pt x="52158" y="205613"/>
                  </a:lnTo>
                  <a:lnTo>
                    <a:pt x="52158" y="233248"/>
                  </a:lnTo>
                  <a:lnTo>
                    <a:pt x="7073" y="233248"/>
                  </a:lnTo>
                  <a:lnTo>
                    <a:pt x="30937" y="178854"/>
                  </a:lnTo>
                  <a:lnTo>
                    <a:pt x="52158" y="233248"/>
                  </a:lnTo>
                  <a:lnTo>
                    <a:pt x="52158" y="205613"/>
                  </a:lnTo>
                  <a:lnTo>
                    <a:pt x="41897" y="178854"/>
                  </a:lnTo>
                  <a:lnTo>
                    <a:pt x="34480" y="159486"/>
                  </a:lnTo>
                  <a:lnTo>
                    <a:pt x="0" y="237858"/>
                  </a:lnTo>
                  <a:lnTo>
                    <a:pt x="64528" y="237858"/>
                  </a:lnTo>
                  <a:close/>
                </a:path>
                <a:path w="817879" h="243840">
                  <a:moveTo>
                    <a:pt x="111353" y="181622"/>
                  </a:moveTo>
                  <a:lnTo>
                    <a:pt x="95440" y="181622"/>
                  </a:lnTo>
                  <a:lnTo>
                    <a:pt x="98971" y="161340"/>
                  </a:lnTo>
                  <a:lnTo>
                    <a:pt x="94589" y="161340"/>
                  </a:lnTo>
                  <a:lnTo>
                    <a:pt x="92786" y="169570"/>
                  </a:lnTo>
                  <a:lnTo>
                    <a:pt x="89585" y="175971"/>
                  </a:lnTo>
                  <a:lnTo>
                    <a:pt x="84251" y="180136"/>
                  </a:lnTo>
                  <a:lnTo>
                    <a:pt x="76022" y="181622"/>
                  </a:lnTo>
                  <a:lnTo>
                    <a:pt x="75133" y="185305"/>
                  </a:lnTo>
                  <a:lnTo>
                    <a:pt x="84836" y="185305"/>
                  </a:lnTo>
                  <a:lnTo>
                    <a:pt x="79552" y="218503"/>
                  </a:lnTo>
                  <a:lnTo>
                    <a:pt x="77762" y="225869"/>
                  </a:lnTo>
                  <a:lnTo>
                    <a:pt x="77762" y="236016"/>
                  </a:lnTo>
                  <a:lnTo>
                    <a:pt x="84836" y="238772"/>
                  </a:lnTo>
                  <a:lnTo>
                    <a:pt x="97205" y="238772"/>
                  </a:lnTo>
                  <a:lnTo>
                    <a:pt x="103390" y="236016"/>
                  </a:lnTo>
                  <a:lnTo>
                    <a:pt x="107810" y="231406"/>
                  </a:lnTo>
                  <a:lnTo>
                    <a:pt x="105156" y="228638"/>
                  </a:lnTo>
                  <a:lnTo>
                    <a:pt x="102514" y="231406"/>
                  </a:lnTo>
                  <a:lnTo>
                    <a:pt x="98971" y="233248"/>
                  </a:lnTo>
                  <a:lnTo>
                    <a:pt x="90131" y="233248"/>
                  </a:lnTo>
                  <a:lnTo>
                    <a:pt x="88366" y="230479"/>
                  </a:lnTo>
                  <a:lnTo>
                    <a:pt x="88366" y="223100"/>
                  </a:lnTo>
                  <a:lnTo>
                    <a:pt x="89255" y="219417"/>
                  </a:lnTo>
                  <a:lnTo>
                    <a:pt x="89255" y="216649"/>
                  </a:lnTo>
                  <a:lnTo>
                    <a:pt x="94589" y="185305"/>
                  </a:lnTo>
                  <a:lnTo>
                    <a:pt x="110464" y="185305"/>
                  </a:lnTo>
                  <a:lnTo>
                    <a:pt x="111353" y="181622"/>
                  </a:lnTo>
                  <a:close/>
                </a:path>
                <a:path w="817879" h="243840">
                  <a:moveTo>
                    <a:pt x="357022" y="189001"/>
                  </a:moveTo>
                  <a:lnTo>
                    <a:pt x="355777" y="177482"/>
                  </a:lnTo>
                  <a:lnTo>
                    <a:pt x="351713" y="167449"/>
                  </a:lnTo>
                  <a:lnTo>
                    <a:pt x="346405" y="162331"/>
                  </a:lnTo>
                  <a:lnTo>
                    <a:pt x="346405" y="183464"/>
                  </a:lnTo>
                  <a:lnTo>
                    <a:pt x="346075" y="189001"/>
                  </a:lnTo>
                  <a:lnTo>
                    <a:pt x="339344" y="218503"/>
                  </a:lnTo>
                  <a:lnTo>
                    <a:pt x="337566" y="224028"/>
                  </a:lnTo>
                  <a:lnTo>
                    <a:pt x="330504" y="231406"/>
                  </a:lnTo>
                  <a:lnTo>
                    <a:pt x="325196" y="234162"/>
                  </a:lnTo>
                  <a:lnTo>
                    <a:pt x="315468" y="234162"/>
                  </a:lnTo>
                  <a:lnTo>
                    <a:pt x="311937" y="231406"/>
                  </a:lnTo>
                  <a:lnTo>
                    <a:pt x="310172" y="227711"/>
                  </a:lnTo>
                  <a:lnTo>
                    <a:pt x="307517" y="223100"/>
                  </a:lnTo>
                  <a:lnTo>
                    <a:pt x="306628" y="217576"/>
                  </a:lnTo>
                  <a:lnTo>
                    <a:pt x="306628" y="212966"/>
                  </a:lnTo>
                  <a:lnTo>
                    <a:pt x="306908" y="208356"/>
                  </a:lnTo>
                  <a:lnTo>
                    <a:pt x="306984" y="206933"/>
                  </a:lnTo>
                  <a:lnTo>
                    <a:pt x="313702" y="178854"/>
                  </a:lnTo>
                  <a:lnTo>
                    <a:pt x="315468" y="173329"/>
                  </a:lnTo>
                  <a:lnTo>
                    <a:pt x="318122" y="169633"/>
                  </a:lnTo>
                  <a:lnTo>
                    <a:pt x="321665" y="165023"/>
                  </a:lnTo>
                  <a:lnTo>
                    <a:pt x="326961" y="162255"/>
                  </a:lnTo>
                  <a:lnTo>
                    <a:pt x="332270" y="162255"/>
                  </a:lnTo>
                  <a:lnTo>
                    <a:pt x="339318" y="164274"/>
                  </a:lnTo>
                  <a:lnTo>
                    <a:pt x="343649" y="169405"/>
                  </a:lnTo>
                  <a:lnTo>
                    <a:pt x="345757" y="176085"/>
                  </a:lnTo>
                  <a:lnTo>
                    <a:pt x="345821" y="176263"/>
                  </a:lnTo>
                  <a:lnTo>
                    <a:pt x="346329" y="182537"/>
                  </a:lnTo>
                  <a:lnTo>
                    <a:pt x="346405" y="183464"/>
                  </a:lnTo>
                  <a:lnTo>
                    <a:pt x="346405" y="162331"/>
                  </a:lnTo>
                  <a:lnTo>
                    <a:pt x="344335" y="160337"/>
                  </a:lnTo>
                  <a:lnTo>
                    <a:pt x="333146" y="157645"/>
                  </a:lnTo>
                  <a:lnTo>
                    <a:pt x="324002" y="158978"/>
                  </a:lnTo>
                  <a:lnTo>
                    <a:pt x="298018" y="191528"/>
                  </a:lnTo>
                  <a:lnTo>
                    <a:pt x="295148" y="208356"/>
                  </a:lnTo>
                  <a:lnTo>
                    <a:pt x="296646" y="220256"/>
                  </a:lnTo>
                  <a:lnTo>
                    <a:pt x="301218" y="230251"/>
                  </a:lnTo>
                  <a:lnTo>
                    <a:pt x="308940" y="237134"/>
                  </a:lnTo>
                  <a:lnTo>
                    <a:pt x="319887" y="239699"/>
                  </a:lnTo>
                  <a:lnTo>
                    <a:pt x="328663" y="238391"/>
                  </a:lnTo>
                  <a:lnTo>
                    <a:pt x="336359" y="234746"/>
                  </a:lnTo>
                  <a:lnTo>
                    <a:pt x="337045" y="234162"/>
                  </a:lnTo>
                  <a:lnTo>
                    <a:pt x="342887" y="229196"/>
                  </a:lnTo>
                  <a:lnTo>
                    <a:pt x="356857" y="191528"/>
                  </a:lnTo>
                  <a:lnTo>
                    <a:pt x="356971" y="189750"/>
                  </a:lnTo>
                  <a:lnTo>
                    <a:pt x="357022" y="189001"/>
                  </a:lnTo>
                  <a:close/>
                </a:path>
                <a:path w="817879" h="243840">
                  <a:moveTo>
                    <a:pt x="455980" y="78359"/>
                  </a:moveTo>
                  <a:lnTo>
                    <a:pt x="454164" y="73748"/>
                  </a:lnTo>
                  <a:lnTo>
                    <a:pt x="443611" y="47015"/>
                  </a:lnTo>
                  <a:lnTo>
                    <a:pt x="443611" y="73748"/>
                  </a:lnTo>
                  <a:lnTo>
                    <a:pt x="398564" y="73748"/>
                  </a:lnTo>
                  <a:lnTo>
                    <a:pt x="421513" y="19367"/>
                  </a:lnTo>
                  <a:lnTo>
                    <a:pt x="443611" y="73748"/>
                  </a:lnTo>
                  <a:lnTo>
                    <a:pt x="443611" y="47015"/>
                  </a:lnTo>
                  <a:lnTo>
                    <a:pt x="432701" y="19367"/>
                  </a:lnTo>
                  <a:lnTo>
                    <a:pt x="425043" y="0"/>
                  </a:lnTo>
                  <a:lnTo>
                    <a:pt x="391490" y="78359"/>
                  </a:lnTo>
                  <a:lnTo>
                    <a:pt x="455980" y="78359"/>
                  </a:lnTo>
                  <a:close/>
                </a:path>
                <a:path w="817879" h="243840">
                  <a:moveTo>
                    <a:pt x="468363" y="242468"/>
                  </a:moveTo>
                  <a:lnTo>
                    <a:pt x="466547" y="237858"/>
                  </a:lnTo>
                  <a:lnTo>
                    <a:pt x="455980" y="211099"/>
                  </a:lnTo>
                  <a:lnTo>
                    <a:pt x="455980" y="237858"/>
                  </a:lnTo>
                  <a:lnTo>
                    <a:pt x="410057" y="237858"/>
                  </a:lnTo>
                  <a:lnTo>
                    <a:pt x="433882" y="183464"/>
                  </a:lnTo>
                  <a:lnTo>
                    <a:pt x="455980" y="237858"/>
                  </a:lnTo>
                  <a:lnTo>
                    <a:pt x="455980" y="211099"/>
                  </a:lnTo>
                  <a:lnTo>
                    <a:pt x="445071" y="183464"/>
                  </a:lnTo>
                  <a:lnTo>
                    <a:pt x="437426" y="164096"/>
                  </a:lnTo>
                  <a:lnTo>
                    <a:pt x="403834" y="242468"/>
                  </a:lnTo>
                  <a:lnTo>
                    <a:pt x="468363" y="242468"/>
                  </a:lnTo>
                  <a:close/>
                </a:path>
                <a:path w="817879" h="243840">
                  <a:moveTo>
                    <a:pt x="514299" y="186232"/>
                  </a:moveTo>
                  <a:lnTo>
                    <a:pt x="499300" y="186232"/>
                  </a:lnTo>
                  <a:lnTo>
                    <a:pt x="502805" y="165950"/>
                  </a:lnTo>
                  <a:lnTo>
                    <a:pt x="498386" y="165950"/>
                  </a:lnTo>
                  <a:lnTo>
                    <a:pt x="496125" y="174167"/>
                  </a:lnTo>
                  <a:lnTo>
                    <a:pt x="492772" y="180581"/>
                  </a:lnTo>
                  <a:lnTo>
                    <a:pt x="487603" y="184746"/>
                  </a:lnTo>
                  <a:lnTo>
                    <a:pt x="479856" y="186232"/>
                  </a:lnTo>
                  <a:lnTo>
                    <a:pt x="478967" y="189915"/>
                  </a:lnTo>
                  <a:lnTo>
                    <a:pt x="488696" y="189915"/>
                  </a:lnTo>
                  <a:lnTo>
                    <a:pt x="482473" y="223100"/>
                  </a:lnTo>
                  <a:lnTo>
                    <a:pt x="482473" y="226796"/>
                  </a:lnTo>
                  <a:lnTo>
                    <a:pt x="481622" y="230479"/>
                  </a:lnTo>
                  <a:lnTo>
                    <a:pt x="481622" y="241554"/>
                  </a:lnTo>
                  <a:lnTo>
                    <a:pt x="488696" y="243382"/>
                  </a:lnTo>
                  <a:lnTo>
                    <a:pt x="501040" y="243382"/>
                  </a:lnTo>
                  <a:lnTo>
                    <a:pt x="507250" y="240626"/>
                  </a:lnTo>
                  <a:lnTo>
                    <a:pt x="511670" y="236016"/>
                  </a:lnTo>
                  <a:lnTo>
                    <a:pt x="508990" y="233248"/>
                  </a:lnTo>
                  <a:lnTo>
                    <a:pt x="506336" y="236016"/>
                  </a:lnTo>
                  <a:lnTo>
                    <a:pt x="502805" y="237858"/>
                  </a:lnTo>
                  <a:lnTo>
                    <a:pt x="493966" y="237858"/>
                  </a:lnTo>
                  <a:lnTo>
                    <a:pt x="492226" y="235102"/>
                  </a:lnTo>
                  <a:lnTo>
                    <a:pt x="492226" y="224028"/>
                  </a:lnTo>
                  <a:lnTo>
                    <a:pt x="493115" y="221259"/>
                  </a:lnTo>
                  <a:lnTo>
                    <a:pt x="498386" y="189915"/>
                  </a:lnTo>
                  <a:lnTo>
                    <a:pt x="514299" y="189915"/>
                  </a:lnTo>
                  <a:lnTo>
                    <a:pt x="514299" y="186232"/>
                  </a:lnTo>
                  <a:close/>
                </a:path>
                <a:path w="817879" h="243840">
                  <a:moveTo>
                    <a:pt x="525780" y="23050"/>
                  </a:moveTo>
                  <a:lnTo>
                    <a:pt x="524014" y="21196"/>
                  </a:lnTo>
                  <a:lnTo>
                    <a:pt x="521360" y="21196"/>
                  </a:lnTo>
                  <a:lnTo>
                    <a:pt x="514019" y="24053"/>
                  </a:lnTo>
                  <a:lnTo>
                    <a:pt x="506907" y="30886"/>
                  </a:lnTo>
                  <a:lnTo>
                    <a:pt x="500621" y="39090"/>
                  </a:lnTo>
                  <a:lnTo>
                    <a:pt x="495757" y="46101"/>
                  </a:lnTo>
                  <a:lnTo>
                    <a:pt x="487807" y="22123"/>
                  </a:lnTo>
                  <a:lnTo>
                    <a:pt x="485152" y="22123"/>
                  </a:lnTo>
                  <a:lnTo>
                    <a:pt x="480733" y="23977"/>
                  </a:lnTo>
                  <a:lnTo>
                    <a:pt x="476313" y="24892"/>
                  </a:lnTo>
                  <a:lnTo>
                    <a:pt x="471017" y="25819"/>
                  </a:lnTo>
                  <a:lnTo>
                    <a:pt x="471017" y="28587"/>
                  </a:lnTo>
                  <a:lnTo>
                    <a:pt x="479856" y="30429"/>
                  </a:lnTo>
                  <a:lnTo>
                    <a:pt x="480733" y="35039"/>
                  </a:lnTo>
                  <a:lnTo>
                    <a:pt x="484276" y="42405"/>
                  </a:lnTo>
                  <a:lnTo>
                    <a:pt x="486003" y="48856"/>
                  </a:lnTo>
                  <a:lnTo>
                    <a:pt x="482866" y="54610"/>
                  </a:lnTo>
                  <a:lnTo>
                    <a:pt x="478726" y="60960"/>
                  </a:lnTo>
                  <a:lnTo>
                    <a:pt x="473608" y="66103"/>
                  </a:lnTo>
                  <a:lnTo>
                    <a:pt x="467474" y="68224"/>
                  </a:lnTo>
                  <a:lnTo>
                    <a:pt x="464820" y="67297"/>
                  </a:lnTo>
                  <a:lnTo>
                    <a:pt x="461289" y="67297"/>
                  </a:lnTo>
                  <a:lnTo>
                    <a:pt x="457758" y="69151"/>
                  </a:lnTo>
                  <a:lnTo>
                    <a:pt x="457758" y="76517"/>
                  </a:lnTo>
                  <a:lnTo>
                    <a:pt x="460400" y="79286"/>
                  </a:lnTo>
                  <a:lnTo>
                    <a:pt x="463943" y="79286"/>
                  </a:lnTo>
                  <a:lnTo>
                    <a:pt x="471525" y="76555"/>
                  </a:lnTo>
                  <a:lnTo>
                    <a:pt x="478193" y="69837"/>
                  </a:lnTo>
                  <a:lnTo>
                    <a:pt x="483704" y="61391"/>
                  </a:lnTo>
                  <a:lnTo>
                    <a:pt x="487807" y="53467"/>
                  </a:lnTo>
                  <a:lnTo>
                    <a:pt x="491337" y="62699"/>
                  </a:lnTo>
                  <a:lnTo>
                    <a:pt x="494880" y="70065"/>
                  </a:lnTo>
                  <a:lnTo>
                    <a:pt x="497497" y="79286"/>
                  </a:lnTo>
                  <a:lnTo>
                    <a:pt x="511670" y="79286"/>
                  </a:lnTo>
                  <a:lnTo>
                    <a:pt x="517829" y="75603"/>
                  </a:lnTo>
                  <a:lnTo>
                    <a:pt x="521360" y="71907"/>
                  </a:lnTo>
                  <a:lnTo>
                    <a:pt x="518718" y="69151"/>
                  </a:lnTo>
                  <a:lnTo>
                    <a:pt x="516940" y="70993"/>
                  </a:lnTo>
                  <a:lnTo>
                    <a:pt x="515213" y="71907"/>
                  </a:lnTo>
                  <a:lnTo>
                    <a:pt x="512521" y="71907"/>
                  </a:lnTo>
                  <a:lnTo>
                    <a:pt x="507326" y="69354"/>
                  </a:lnTo>
                  <a:lnTo>
                    <a:pt x="503466" y="63271"/>
                  </a:lnTo>
                  <a:lnTo>
                    <a:pt x="500595" y="55968"/>
                  </a:lnTo>
                  <a:lnTo>
                    <a:pt x="498386" y="49784"/>
                  </a:lnTo>
                  <a:lnTo>
                    <a:pt x="501040" y="45173"/>
                  </a:lnTo>
                  <a:lnTo>
                    <a:pt x="504571" y="39649"/>
                  </a:lnTo>
                  <a:lnTo>
                    <a:pt x="508990" y="35953"/>
                  </a:lnTo>
                  <a:lnTo>
                    <a:pt x="511670" y="33185"/>
                  </a:lnTo>
                  <a:lnTo>
                    <a:pt x="513410" y="32270"/>
                  </a:lnTo>
                  <a:lnTo>
                    <a:pt x="522249" y="32270"/>
                  </a:lnTo>
                  <a:lnTo>
                    <a:pt x="525780" y="30429"/>
                  </a:lnTo>
                  <a:lnTo>
                    <a:pt x="525780" y="23050"/>
                  </a:lnTo>
                  <a:close/>
                </a:path>
                <a:path w="817879" h="243840">
                  <a:moveTo>
                    <a:pt x="805040" y="186232"/>
                  </a:moveTo>
                  <a:lnTo>
                    <a:pt x="790016" y="186232"/>
                  </a:lnTo>
                  <a:lnTo>
                    <a:pt x="793546" y="165950"/>
                  </a:lnTo>
                  <a:lnTo>
                    <a:pt x="789127" y="165950"/>
                  </a:lnTo>
                  <a:lnTo>
                    <a:pt x="786853" y="174167"/>
                  </a:lnTo>
                  <a:lnTo>
                    <a:pt x="783501" y="180581"/>
                  </a:lnTo>
                  <a:lnTo>
                    <a:pt x="778319" y="184746"/>
                  </a:lnTo>
                  <a:lnTo>
                    <a:pt x="770572" y="186232"/>
                  </a:lnTo>
                  <a:lnTo>
                    <a:pt x="769683" y="189915"/>
                  </a:lnTo>
                  <a:lnTo>
                    <a:pt x="779411" y="189915"/>
                  </a:lnTo>
                  <a:lnTo>
                    <a:pt x="773226" y="223100"/>
                  </a:lnTo>
                  <a:lnTo>
                    <a:pt x="773226" y="226796"/>
                  </a:lnTo>
                  <a:lnTo>
                    <a:pt x="772337" y="230479"/>
                  </a:lnTo>
                  <a:lnTo>
                    <a:pt x="772337" y="241554"/>
                  </a:lnTo>
                  <a:lnTo>
                    <a:pt x="779411" y="243382"/>
                  </a:lnTo>
                  <a:lnTo>
                    <a:pt x="791781" y="243382"/>
                  </a:lnTo>
                  <a:lnTo>
                    <a:pt x="797941" y="240626"/>
                  </a:lnTo>
                  <a:lnTo>
                    <a:pt x="802386" y="236016"/>
                  </a:lnTo>
                  <a:lnTo>
                    <a:pt x="799744" y="233248"/>
                  </a:lnTo>
                  <a:lnTo>
                    <a:pt x="797090" y="236016"/>
                  </a:lnTo>
                  <a:lnTo>
                    <a:pt x="793546" y="237858"/>
                  </a:lnTo>
                  <a:lnTo>
                    <a:pt x="784707" y="237858"/>
                  </a:lnTo>
                  <a:lnTo>
                    <a:pt x="782942" y="235102"/>
                  </a:lnTo>
                  <a:lnTo>
                    <a:pt x="782942" y="224028"/>
                  </a:lnTo>
                  <a:lnTo>
                    <a:pt x="783831" y="221259"/>
                  </a:lnTo>
                  <a:lnTo>
                    <a:pt x="789127" y="189915"/>
                  </a:lnTo>
                  <a:lnTo>
                    <a:pt x="805040" y="189915"/>
                  </a:lnTo>
                  <a:lnTo>
                    <a:pt x="805040" y="186232"/>
                  </a:lnTo>
                  <a:close/>
                </a:path>
                <a:path w="817879" h="243840">
                  <a:moveTo>
                    <a:pt x="817384" y="23050"/>
                  </a:moveTo>
                  <a:lnTo>
                    <a:pt x="814768" y="21196"/>
                  </a:lnTo>
                  <a:lnTo>
                    <a:pt x="812114" y="21196"/>
                  </a:lnTo>
                  <a:lnTo>
                    <a:pt x="805141" y="24053"/>
                  </a:lnTo>
                  <a:lnTo>
                    <a:pt x="798080" y="30886"/>
                  </a:lnTo>
                  <a:lnTo>
                    <a:pt x="791857" y="39090"/>
                  </a:lnTo>
                  <a:lnTo>
                    <a:pt x="787361" y="46101"/>
                  </a:lnTo>
                  <a:lnTo>
                    <a:pt x="779411" y="22123"/>
                  </a:lnTo>
                  <a:lnTo>
                    <a:pt x="776757" y="22123"/>
                  </a:lnTo>
                  <a:lnTo>
                    <a:pt x="772337" y="23977"/>
                  </a:lnTo>
                  <a:lnTo>
                    <a:pt x="767029" y="24892"/>
                  </a:lnTo>
                  <a:lnTo>
                    <a:pt x="762609" y="25819"/>
                  </a:lnTo>
                  <a:lnTo>
                    <a:pt x="761733" y="28587"/>
                  </a:lnTo>
                  <a:lnTo>
                    <a:pt x="770572" y="30429"/>
                  </a:lnTo>
                  <a:lnTo>
                    <a:pt x="772337" y="35039"/>
                  </a:lnTo>
                  <a:lnTo>
                    <a:pt x="774992" y="42405"/>
                  </a:lnTo>
                  <a:lnTo>
                    <a:pt x="777646" y="48856"/>
                  </a:lnTo>
                  <a:lnTo>
                    <a:pt x="774001" y="54610"/>
                  </a:lnTo>
                  <a:lnTo>
                    <a:pt x="769683" y="60960"/>
                  </a:lnTo>
                  <a:lnTo>
                    <a:pt x="764717" y="66103"/>
                  </a:lnTo>
                  <a:lnTo>
                    <a:pt x="759079" y="68224"/>
                  </a:lnTo>
                  <a:lnTo>
                    <a:pt x="756424" y="67297"/>
                  </a:lnTo>
                  <a:lnTo>
                    <a:pt x="752894" y="67297"/>
                  </a:lnTo>
                  <a:lnTo>
                    <a:pt x="749350" y="69151"/>
                  </a:lnTo>
                  <a:lnTo>
                    <a:pt x="749350" y="76517"/>
                  </a:lnTo>
                  <a:lnTo>
                    <a:pt x="751128" y="79286"/>
                  </a:lnTo>
                  <a:lnTo>
                    <a:pt x="754659" y="79286"/>
                  </a:lnTo>
                  <a:lnTo>
                    <a:pt x="762254" y="76555"/>
                  </a:lnTo>
                  <a:lnTo>
                    <a:pt x="769023" y="69837"/>
                  </a:lnTo>
                  <a:lnTo>
                    <a:pt x="774801" y="61391"/>
                  </a:lnTo>
                  <a:lnTo>
                    <a:pt x="779411" y="53467"/>
                  </a:lnTo>
                  <a:lnTo>
                    <a:pt x="782942" y="62699"/>
                  </a:lnTo>
                  <a:lnTo>
                    <a:pt x="785596" y="70065"/>
                  </a:lnTo>
                  <a:lnTo>
                    <a:pt x="789127" y="79286"/>
                  </a:lnTo>
                  <a:lnTo>
                    <a:pt x="803275" y="79286"/>
                  </a:lnTo>
                  <a:lnTo>
                    <a:pt x="809434" y="75603"/>
                  </a:lnTo>
                  <a:lnTo>
                    <a:pt x="812114" y="71907"/>
                  </a:lnTo>
                  <a:lnTo>
                    <a:pt x="810348" y="69151"/>
                  </a:lnTo>
                  <a:lnTo>
                    <a:pt x="808583" y="70993"/>
                  </a:lnTo>
                  <a:lnTo>
                    <a:pt x="806805" y="71907"/>
                  </a:lnTo>
                  <a:lnTo>
                    <a:pt x="804164" y="71907"/>
                  </a:lnTo>
                  <a:lnTo>
                    <a:pt x="798449" y="69354"/>
                  </a:lnTo>
                  <a:lnTo>
                    <a:pt x="794321" y="63271"/>
                  </a:lnTo>
                  <a:lnTo>
                    <a:pt x="791349" y="55968"/>
                  </a:lnTo>
                  <a:lnTo>
                    <a:pt x="789127" y="49784"/>
                  </a:lnTo>
                  <a:lnTo>
                    <a:pt x="791781" y="45173"/>
                  </a:lnTo>
                  <a:lnTo>
                    <a:pt x="795324" y="39649"/>
                  </a:lnTo>
                  <a:lnTo>
                    <a:pt x="799744" y="35953"/>
                  </a:lnTo>
                  <a:lnTo>
                    <a:pt x="802386" y="33185"/>
                  </a:lnTo>
                  <a:lnTo>
                    <a:pt x="804164" y="32270"/>
                  </a:lnTo>
                  <a:lnTo>
                    <a:pt x="812965" y="32270"/>
                  </a:lnTo>
                  <a:lnTo>
                    <a:pt x="817384" y="30429"/>
                  </a:lnTo>
                  <a:lnTo>
                    <a:pt x="817384" y="2305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2" name="object 52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101778" y="7843396"/>
              <a:ext cx="1420064" cy="219419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1238407" y="6125863"/>
              <a:ext cx="5492115" cy="0"/>
            </a:xfrm>
            <a:custGeom>
              <a:avLst/>
              <a:gdLst/>
              <a:ahLst/>
              <a:cxnLst/>
              <a:rect l="l" t="t" r="r" b="b"/>
              <a:pathLst>
                <a:path w="5492115" h="0">
                  <a:moveTo>
                    <a:pt x="0" y="0"/>
                  </a:moveTo>
                  <a:lnTo>
                    <a:pt x="5491976" y="0"/>
                  </a:lnTo>
                  <a:lnTo>
                    <a:pt x="0" y="0"/>
                  </a:lnTo>
                  <a:close/>
                </a:path>
              </a:pathLst>
            </a:custGeom>
            <a:ln w="63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1267564" y="6612641"/>
              <a:ext cx="5491480" cy="0"/>
            </a:xfrm>
            <a:custGeom>
              <a:avLst/>
              <a:gdLst/>
              <a:ahLst/>
              <a:cxnLst/>
              <a:rect l="l" t="t" r="r" b="b"/>
              <a:pathLst>
                <a:path w="5491480" h="0">
                  <a:moveTo>
                    <a:pt x="0" y="0"/>
                  </a:moveTo>
                  <a:lnTo>
                    <a:pt x="5491102" y="0"/>
                  </a:lnTo>
                  <a:lnTo>
                    <a:pt x="0" y="0"/>
                  </a:lnTo>
                  <a:close/>
                </a:path>
              </a:pathLst>
            </a:custGeom>
            <a:ln w="63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3156847" y="6206062"/>
              <a:ext cx="69215" cy="59055"/>
            </a:xfrm>
            <a:custGeom>
              <a:avLst/>
              <a:gdLst/>
              <a:ahLst/>
              <a:cxnLst/>
              <a:rect l="l" t="t" r="r" b="b"/>
              <a:pathLst>
                <a:path w="69214" h="59054">
                  <a:moveTo>
                    <a:pt x="67147" y="0"/>
                  </a:moveTo>
                  <a:lnTo>
                    <a:pt x="64495" y="0"/>
                  </a:lnTo>
                  <a:lnTo>
                    <a:pt x="57010" y="2867"/>
                  </a:lnTo>
                  <a:lnTo>
                    <a:pt x="49690" y="9799"/>
                  </a:lnTo>
                  <a:lnTo>
                    <a:pt x="43364" y="18285"/>
                  </a:lnTo>
                  <a:lnTo>
                    <a:pt x="38862" y="25816"/>
                  </a:lnTo>
                  <a:lnTo>
                    <a:pt x="30937" y="1828"/>
                  </a:lnTo>
                  <a:lnTo>
                    <a:pt x="27401" y="1828"/>
                  </a:lnTo>
                  <a:lnTo>
                    <a:pt x="22981" y="3688"/>
                  </a:lnTo>
                  <a:lnTo>
                    <a:pt x="18562" y="4602"/>
                  </a:lnTo>
                  <a:lnTo>
                    <a:pt x="13258" y="4602"/>
                  </a:lnTo>
                  <a:lnTo>
                    <a:pt x="13258" y="8290"/>
                  </a:lnTo>
                  <a:lnTo>
                    <a:pt x="22098" y="9204"/>
                  </a:lnTo>
                  <a:lnTo>
                    <a:pt x="23865" y="14752"/>
                  </a:lnTo>
                  <a:lnTo>
                    <a:pt x="26517" y="22128"/>
                  </a:lnTo>
                  <a:lnTo>
                    <a:pt x="28254" y="28559"/>
                  </a:lnTo>
                  <a:lnTo>
                    <a:pt x="25110" y="34314"/>
                  </a:lnTo>
                  <a:lnTo>
                    <a:pt x="20977" y="40675"/>
                  </a:lnTo>
                  <a:lnTo>
                    <a:pt x="15850" y="45824"/>
                  </a:lnTo>
                  <a:lnTo>
                    <a:pt x="9723" y="47945"/>
                  </a:lnTo>
                  <a:lnTo>
                    <a:pt x="7071" y="47945"/>
                  </a:lnTo>
                  <a:lnTo>
                    <a:pt x="3535" y="47030"/>
                  </a:lnTo>
                  <a:lnTo>
                    <a:pt x="0" y="48859"/>
                  </a:lnTo>
                  <a:lnTo>
                    <a:pt x="0" y="56235"/>
                  </a:lnTo>
                  <a:lnTo>
                    <a:pt x="2651" y="58978"/>
                  </a:lnTo>
                  <a:lnTo>
                    <a:pt x="5303" y="58978"/>
                  </a:lnTo>
                  <a:lnTo>
                    <a:pt x="13384" y="56244"/>
                  </a:lnTo>
                  <a:lnTo>
                    <a:pt x="20318" y="49537"/>
                  </a:lnTo>
                  <a:lnTo>
                    <a:pt x="25933" y="41105"/>
                  </a:lnTo>
                  <a:lnTo>
                    <a:pt x="30053" y="33192"/>
                  </a:lnTo>
                  <a:lnTo>
                    <a:pt x="34472" y="42397"/>
                  </a:lnTo>
                  <a:lnTo>
                    <a:pt x="37124" y="50688"/>
                  </a:lnTo>
                  <a:lnTo>
                    <a:pt x="40629" y="58978"/>
                  </a:lnTo>
                  <a:lnTo>
                    <a:pt x="54772" y="58978"/>
                  </a:lnTo>
                  <a:lnTo>
                    <a:pt x="60960" y="55290"/>
                  </a:lnTo>
                  <a:lnTo>
                    <a:pt x="64495" y="51633"/>
                  </a:lnTo>
                  <a:lnTo>
                    <a:pt x="61843" y="48859"/>
                  </a:lnTo>
                  <a:lnTo>
                    <a:pt x="60076" y="50688"/>
                  </a:lnTo>
                  <a:lnTo>
                    <a:pt x="58308" y="51633"/>
                  </a:lnTo>
                  <a:lnTo>
                    <a:pt x="55656" y="51633"/>
                  </a:lnTo>
                  <a:lnTo>
                    <a:pt x="50325" y="49079"/>
                  </a:lnTo>
                  <a:lnTo>
                    <a:pt x="46154" y="42980"/>
                  </a:lnTo>
                  <a:lnTo>
                    <a:pt x="42977" y="35675"/>
                  </a:lnTo>
                  <a:lnTo>
                    <a:pt x="40629" y="29504"/>
                  </a:lnTo>
                  <a:lnTo>
                    <a:pt x="43281" y="23957"/>
                  </a:lnTo>
                  <a:lnTo>
                    <a:pt x="46817" y="19354"/>
                  </a:lnTo>
                  <a:lnTo>
                    <a:pt x="51236" y="14752"/>
                  </a:lnTo>
                  <a:lnTo>
                    <a:pt x="56540" y="11978"/>
                  </a:lnTo>
                  <a:lnTo>
                    <a:pt x="65379" y="11978"/>
                  </a:lnTo>
                  <a:lnTo>
                    <a:pt x="68915" y="9204"/>
                  </a:lnTo>
                  <a:lnTo>
                    <a:pt x="68915" y="2773"/>
                  </a:lnTo>
                  <a:lnTo>
                    <a:pt x="67147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1247241" y="8151317"/>
              <a:ext cx="5492115" cy="0"/>
            </a:xfrm>
            <a:custGeom>
              <a:avLst/>
              <a:gdLst/>
              <a:ahLst/>
              <a:cxnLst/>
              <a:rect l="l" t="t" r="r" b="b"/>
              <a:pathLst>
                <a:path w="5492115" h="0">
                  <a:moveTo>
                    <a:pt x="0" y="0"/>
                  </a:moveTo>
                  <a:lnTo>
                    <a:pt x="5491973" y="0"/>
                  </a:lnTo>
                  <a:lnTo>
                    <a:pt x="0" y="0"/>
                  </a:lnTo>
                  <a:close/>
                </a:path>
              </a:pathLst>
            </a:custGeom>
            <a:ln w="63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1306443" y="5604041"/>
              <a:ext cx="5424805" cy="2653030"/>
            </a:xfrm>
            <a:custGeom>
              <a:avLst/>
              <a:gdLst/>
              <a:ahLst/>
              <a:cxnLst/>
              <a:rect l="l" t="t" r="r" b="b"/>
              <a:pathLst>
                <a:path w="5424805" h="2653029">
                  <a:moveTo>
                    <a:pt x="0" y="2652990"/>
                  </a:moveTo>
                  <a:lnTo>
                    <a:pt x="0" y="0"/>
                  </a:lnTo>
                  <a:lnTo>
                    <a:pt x="5424791" y="0"/>
                  </a:lnTo>
                  <a:lnTo>
                    <a:pt x="5424791" y="2652990"/>
                  </a:lnTo>
                </a:path>
              </a:pathLst>
            </a:custGeom>
            <a:ln w="12929">
              <a:solidFill>
                <a:srgbClr val="00AEE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4527412" y="6701149"/>
              <a:ext cx="102235" cy="58419"/>
            </a:xfrm>
            <a:custGeom>
              <a:avLst/>
              <a:gdLst/>
              <a:ahLst/>
              <a:cxnLst/>
              <a:rect l="l" t="t" r="r" b="b"/>
              <a:pathLst>
                <a:path w="102235" h="58420">
                  <a:moveTo>
                    <a:pt x="82174" y="0"/>
                  </a:moveTo>
                  <a:lnTo>
                    <a:pt x="77754" y="0"/>
                  </a:lnTo>
                  <a:lnTo>
                    <a:pt x="70683" y="914"/>
                  </a:lnTo>
                  <a:lnTo>
                    <a:pt x="62727" y="4602"/>
                  </a:lnTo>
                  <a:lnTo>
                    <a:pt x="56540" y="9204"/>
                  </a:lnTo>
                  <a:lnTo>
                    <a:pt x="53888" y="2743"/>
                  </a:lnTo>
                  <a:lnTo>
                    <a:pt x="48585" y="0"/>
                  </a:lnTo>
                  <a:lnTo>
                    <a:pt x="32674" y="0"/>
                  </a:lnTo>
                  <a:lnTo>
                    <a:pt x="25603" y="3657"/>
                  </a:lnTo>
                  <a:lnTo>
                    <a:pt x="20330" y="9204"/>
                  </a:lnTo>
                  <a:lnTo>
                    <a:pt x="20330" y="1828"/>
                  </a:lnTo>
                  <a:lnTo>
                    <a:pt x="16794" y="1828"/>
                  </a:lnTo>
                  <a:lnTo>
                    <a:pt x="0" y="3657"/>
                  </a:lnTo>
                  <a:lnTo>
                    <a:pt x="0" y="7345"/>
                  </a:lnTo>
                  <a:lnTo>
                    <a:pt x="1767" y="7345"/>
                  </a:lnTo>
                  <a:lnTo>
                    <a:pt x="8839" y="8260"/>
                  </a:lnTo>
                  <a:lnTo>
                    <a:pt x="9723" y="11948"/>
                  </a:lnTo>
                  <a:lnTo>
                    <a:pt x="9723" y="49773"/>
                  </a:lnTo>
                  <a:lnTo>
                    <a:pt x="8839" y="53461"/>
                  </a:lnTo>
                  <a:lnTo>
                    <a:pt x="883" y="54376"/>
                  </a:lnTo>
                  <a:lnTo>
                    <a:pt x="883" y="58064"/>
                  </a:lnTo>
                  <a:lnTo>
                    <a:pt x="29138" y="58064"/>
                  </a:lnTo>
                  <a:lnTo>
                    <a:pt x="29138" y="54376"/>
                  </a:lnTo>
                  <a:lnTo>
                    <a:pt x="28254" y="54376"/>
                  </a:lnTo>
                  <a:lnTo>
                    <a:pt x="21183" y="53461"/>
                  </a:lnTo>
                  <a:lnTo>
                    <a:pt x="20330" y="49773"/>
                  </a:lnTo>
                  <a:lnTo>
                    <a:pt x="20330" y="13807"/>
                  </a:lnTo>
                  <a:lnTo>
                    <a:pt x="24719" y="10119"/>
                  </a:lnTo>
                  <a:lnTo>
                    <a:pt x="30937" y="6431"/>
                  </a:lnTo>
                  <a:lnTo>
                    <a:pt x="45933" y="6431"/>
                  </a:lnTo>
                  <a:lnTo>
                    <a:pt x="45933" y="49773"/>
                  </a:lnTo>
                  <a:lnTo>
                    <a:pt x="45049" y="53461"/>
                  </a:lnTo>
                  <a:lnTo>
                    <a:pt x="38008" y="54376"/>
                  </a:lnTo>
                  <a:lnTo>
                    <a:pt x="37094" y="54376"/>
                  </a:lnTo>
                  <a:lnTo>
                    <a:pt x="37094" y="58064"/>
                  </a:lnTo>
                  <a:lnTo>
                    <a:pt x="66263" y="58064"/>
                  </a:lnTo>
                  <a:lnTo>
                    <a:pt x="66263" y="54376"/>
                  </a:lnTo>
                  <a:lnTo>
                    <a:pt x="65379" y="54376"/>
                  </a:lnTo>
                  <a:lnTo>
                    <a:pt x="58308" y="53461"/>
                  </a:lnTo>
                  <a:lnTo>
                    <a:pt x="56540" y="49773"/>
                  </a:lnTo>
                  <a:lnTo>
                    <a:pt x="56540" y="13807"/>
                  </a:lnTo>
                  <a:lnTo>
                    <a:pt x="61843" y="10119"/>
                  </a:lnTo>
                  <a:lnTo>
                    <a:pt x="68031" y="6431"/>
                  </a:lnTo>
                  <a:lnTo>
                    <a:pt x="76870" y="6431"/>
                  </a:lnTo>
                  <a:lnTo>
                    <a:pt x="80406" y="8260"/>
                  </a:lnTo>
                  <a:lnTo>
                    <a:pt x="81290" y="11948"/>
                  </a:lnTo>
                  <a:lnTo>
                    <a:pt x="82174" y="14721"/>
                  </a:lnTo>
                  <a:lnTo>
                    <a:pt x="82174" y="49773"/>
                  </a:lnTo>
                  <a:lnTo>
                    <a:pt x="81290" y="53461"/>
                  </a:lnTo>
                  <a:lnTo>
                    <a:pt x="74218" y="54376"/>
                  </a:lnTo>
                  <a:lnTo>
                    <a:pt x="73334" y="54376"/>
                  </a:lnTo>
                  <a:lnTo>
                    <a:pt x="73334" y="58064"/>
                  </a:lnTo>
                  <a:lnTo>
                    <a:pt x="101620" y="58064"/>
                  </a:lnTo>
                  <a:lnTo>
                    <a:pt x="101620" y="54376"/>
                  </a:lnTo>
                  <a:lnTo>
                    <a:pt x="93665" y="53461"/>
                  </a:lnTo>
                  <a:lnTo>
                    <a:pt x="92781" y="49773"/>
                  </a:lnTo>
                  <a:lnTo>
                    <a:pt x="92781" y="9204"/>
                  </a:lnTo>
                  <a:lnTo>
                    <a:pt x="90129" y="6431"/>
                  </a:lnTo>
                  <a:lnTo>
                    <a:pt x="87477" y="1828"/>
                  </a:lnTo>
                  <a:lnTo>
                    <a:pt x="82174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9" name="object 59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670577" y="6660580"/>
              <a:ext cx="106893" cy="99547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4002506" y="6679945"/>
              <a:ext cx="815340" cy="1577340"/>
            </a:xfrm>
            <a:custGeom>
              <a:avLst/>
              <a:gdLst/>
              <a:ahLst/>
              <a:cxnLst/>
              <a:rect l="l" t="t" r="r" b="b"/>
              <a:pathLst>
                <a:path w="815339" h="1577340">
                  <a:moveTo>
                    <a:pt x="23837" y="0"/>
                  </a:moveTo>
                  <a:lnTo>
                    <a:pt x="0" y="0"/>
                  </a:lnTo>
                  <a:lnTo>
                    <a:pt x="0" y="4597"/>
                  </a:lnTo>
                  <a:lnTo>
                    <a:pt x="23837" y="4597"/>
                  </a:lnTo>
                  <a:lnTo>
                    <a:pt x="23837" y="0"/>
                  </a:lnTo>
                  <a:close/>
                </a:path>
                <a:path w="815339" h="1577340">
                  <a:moveTo>
                    <a:pt x="814730" y="1571866"/>
                  </a:moveTo>
                  <a:lnTo>
                    <a:pt x="812965" y="1571866"/>
                  </a:lnTo>
                  <a:lnTo>
                    <a:pt x="802360" y="1573707"/>
                  </a:lnTo>
                  <a:lnTo>
                    <a:pt x="802360" y="1575562"/>
                  </a:lnTo>
                  <a:lnTo>
                    <a:pt x="808545" y="1575562"/>
                  </a:lnTo>
                  <a:lnTo>
                    <a:pt x="809282" y="1577098"/>
                  </a:lnTo>
                  <a:lnTo>
                    <a:pt x="814730" y="1577098"/>
                  </a:lnTo>
                  <a:lnTo>
                    <a:pt x="814730" y="1571866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4002500" y="6679935"/>
              <a:ext cx="24130" cy="5080"/>
            </a:xfrm>
            <a:custGeom>
              <a:avLst/>
              <a:gdLst/>
              <a:ahLst/>
              <a:cxnLst/>
              <a:rect l="l" t="t" r="r" b="b"/>
              <a:pathLst>
                <a:path w="24129" h="5079">
                  <a:moveTo>
                    <a:pt x="23867" y="0"/>
                  </a:moveTo>
                  <a:lnTo>
                    <a:pt x="23867" y="4606"/>
                  </a:lnTo>
                  <a:lnTo>
                    <a:pt x="0" y="4606"/>
                  </a:lnTo>
                  <a:lnTo>
                    <a:pt x="0" y="0"/>
                  </a:lnTo>
                  <a:lnTo>
                    <a:pt x="23867" y="0"/>
                  </a:lnTo>
                  <a:close/>
                </a:path>
              </a:pathLst>
            </a:custGeom>
            <a:ln w="383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3079946" y="6989703"/>
              <a:ext cx="53340" cy="58419"/>
            </a:xfrm>
            <a:custGeom>
              <a:avLst/>
              <a:gdLst/>
              <a:ahLst/>
              <a:cxnLst/>
              <a:rect l="l" t="t" r="r" b="b"/>
              <a:pathLst>
                <a:path w="53339" h="58420">
                  <a:moveTo>
                    <a:pt x="46847" y="0"/>
                  </a:moveTo>
                  <a:lnTo>
                    <a:pt x="40660" y="0"/>
                  </a:lnTo>
                  <a:lnTo>
                    <a:pt x="37124" y="2743"/>
                  </a:lnTo>
                  <a:lnTo>
                    <a:pt x="37124" y="13807"/>
                  </a:lnTo>
                  <a:lnTo>
                    <a:pt x="45963" y="11978"/>
                  </a:lnTo>
                  <a:lnTo>
                    <a:pt x="45963" y="24871"/>
                  </a:lnTo>
                  <a:lnTo>
                    <a:pt x="44099" y="35033"/>
                  </a:lnTo>
                  <a:lnTo>
                    <a:pt x="39003" y="43898"/>
                  </a:lnTo>
                  <a:lnTo>
                    <a:pt x="31420" y="50169"/>
                  </a:lnTo>
                  <a:lnTo>
                    <a:pt x="22098" y="52547"/>
                  </a:lnTo>
                  <a:lnTo>
                    <a:pt x="16794" y="52547"/>
                  </a:lnTo>
                  <a:lnTo>
                    <a:pt x="13289" y="50688"/>
                  </a:lnTo>
                  <a:lnTo>
                    <a:pt x="13289" y="41483"/>
                  </a:lnTo>
                  <a:lnTo>
                    <a:pt x="14173" y="39624"/>
                  </a:lnTo>
                  <a:lnTo>
                    <a:pt x="20330" y="914"/>
                  </a:lnTo>
                  <a:lnTo>
                    <a:pt x="16794" y="914"/>
                  </a:lnTo>
                  <a:lnTo>
                    <a:pt x="11490" y="2743"/>
                  </a:lnTo>
                  <a:lnTo>
                    <a:pt x="6217" y="2743"/>
                  </a:lnTo>
                  <a:lnTo>
                    <a:pt x="914" y="3657"/>
                  </a:lnTo>
                  <a:lnTo>
                    <a:pt x="0" y="7345"/>
                  </a:lnTo>
                  <a:lnTo>
                    <a:pt x="2682" y="7345"/>
                  </a:lnTo>
                  <a:lnTo>
                    <a:pt x="6217" y="8290"/>
                  </a:lnTo>
                  <a:lnTo>
                    <a:pt x="7955" y="9204"/>
                  </a:lnTo>
                  <a:lnTo>
                    <a:pt x="7955" y="15666"/>
                  </a:lnTo>
                  <a:lnTo>
                    <a:pt x="7071" y="17495"/>
                  </a:lnTo>
                  <a:lnTo>
                    <a:pt x="3535" y="38709"/>
                  </a:lnTo>
                  <a:lnTo>
                    <a:pt x="3535" y="40568"/>
                  </a:lnTo>
                  <a:lnTo>
                    <a:pt x="2682" y="44256"/>
                  </a:lnTo>
                  <a:lnTo>
                    <a:pt x="2682" y="56235"/>
                  </a:lnTo>
                  <a:lnTo>
                    <a:pt x="10607" y="58064"/>
                  </a:lnTo>
                  <a:lnTo>
                    <a:pt x="18562" y="58064"/>
                  </a:lnTo>
                  <a:lnTo>
                    <a:pt x="33271" y="54418"/>
                  </a:lnTo>
                  <a:lnTo>
                    <a:pt x="44085" y="44809"/>
                  </a:lnTo>
                  <a:lnTo>
                    <a:pt x="50756" y="31228"/>
                  </a:lnTo>
                  <a:lnTo>
                    <a:pt x="53035" y="15666"/>
                  </a:lnTo>
                  <a:lnTo>
                    <a:pt x="53035" y="8290"/>
                  </a:lnTo>
                  <a:lnTo>
                    <a:pt x="51267" y="4602"/>
                  </a:lnTo>
                  <a:lnTo>
                    <a:pt x="49499" y="1828"/>
                  </a:lnTo>
                  <a:lnTo>
                    <a:pt x="46847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2946521" y="5596661"/>
              <a:ext cx="0" cy="2660650"/>
            </a:xfrm>
            <a:custGeom>
              <a:avLst/>
              <a:gdLst/>
              <a:ahLst/>
              <a:cxnLst/>
              <a:rect l="l" t="t" r="r" b="b"/>
              <a:pathLst>
                <a:path w="0" h="2660650">
                  <a:moveTo>
                    <a:pt x="0" y="2660370"/>
                  </a:moveTo>
                  <a:lnTo>
                    <a:pt x="0" y="0"/>
                  </a:lnTo>
                  <a:lnTo>
                    <a:pt x="0" y="2660370"/>
                  </a:lnTo>
                </a:path>
              </a:pathLst>
            </a:custGeom>
            <a:ln w="920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3641089" y="5596661"/>
              <a:ext cx="0" cy="2660650"/>
            </a:xfrm>
            <a:custGeom>
              <a:avLst/>
              <a:gdLst/>
              <a:ahLst/>
              <a:cxnLst/>
              <a:rect l="l" t="t" r="r" b="b"/>
              <a:pathLst>
                <a:path w="0" h="2660650">
                  <a:moveTo>
                    <a:pt x="0" y="2660370"/>
                  </a:moveTo>
                  <a:lnTo>
                    <a:pt x="0" y="0"/>
                  </a:lnTo>
                  <a:lnTo>
                    <a:pt x="0" y="2660370"/>
                  </a:lnTo>
                </a:path>
              </a:pathLst>
            </a:custGeom>
            <a:ln w="920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4445239" y="5596661"/>
              <a:ext cx="0" cy="2660650"/>
            </a:xfrm>
            <a:custGeom>
              <a:avLst/>
              <a:gdLst/>
              <a:ahLst/>
              <a:cxnLst/>
              <a:rect l="l" t="t" r="r" b="b"/>
              <a:pathLst>
                <a:path w="0" h="2660650">
                  <a:moveTo>
                    <a:pt x="0" y="2660370"/>
                  </a:moveTo>
                  <a:lnTo>
                    <a:pt x="0" y="0"/>
                  </a:lnTo>
                  <a:lnTo>
                    <a:pt x="0" y="2660370"/>
                  </a:lnTo>
                </a:path>
              </a:pathLst>
            </a:custGeom>
            <a:ln w="920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4991323" y="5596661"/>
              <a:ext cx="0" cy="2660650"/>
            </a:xfrm>
            <a:custGeom>
              <a:avLst/>
              <a:gdLst/>
              <a:ahLst/>
              <a:cxnLst/>
              <a:rect l="l" t="t" r="r" b="b"/>
              <a:pathLst>
                <a:path w="0" h="2660650">
                  <a:moveTo>
                    <a:pt x="0" y="2660370"/>
                  </a:moveTo>
                  <a:lnTo>
                    <a:pt x="0" y="0"/>
                  </a:lnTo>
                  <a:lnTo>
                    <a:pt x="0" y="2660370"/>
                  </a:lnTo>
                </a:path>
              </a:pathLst>
            </a:custGeom>
            <a:ln w="920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7" name="object 67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426661" y="6953737"/>
              <a:ext cx="113961" cy="101407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441672" y="7437750"/>
              <a:ext cx="118393" cy="101406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5884037" y="7388961"/>
              <a:ext cx="68580" cy="244475"/>
            </a:xfrm>
            <a:custGeom>
              <a:avLst/>
              <a:gdLst/>
              <a:ahLst/>
              <a:cxnLst/>
              <a:rect l="l" t="t" r="r" b="b"/>
              <a:pathLst>
                <a:path w="68579" h="244475">
                  <a:moveTo>
                    <a:pt x="61175" y="79184"/>
                  </a:moveTo>
                  <a:lnTo>
                    <a:pt x="54102" y="78600"/>
                  </a:lnTo>
                  <a:lnTo>
                    <a:pt x="53886" y="75996"/>
                  </a:lnTo>
                  <a:lnTo>
                    <a:pt x="53784" y="74803"/>
                  </a:lnTo>
                  <a:lnTo>
                    <a:pt x="53682" y="31470"/>
                  </a:lnTo>
                  <a:lnTo>
                    <a:pt x="53682" y="0"/>
                  </a:lnTo>
                  <a:lnTo>
                    <a:pt x="49263" y="0"/>
                  </a:lnTo>
                  <a:lnTo>
                    <a:pt x="44043" y="2197"/>
                  </a:lnTo>
                  <a:lnTo>
                    <a:pt x="38658" y="3124"/>
                  </a:lnTo>
                  <a:lnTo>
                    <a:pt x="33223" y="3810"/>
                  </a:lnTo>
                  <a:lnTo>
                    <a:pt x="33223" y="7264"/>
                  </a:lnTo>
                  <a:lnTo>
                    <a:pt x="43840" y="8077"/>
                  </a:lnTo>
                  <a:lnTo>
                    <a:pt x="43078" y="14185"/>
                  </a:lnTo>
                  <a:lnTo>
                    <a:pt x="43078" y="31470"/>
                  </a:lnTo>
                  <a:lnTo>
                    <a:pt x="43078" y="37338"/>
                  </a:lnTo>
                  <a:lnTo>
                    <a:pt x="43078" y="69380"/>
                  </a:lnTo>
                  <a:lnTo>
                    <a:pt x="39116" y="74561"/>
                  </a:lnTo>
                  <a:lnTo>
                    <a:pt x="34023" y="78130"/>
                  </a:lnTo>
                  <a:lnTo>
                    <a:pt x="27711" y="78130"/>
                  </a:lnTo>
                  <a:lnTo>
                    <a:pt x="11468" y="54635"/>
                  </a:lnTo>
                  <a:lnTo>
                    <a:pt x="12306" y="46050"/>
                  </a:lnTo>
                  <a:lnTo>
                    <a:pt x="15138" y="38506"/>
                  </a:lnTo>
                  <a:lnTo>
                    <a:pt x="20383" y="33147"/>
                  </a:lnTo>
                  <a:lnTo>
                    <a:pt x="28473" y="31115"/>
                  </a:lnTo>
                  <a:lnTo>
                    <a:pt x="33896" y="31115"/>
                  </a:lnTo>
                  <a:lnTo>
                    <a:pt x="38989" y="33426"/>
                  </a:lnTo>
                  <a:lnTo>
                    <a:pt x="43078" y="37338"/>
                  </a:lnTo>
                  <a:lnTo>
                    <a:pt x="43078" y="31470"/>
                  </a:lnTo>
                  <a:lnTo>
                    <a:pt x="42468" y="31115"/>
                  </a:lnTo>
                  <a:lnTo>
                    <a:pt x="37261" y="28028"/>
                  </a:lnTo>
                  <a:lnTo>
                    <a:pt x="32461" y="25704"/>
                  </a:lnTo>
                  <a:lnTo>
                    <a:pt x="25730" y="25704"/>
                  </a:lnTo>
                  <a:lnTo>
                    <a:pt x="14820" y="28028"/>
                  </a:lnTo>
                  <a:lnTo>
                    <a:pt x="6743" y="34353"/>
                  </a:lnTo>
                  <a:lnTo>
                    <a:pt x="1727" y="43700"/>
                  </a:lnTo>
                  <a:lnTo>
                    <a:pt x="76" y="54635"/>
                  </a:lnTo>
                  <a:lnTo>
                    <a:pt x="0" y="55092"/>
                  </a:lnTo>
                  <a:lnTo>
                    <a:pt x="1638" y="66001"/>
                  </a:lnTo>
                  <a:lnTo>
                    <a:pt x="6413" y="75082"/>
                  </a:lnTo>
                  <a:lnTo>
                    <a:pt x="14109" y="81280"/>
                  </a:lnTo>
                  <a:lnTo>
                    <a:pt x="24511" y="83578"/>
                  </a:lnTo>
                  <a:lnTo>
                    <a:pt x="31584" y="83578"/>
                  </a:lnTo>
                  <a:lnTo>
                    <a:pt x="38100" y="80340"/>
                  </a:lnTo>
                  <a:lnTo>
                    <a:pt x="40081" y="78130"/>
                  </a:lnTo>
                  <a:lnTo>
                    <a:pt x="43078" y="74803"/>
                  </a:lnTo>
                  <a:lnTo>
                    <a:pt x="43078" y="82638"/>
                  </a:lnTo>
                  <a:lnTo>
                    <a:pt x="61175" y="82638"/>
                  </a:lnTo>
                  <a:lnTo>
                    <a:pt x="61175" y="79184"/>
                  </a:lnTo>
                  <a:close/>
                </a:path>
                <a:path w="68579" h="244475">
                  <a:moveTo>
                    <a:pt x="68376" y="239572"/>
                  </a:moveTo>
                  <a:lnTo>
                    <a:pt x="61302" y="239001"/>
                  </a:lnTo>
                  <a:lnTo>
                    <a:pt x="61074" y="236397"/>
                  </a:lnTo>
                  <a:lnTo>
                    <a:pt x="60972" y="235204"/>
                  </a:lnTo>
                  <a:lnTo>
                    <a:pt x="60871" y="191858"/>
                  </a:lnTo>
                  <a:lnTo>
                    <a:pt x="60871" y="160401"/>
                  </a:lnTo>
                  <a:lnTo>
                    <a:pt x="56451" y="160401"/>
                  </a:lnTo>
                  <a:lnTo>
                    <a:pt x="51244" y="162598"/>
                  </a:lnTo>
                  <a:lnTo>
                    <a:pt x="45847" y="163512"/>
                  </a:lnTo>
                  <a:lnTo>
                    <a:pt x="40424" y="164198"/>
                  </a:lnTo>
                  <a:lnTo>
                    <a:pt x="40424" y="167665"/>
                  </a:lnTo>
                  <a:lnTo>
                    <a:pt x="51028" y="168465"/>
                  </a:lnTo>
                  <a:lnTo>
                    <a:pt x="50266" y="174574"/>
                  </a:lnTo>
                  <a:lnTo>
                    <a:pt x="50266" y="191858"/>
                  </a:lnTo>
                  <a:lnTo>
                    <a:pt x="50266" y="197739"/>
                  </a:lnTo>
                  <a:lnTo>
                    <a:pt x="50266" y="229781"/>
                  </a:lnTo>
                  <a:lnTo>
                    <a:pt x="46278" y="234962"/>
                  </a:lnTo>
                  <a:lnTo>
                    <a:pt x="41186" y="238531"/>
                  </a:lnTo>
                  <a:lnTo>
                    <a:pt x="34899" y="238531"/>
                  </a:lnTo>
                  <a:lnTo>
                    <a:pt x="18656" y="215036"/>
                  </a:lnTo>
                  <a:lnTo>
                    <a:pt x="19494" y="206438"/>
                  </a:lnTo>
                  <a:lnTo>
                    <a:pt x="22313" y="198907"/>
                  </a:lnTo>
                  <a:lnTo>
                    <a:pt x="27559" y="193548"/>
                  </a:lnTo>
                  <a:lnTo>
                    <a:pt x="35661" y="191516"/>
                  </a:lnTo>
                  <a:lnTo>
                    <a:pt x="41097" y="191516"/>
                  </a:lnTo>
                  <a:lnTo>
                    <a:pt x="46177" y="193827"/>
                  </a:lnTo>
                  <a:lnTo>
                    <a:pt x="50266" y="197739"/>
                  </a:lnTo>
                  <a:lnTo>
                    <a:pt x="50266" y="191858"/>
                  </a:lnTo>
                  <a:lnTo>
                    <a:pt x="49682" y="191516"/>
                  </a:lnTo>
                  <a:lnTo>
                    <a:pt x="44437" y="188417"/>
                  </a:lnTo>
                  <a:lnTo>
                    <a:pt x="39624" y="186093"/>
                  </a:lnTo>
                  <a:lnTo>
                    <a:pt x="32918" y="186093"/>
                  </a:lnTo>
                  <a:lnTo>
                    <a:pt x="21996" y="188417"/>
                  </a:lnTo>
                  <a:lnTo>
                    <a:pt x="13906" y="194741"/>
                  </a:lnTo>
                  <a:lnTo>
                    <a:pt x="8890" y="204089"/>
                  </a:lnTo>
                  <a:lnTo>
                    <a:pt x="7239" y="215036"/>
                  </a:lnTo>
                  <a:lnTo>
                    <a:pt x="7162" y="215480"/>
                  </a:lnTo>
                  <a:lnTo>
                    <a:pt x="8813" y="226402"/>
                  </a:lnTo>
                  <a:lnTo>
                    <a:pt x="13601" y="235483"/>
                  </a:lnTo>
                  <a:lnTo>
                    <a:pt x="21297" y="241681"/>
                  </a:lnTo>
                  <a:lnTo>
                    <a:pt x="31699" y="243979"/>
                  </a:lnTo>
                  <a:lnTo>
                    <a:pt x="38773" y="243979"/>
                  </a:lnTo>
                  <a:lnTo>
                    <a:pt x="45300" y="240728"/>
                  </a:lnTo>
                  <a:lnTo>
                    <a:pt x="47269" y="238531"/>
                  </a:lnTo>
                  <a:lnTo>
                    <a:pt x="50266" y="235204"/>
                  </a:lnTo>
                  <a:lnTo>
                    <a:pt x="50266" y="243039"/>
                  </a:lnTo>
                  <a:lnTo>
                    <a:pt x="68376" y="243039"/>
                  </a:lnTo>
                  <a:lnTo>
                    <a:pt x="68376" y="239572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0" name="object 70"/>
          <p:cNvGrpSpPr/>
          <p:nvPr/>
        </p:nvGrpSpPr>
        <p:grpSpPr>
          <a:xfrm>
            <a:off x="1334011" y="1043421"/>
            <a:ext cx="5410200" cy="4349115"/>
            <a:chOff x="1334011" y="1043421"/>
            <a:chExt cx="5410200" cy="4349115"/>
          </a:xfrm>
        </p:grpSpPr>
        <p:sp>
          <p:nvSpPr>
            <p:cNvPr id="71" name="object 71"/>
            <p:cNvSpPr/>
            <p:nvPr/>
          </p:nvSpPr>
          <p:spPr>
            <a:xfrm>
              <a:off x="1334011" y="1043421"/>
              <a:ext cx="5410200" cy="4349115"/>
            </a:xfrm>
            <a:custGeom>
              <a:avLst/>
              <a:gdLst/>
              <a:ahLst/>
              <a:cxnLst/>
              <a:rect l="l" t="t" r="r" b="b"/>
              <a:pathLst>
                <a:path w="5410200" h="4349115">
                  <a:moveTo>
                    <a:pt x="5410199" y="0"/>
                  </a:moveTo>
                  <a:lnTo>
                    <a:pt x="0" y="0"/>
                  </a:lnTo>
                  <a:lnTo>
                    <a:pt x="0" y="4348490"/>
                  </a:lnTo>
                  <a:lnTo>
                    <a:pt x="5410199" y="4348490"/>
                  </a:lnTo>
                  <a:lnTo>
                    <a:pt x="5410199" y="0"/>
                  </a:lnTo>
                  <a:close/>
                </a:path>
              </a:pathLst>
            </a:custGeom>
            <a:solidFill>
              <a:srgbClr val="D4EF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2900171" y="1612391"/>
              <a:ext cx="79375" cy="0"/>
            </a:xfrm>
            <a:custGeom>
              <a:avLst/>
              <a:gdLst/>
              <a:ahLst/>
              <a:cxnLst/>
              <a:rect l="l" t="t" r="r" b="b"/>
              <a:pathLst>
                <a:path w="79375" h="0">
                  <a:moveTo>
                    <a:pt x="0" y="0"/>
                  </a:moveTo>
                  <a:lnTo>
                    <a:pt x="79247" y="0"/>
                  </a:lnTo>
                </a:path>
              </a:pathLst>
            </a:custGeom>
            <a:ln w="62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3131819" y="1697735"/>
              <a:ext cx="167640" cy="0"/>
            </a:xfrm>
            <a:custGeom>
              <a:avLst/>
              <a:gdLst/>
              <a:ahLst/>
              <a:cxnLst/>
              <a:rect l="l" t="t" r="r" b="b"/>
              <a:pathLst>
                <a:path w="167639" h="0">
                  <a:moveTo>
                    <a:pt x="0" y="0"/>
                  </a:moveTo>
                  <a:lnTo>
                    <a:pt x="167639" y="0"/>
                  </a:lnTo>
                </a:path>
              </a:pathLst>
            </a:custGeom>
            <a:ln w="62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2874263" y="1513331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0" y="1524"/>
                  </a:moveTo>
                  <a:lnTo>
                    <a:pt x="446" y="446"/>
                  </a:lnTo>
                  <a:lnTo>
                    <a:pt x="1524" y="0"/>
                  </a:lnTo>
                  <a:lnTo>
                    <a:pt x="2601" y="446"/>
                  </a:lnTo>
                  <a:lnTo>
                    <a:pt x="3047" y="1524"/>
                  </a:lnTo>
                  <a:lnTo>
                    <a:pt x="2601" y="2601"/>
                  </a:lnTo>
                  <a:lnTo>
                    <a:pt x="1524" y="3047"/>
                  </a:lnTo>
                  <a:lnTo>
                    <a:pt x="446" y="2601"/>
                  </a:lnTo>
                  <a:lnTo>
                    <a:pt x="0" y="15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5" name="object 75"/>
          <p:cNvSpPr txBox="1"/>
          <p:nvPr/>
        </p:nvSpPr>
        <p:spPr>
          <a:xfrm>
            <a:off x="1478788" y="1122667"/>
            <a:ext cx="5112385" cy="10801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4000" marR="30480" indent="-228600">
              <a:lnSpc>
                <a:spcPct val="100000"/>
              </a:lnSpc>
              <a:spcBef>
                <a:spcPts val="100"/>
              </a:spcBef>
              <a:buFont typeface="Bookman Old Style"/>
              <a:buAutoNum type="arabicPeriod" startAt="3"/>
              <a:tabLst>
                <a:tab pos="254000" algn="l"/>
              </a:tabLst>
            </a:pPr>
            <a:r>
              <a:rPr dirty="0" sz="900" spc="-10" i="1">
                <a:solidFill>
                  <a:srgbClr val="231F20"/>
                </a:solidFill>
                <a:latin typeface="Bookman Old Style"/>
                <a:cs typeface="Bookman Old Style"/>
              </a:rPr>
              <a:t>Average</a:t>
            </a:r>
            <a:r>
              <a:rPr dirty="0" sz="900" spc="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acceleration</a:t>
            </a:r>
            <a:r>
              <a:rPr dirty="0" sz="900" spc="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is</a:t>
            </a:r>
            <a:r>
              <a:rPr dirty="0" sz="900" spc="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 spc="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change</a:t>
            </a:r>
            <a:r>
              <a:rPr dirty="0" sz="900" spc="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in</a:t>
            </a:r>
            <a:r>
              <a:rPr dirty="0" sz="900" spc="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velocity</a:t>
            </a:r>
            <a:r>
              <a:rPr dirty="0" sz="900" spc="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divided</a:t>
            </a:r>
            <a:r>
              <a:rPr dirty="0" sz="900" spc="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by</a:t>
            </a:r>
            <a:r>
              <a:rPr dirty="0" sz="900" spc="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 spc="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time</a:t>
            </a:r>
            <a:r>
              <a:rPr dirty="0" sz="900" spc="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interval</a:t>
            </a:r>
            <a:r>
              <a:rPr dirty="0" sz="900" spc="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during</a:t>
            </a:r>
            <a:r>
              <a:rPr dirty="0" sz="900" spc="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Bookman Old Style"/>
                <a:cs typeface="Bookman Old Style"/>
              </a:rPr>
              <a:t>which</a:t>
            </a:r>
            <a:r>
              <a:rPr dirty="0" sz="9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 spc="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change</a:t>
            </a:r>
            <a:r>
              <a:rPr dirty="0" sz="90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occurs</a:t>
            </a:r>
            <a:r>
              <a:rPr dirty="0" sz="90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50">
                <a:solidFill>
                  <a:srgbClr val="231F20"/>
                </a:solidFill>
                <a:latin typeface="Bookman Old Style"/>
                <a:cs typeface="Bookman Old Style"/>
              </a:rPr>
              <a:t>:</a:t>
            </a:r>
            <a:endParaRPr sz="900">
              <a:latin typeface="Bookman Old Style"/>
              <a:cs typeface="Bookman Old Style"/>
            </a:endParaRPr>
          </a:p>
          <a:p>
            <a:pPr marL="1414780">
              <a:lnSpc>
                <a:spcPct val="100000"/>
              </a:lnSpc>
              <a:spcBef>
                <a:spcPts val="860"/>
              </a:spcBef>
            </a:pPr>
            <a:r>
              <a:rPr dirty="0" baseline="-36111" sz="1500" i="1">
                <a:latin typeface="Bookman Old Style"/>
                <a:cs typeface="Bookman Old Style"/>
              </a:rPr>
              <a:t>a</a:t>
            </a:r>
            <a:r>
              <a:rPr dirty="0" baseline="-36111" sz="1500" spc="82" i="1">
                <a:latin typeface="Bookman Old Style"/>
                <a:cs typeface="Bookman Old Style"/>
              </a:rPr>
              <a:t> </a:t>
            </a:r>
            <a:r>
              <a:rPr dirty="0" baseline="-36111" sz="1500">
                <a:latin typeface="Symbol"/>
                <a:cs typeface="Symbol"/>
              </a:rPr>
              <a:t></a:t>
            </a:r>
            <a:r>
              <a:rPr dirty="0" baseline="-36111" sz="1500" spc="225">
                <a:latin typeface="Times New Roman"/>
                <a:cs typeface="Times New Roman"/>
              </a:rPr>
              <a:t> </a:t>
            </a:r>
            <a:r>
              <a:rPr dirty="0" sz="1000" spc="-25">
                <a:latin typeface="Symbol"/>
                <a:cs typeface="Symbol"/>
              </a:rPr>
              <a:t></a:t>
            </a:r>
            <a:r>
              <a:rPr dirty="0" sz="1000" spc="-25" i="1">
                <a:latin typeface="Bookman Old Style"/>
                <a:cs typeface="Bookman Old Style"/>
              </a:rPr>
              <a:t>v</a:t>
            </a:r>
            <a:endParaRPr sz="1000">
              <a:latin typeface="Bookman Old Style"/>
              <a:cs typeface="Bookman Old Style"/>
            </a:endParaRPr>
          </a:p>
          <a:p>
            <a:pPr marL="1673860">
              <a:lnSpc>
                <a:spcPct val="100000"/>
              </a:lnSpc>
              <a:spcBef>
                <a:spcPts val="240"/>
              </a:spcBef>
            </a:pPr>
            <a:r>
              <a:rPr dirty="0" sz="1000" spc="-25">
                <a:latin typeface="Symbol"/>
                <a:cs typeface="Symbol"/>
              </a:rPr>
              <a:t></a:t>
            </a:r>
            <a:r>
              <a:rPr dirty="0" sz="1000" spc="-25" i="1">
                <a:latin typeface="Bookman Old Style"/>
                <a:cs typeface="Bookman Old Style"/>
              </a:rPr>
              <a:t>t</a:t>
            </a:r>
            <a:endParaRPr sz="1000">
              <a:latin typeface="Bookman Old Style"/>
              <a:cs typeface="Bookman Old Style"/>
            </a:endParaRPr>
          </a:p>
          <a:p>
            <a:pPr marL="254000" marR="26670" indent="-228600">
              <a:lnSpc>
                <a:spcPct val="100000"/>
              </a:lnSpc>
              <a:spcBef>
                <a:spcPts val="484"/>
              </a:spcBef>
              <a:buFont typeface="Bookman Old Style"/>
              <a:buAutoNum type="arabicPeriod" startAt="4"/>
              <a:tabLst>
                <a:tab pos="254000" algn="l"/>
              </a:tabLst>
            </a:pP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Instantaneous</a:t>
            </a:r>
            <a:r>
              <a:rPr dirty="0" sz="900" spc="1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acceleration</a:t>
            </a:r>
            <a:r>
              <a:rPr dirty="0" sz="900" spc="2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is</a:t>
            </a:r>
            <a:r>
              <a:rPr dirty="0" sz="900" spc="1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defined</a:t>
            </a:r>
            <a:r>
              <a:rPr dirty="0" sz="900" spc="1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as</a:t>
            </a:r>
            <a:r>
              <a:rPr dirty="0" sz="900" spc="1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 spc="1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limit</a:t>
            </a:r>
            <a:r>
              <a:rPr dirty="0" sz="900" spc="1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900" spc="1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 spc="1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average</a:t>
            </a:r>
            <a:r>
              <a:rPr dirty="0" sz="900" spc="1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acceleration</a:t>
            </a:r>
            <a:r>
              <a:rPr dirty="0" sz="900" spc="1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as</a:t>
            </a:r>
            <a:r>
              <a:rPr dirty="0" sz="900" spc="1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25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time</a:t>
            </a:r>
            <a:r>
              <a:rPr dirty="0" sz="900" spc="10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interval</a:t>
            </a:r>
            <a:r>
              <a:rPr dirty="0" sz="900" spc="1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Symbol"/>
                <a:cs typeface="Symbol"/>
              </a:rPr>
              <a:t>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t</a:t>
            </a:r>
            <a:r>
              <a:rPr dirty="0" sz="900" spc="1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goes</a:t>
            </a:r>
            <a:r>
              <a:rPr dirty="0" sz="900" spc="1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to</a:t>
            </a:r>
            <a:r>
              <a:rPr dirty="0" sz="900" spc="1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zero</a:t>
            </a:r>
            <a:r>
              <a:rPr dirty="0" sz="900" spc="11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50">
                <a:solidFill>
                  <a:srgbClr val="231F20"/>
                </a:solidFill>
                <a:latin typeface="Bookman Old Style"/>
                <a:cs typeface="Bookman Old Style"/>
              </a:rPr>
              <a:t>:</a:t>
            </a:r>
            <a:endParaRPr sz="900">
              <a:latin typeface="Bookman Old Style"/>
              <a:cs typeface="Bookman Old Style"/>
            </a:endParaRPr>
          </a:p>
        </p:txBody>
      </p:sp>
      <p:grpSp>
        <p:nvGrpSpPr>
          <p:cNvPr id="76" name="object 76"/>
          <p:cNvGrpSpPr/>
          <p:nvPr/>
        </p:nvGrpSpPr>
        <p:grpSpPr>
          <a:xfrm>
            <a:off x="3372484" y="2389504"/>
            <a:ext cx="966469" cy="92075"/>
            <a:chOff x="3372484" y="2389504"/>
            <a:chExt cx="966469" cy="92075"/>
          </a:xfrm>
        </p:grpSpPr>
        <p:sp>
          <p:nvSpPr>
            <p:cNvPr id="77" name="object 77"/>
            <p:cNvSpPr/>
            <p:nvPr/>
          </p:nvSpPr>
          <p:spPr>
            <a:xfrm>
              <a:off x="3375659" y="2392679"/>
              <a:ext cx="76200" cy="0"/>
            </a:xfrm>
            <a:custGeom>
              <a:avLst/>
              <a:gdLst/>
              <a:ahLst/>
              <a:cxnLst/>
              <a:rect l="l" t="t" r="r" b="b"/>
              <a:pathLst>
                <a:path w="76200" h="0">
                  <a:moveTo>
                    <a:pt x="0" y="0"/>
                  </a:moveTo>
                  <a:lnTo>
                    <a:pt x="76199" y="0"/>
                  </a:lnTo>
                </a:path>
              </a:pathLst>
            </a:custGeom>
            <a:ln w="62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3851147" y="2478023"/>
              <a:ext cx="167640" cy="0"/>
            </a:xfrm>
            <a:custGeom>
              <a:avLst/>
              <a:gdLst/>
              <a:ahLst/>
              <a:cxnLst/>
              <a:rect l="l" t="t" r="r" b="b"/>
              <a:pathLst>
                <a:path w="167639" h="0">
                  <a:moveTo>
                    <a:pt x="0" y="0"/>
                  </a:moveTo>
                  <a:lnTo>
                    <a:pt x="167639" y="0"/>
                  </a:lnTo>
                </a:path>
              </a:pathLst>
            </a:custGeom>
            <a:ln w="62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4171187" y="2478023"/>
              <a:ext cx="165100" cy="0"/>
            </a:xfrm>
            <a:custGeom>
              <a:avLst/>
              <a:gdLst/>
              <a:ahLst/>
              <a:cxnLst/>
              <a:rect l="l" t="t" r="r" b="b"/>
              <a:pathLst>
                <a:path w="165100" h="0">
                  <a:moveTo>
                    <a:pt x="0" y="0"/>
                  </a:moveTo>
                  <a:lnTo>
                    <a:pt x="164591" y="0"/>
                  </a:lnTo>
                </a:path>
              </a:pathLst>
            </a:custGeom>
            <a:ln w="62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0" name="object 80"/>
          <p:cNvSpPr txBox="1"/>
          <p:nvPr/>
        </p:nvSpPr>
        <p:spPr>
          <a:xfrm>
            <a:off x="4186431" y="2469952"/>
            <a:ext cx="135255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Bookman Old Style"/>
                <a:cs typeface="Bookman Old Style"/>
              </a:rPr>
              <a:t>d</a:t>
            </a:r>
            <a:r>
              <a:rPr dirty="0" sz="1000" spc="-25" i="1">
                <a:latin typeface="Bookman Old Style"/>
                <a:cs typeface="Bookman Old Style"/>
              </a:rPr>
              <a:t>t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2868678" y="2372416"/>
            <a:ext cx="1494790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dirty="0" sz="1000" i="1">
                <a:latin typeface="Bookman Old Style"/>
                <a:cs typeface="Bookman Old Style"/>
              </a:rPr>
              <a:t>a</a:t>
            </a:r>
            <a:r>
              <a:rPr dirty="0" sz="1000" spc="60" i="1">
                <a:latin typeface="Bookman Old Style"/>
                <a:cs typeface="Bookman Old Style"/>
              </a:rPr>
              <a:t> </a:t>
            </a:r>
            <a:r>
              <a:rPr dirty="0" sz="1000">
                <a:latin typeface="Symbol"/>
                <a:cs typeface="Symbol"/>
              </a:rPr>
              <a:t></a:t>
            </a:r>
            <a:r>
              <a:rPr dirty="0" sz="1000" spc="155">
                <a:latin typeface="Times New Roman"/>
                <a:cs typeface="Times New Roman"/>
              </a:rPr>
              <a:t> </a:t>
            </a:r>
            <a:r>
              <a:rPr dirty="0" sz="1000" i="1">
                <a:latin typeface="Bookman Old Style"/>
                <a:cs typeface="Bookman Old Style"/>
              </a:rPr>
              <a:t>lim</a:t>
            </a:r>
            <a:r>
              <a:rPr dirty="0" sz="1000" spc="20" i="1">
                <a:latin typeface="Bookman Old Style"/>
                <a:cs typeface="Bookman Old Style"/>
              </a:rPr>
              <a:t> </a:t>
            </a:r>
            <a:r>
              <a:rPr dirty="0" sz="1000" i="1">
                <a:latin typeface="Bookman Old Style"/>
                <a:cs typeface="Bookman Old Style"/>
              </a:rPr>
              <a:t>a</a:t>
            </a:r>
            <a:r>
              <a:rPr dirty="0" sz="1000" spc="85" i="1">
                <a:latin typeface="Bookman Old Style"/>
                <a:cs typeface="Bookman Old Style"/>
              </a:rPr>
              <a:t> </a:t>
            </a:r>
            <a:r>
              <a:rPr dirty="0" sz="1000">
                <a:latin typeface="Symbol"/>
                <a:cs typeface="Symbol"/>
              </a:rPr>
              <a:t></a:t>
            </a:r>
            <a:r>
              <a:rPr dirty="0" sz="1000" spc="110">
                <a:latin typeface="Times New Roman"/>
                <a:cs typeface="Times New Roman"/>
              </a:rPr>
              <a:t> </a:t>
            </a:r>
            <a:r>
              <a:rPr dirty="0" sz="1000" i="1">
                <a:latin typeface="Bookman Old Style"/>
                <a:cs typeface="Bookman Old Style"/>
              </a:rPr>
              <a:t>lim</a:t>
            </a:r>
            <a:r>
              <a:rPr dirty="0" sz="1000" spc="215" i="1">
                <a:latin typeface="Bookman Old Style"/>
                <a:cs typeface="Bookman Old Style"/>
              </a:rPr>
              <a:t> </a:t>
            </a:r>
            <a:r>
              <a:rPr dirty="0" baseline="36111" sz="1500">
                <a:latin typeface="Symbol"/>
                <a:cs typeface="Symbol"/>
              </a:rPr>
              <a:t></a:t>
            </a:r>
            <a:r>
              <a:rPr dirty="0" baseline="36111" sz="1500" i="1">
                <a:latin typeface="Bookman Old Style"/>
                <a:cs typeface="Bookman Old Style"/>
              </a:rPr>
              <a:t>v</a:t>
            </a:r>
            <a:r>
              <a:rPr dirty="0" baseline="36111" sz="1500" spc="172" i="1">
                <a:latin typeface="Bookman Old Style"/>
                <a:cs typeface="Bookman Old Style"/>
              </a:rPr>
              <a:t> </a:t>
            </a:r>
            <a:r>
              <a:rPr dirty="0" sz="1000">
                <a:latin typeface="Symbol"/>
                <a:cs typeface="Symbol"/>
              </a:rPr>
              <a:t></a:t>
            </a:r>
            <a:r>
              <a:rPr dirty="0" sz="1000" spc="135">
                <a:latin typeface="Times New Roman"/>
                <a:cs typeface="Times New Roman"/>
              </a:rPr>
              <a:t> </a:t>
            </a:r>
            <a:r>
              <a:rPr dirty="0" baseline="36111" sz="1500" spc="-37">
                <a:latin typeface="Bookman Old Style"/>
                <a:cs typeface="Bookman Old Style"/>
              </a:rPr>
              <a:t>d</a:t>
            </a:r>
            <a:r>
              <a:rPr dirty="0" baseline="36111" sz="1500" spc="-37" i="1">
                <a:latin typeface="Bookman Old Style"/>
                <a:cs typeface="Bookman Old Style"/>
              </a:rPr>
              <a:t>v</a:t>
            </a:r>
            <a:endParaRPr baseline="36111" sz="1500">
              <a:latin typeface="Bookman Old Style"/>
              <a:cs typeface="Bookman Old Style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3106422" y="2451665"/>
            <a:ext cx="923925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  <a:tabLst>
                <a:tab pos="500380" algn="l"/>
              </a:tabLst>
            </a:pPr>
            <a:r>
              <a:rPr dirty="0" sz="600">
                <a:latin typeface="Symbol"/>
                <a:cs typeface="Symbol"/>
              </a:rPr>
              <a:t></a:t>
            </a:r>
            <a:r>
              <a:rPr dirty="0" sz="600" i="1">
                <a:latin typeface="Bookman Old Style"/>
                <a:cs typeface="Bookman Old Style"/>
              </a:rPr>
              <a:t>t</a:t>
            </a:r>
            <a:r>
              <a:rPr dirty="0" sz="600" spc="-85" i="1">
                <a:latin typeface="Bookman Old Style"/>
                <a:cs typeface="Bookman Old Style"/>
              </a:rPr>
              <a:t> </a:t>
            </a:r>
            <a:r>
              <a:rPr dirty="0" sz="600" spc="-25">
                <a:latin typeface="Symbol"/>
                <a:cs typeface="Symbol"/>
              </a:rPr>
              <a:t></a:t>
            </a:r>
            <a:r>
              <a:rPr dirty="0" sz="600" spc="-25" i="1">
                <a:latin typeface="Bookman Old Style"/>
                <a:cs typeface="Bookman Old Style"/>
              </a:rPr>
              <a:t>0</a:t>
            </a:r>
            <a:r>
              <a:rPr dirty="0" sz="600" i="1">
                <a:latin typeface="Bookman Old Style"/>
                <a:cs typeface="Bookman Old Style"/>
              </a:rPr>
              <a:t>	</a:t>
            </a:r>
            <a:r>
              <a:rPr dirty="0" sz="600" spc="-10">
                <a:latin typeface="Symbol"/>
                <a:cs typeface="Symbol"/>
              </a:rPr>
              <a:t></a:t>
            </a:r>
            <a:r>
              <a:rPr dirty="0" sz="600" spc="-10" i="1">
                <a:latin typeface="Bookman Old Style"/>
                <a:cs typeface="Bookman Old Style"/>
              </a:rPr>
              <a:t>t</a:t>
            </a:r>
            <a:r>
              <a:rPr dirty="0" sz="600" spc="-75" i="1">
                <a:latin typeface="Bookman Old Style"/>
                <a:cs typeface="Bookman Old Style"/>
              </a:rPr>
              <a:t> </a:t>
            </a:r>
            <a:r>
              <a:rPr dirty="0" sz="600">
                <a:latin typeface="Symbol"/>
                <a:cs typeface="Symbol"/>
              </a:rPr>
              <a:t></a:t>
            </a:r>
            <a:r>
              <a:rPr dirty="0" sz="600" i="1">
                <a:latin typeface="Bookman Old Style"/>
                <a:cs typeface="Bookman Old Style"/>
              </a:rPr>
              <a:t>0</a:t>
            </a:r>
            <a:r>
              <a:rPr dirty="0" sz="600" spc="250" i="1">
                <a:latin typeface="Bookman Old Style"/>
                <a:cs typeface="Bookman Old Style"/>
              </a:rPr>
              <a:t> </a:t>
            </a:r>
            <a:r>
              <a:rPr dirty="0" baseline="-8333" sz="1500" spc="-37">
                <a:latin typeface="Symbol"/>
                <a:cs typeface="Symbol"/>
              </a:rPr>
              <a:t></a:t>
            </a:r>
            <a:r>
              <a:rPr dirty="0" baseline="-8333" sz="1500" spc="-37" i="1">
                <a:latin typeface="Bookman Old Style"/>
                <a:cs typeface="Bookman Old Style"/>
              </a:rPr>
              <a:t>t</a:t>
            </a:r>
            <a:endParaRPr baseline="-8333" sz="1500">
              <a:latin typeface="Bookman Old Style"/>
              <a:cs typeface="Bookman Old Style"/>
            </a:endParaRPr>
          </a:p>
        </p:txBody>
      </p:sp>
      <p:grpSp>
        <p:nvGrpSpPr>
          <p:cNvPr id="83" name="object 83"/>
          <p:cNvGrpSpPr/>
          <p:nvPr/>
        </p:nvGrpSpPr>
        <p:grpSpPr>
          <a:xfrm>
            <a:off x="2874264" y="2293619"/>
            <a:ext cx="1391920" cy="2223770"/>
            <a:chOff x="2874264" y="2293619"/>
            <a:chExt cx="1391920" cy="2223770"/>
          </a:xfrm>
        </p:grpSpPr>
        <p:sp>
          <p:nvSpPr>
            <p:cNvPr id="84" name="object 84"/>
            <p:cNvSpPr/>
            <p:nvPr/>
          </p:nvSpPr>
          <p:spPr>
            <a:xfrm>
              <a:off x="2874264" y="2293619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0" y="1524"/>
                  </a:moveTo>
                  <a:lnTo>
                    <a:pt x="446" y="446"/>
                  </a:lnTo>
                  <a:lnTo>
                    <a:pt x="1524" y="0"/>
                  </a:lnTo>
                  <a:lnTo>
                    <a:pt x="2601" y="446"/>
                  </a:lnTo>
                  <a:lnTo>
                    <a:pt x="3047" y="1524"/>
                  </a:lnTo>
                  <a:lnTo>
                    <a:pt x="2601" y="2601"/>
                  </a:lnTo>
                  <a:lnTo>
                    <a:pt x="1524" y="3047"/>
                  </a:lnTo>
                  <a:lnTo>
                    <a:pt x="446" y="2601"/>
                  </a:lnTo>
                  <a:lnTo>
                    <a:pt x="0" y="15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4168140" y="4514087"/>
              <a:ext cx="94615" cy="0"/>
            </a:xfrm>
            <a:custGeom>
              <a:avLst/>
              <a:gdLst/>
              <a:ahLst/>
              <a:cxnLst/>
              <a:rect l="l" t="t" r="r" b="b"/>
              <a:pathLst>
                <a:path w="94614" h="0">
                  <a:moveTo>
                    <a:pt x="0" y="0"/>
                  </a:moveTo>
                  <a:lnTo>
                    <a:pt x="94487" y="0"/>
                  </a:lnTo>
                </a:path>
              </a:pathLst>
            </a:custGeom>
            <a:ln w="62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6" name="object 86"/>
          <p:cNvSpPr txBox="1"/>
          <p:nvPr/>
        </p:nvSpPr>
        <p:spPr>
          <a:xfrm>
            <a:off x="1478788" y="2674111"/>
            <a:ext cx="5115560" cy="1577340"/>
          </a:xfrm>
          <a:prstGeom prst="rect">
            <a:avLst/>
          </a:prstGeom>
        </p:spPr>
        <p:txBody>
          <a:bodyPr wrap="square" lIns="0" tIns="27305" rIns="0" bIns="0" rtlCol="0" vert="horz">
            <a:spAutoFit/>
          </a:bodyPr>
          <a:lstStyle/>
          <a:p>
            <a:pPr algn="just" marL="254000" marR="30480">
              <a:lnSpc>
                <a:spcPts val="980"/>
              </a:lnSpc>
              <a:spcBef>
                <a:spcPts val="215"/>
              </a:spcBef>
            </a:pP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 spc="229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acceleration</a:t>
            </a:r>
            <a:r>
              <a:rPr dirty="0" sz="900" spc="2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900" spc="229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an</a:t>
            </a:r>
            <a:r>
              <a:rPr dirty="0" sz="900" spc="2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object</a:t>
            </a:r>
            <a:r>
              <a:rPr dirty="0" sz="900" spc="2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at</a:t>
            </a:r>
            <a:r>
              <a:rPr dirty="0" sz="900" spc="229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</a:t>
            </a:r>
            <a:r>
              <a:rPr dirty="0" sz="900" spc="2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particular</a:t>
            </a:r>
            <a:r>
              <a:rPr dirty="0" sz="900" spc="229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time</a:t>
            </a:r>
            <a:r>
              <a:rPr dirty="0" sz="900" spc="2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is</a:t>
            </a:r>
            <a:r>
              <a:rPr dirty="0" sz="900" spc="2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 spc="229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slope</a:t>
            </a:r>
            <a:r>
              <a:rPr dirty="0" sz="900" spc="2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900" spc="2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 spc="229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velocity-</a:t>
            </a:r>
            <a:r>
              <a:rPr dirty="0" sz="900" spc="-20">
                <a:solidFill>
                  <a:srgbClr val="231F20"/>
                </a:solidFill>
                <a:latin typeface="Bookman Old Style"/>
                <a:cs typeface="Bookman Old Style"/>
              </a:rPr>
              <a:t>time</a:t>
            </a:r>
            <a:r>
              <a:rPr dirty="0" sz="9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graph</a:t>
            </a:r>
            <a:r>
              <a:rPr dirty="0" sz="900" spc="1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at</a:t>
            </a:r>
            <a:r>
              <a:rPr dirty="0" sz="900" spc="1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that</a:t>
            </a:r>
            <a:r>
              <a:rPr dirty="0" sz="900" spc="1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instant</a:t>
            </a:r>
            <a:r>
              <a:rPr dirty="0" sz="900" spc="1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900" spc="1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time.</a:t>
            </a:r>
            <a:r>
              <a:rPr dirty="0" sz="900" spc="160">
                <a:solidFill>
                  <a:srgbClr val="231F20"/>
                </a:solidFill>
                <a:latin typeface="Times New Roman"/>
                <a:cs typeface="Times New Roman"/>
              </a:rPr>
              <a:t> 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For</a:t>
            </a:r>
            <a:r>
              <a:rPr dirty="0" sz="900" spc="1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uniform</a:t>
            </a:r>
            <a:r>
              <a:rPr dirty="0" sz="900" spc="1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motion,</a:t>
            </a:r>
            <a:r>
              <a:rPr dirty="0" sz="900" spc="1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acceleration</a:t>
            </a:r>
            <a:r>
              <a:rPr dirty="0" sz="900" spc="1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is</a:t>
            </a:r>
            <a:r>
              <a:rPr dirty="0" sz="900" spc="1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zero</a:t>
            </a:r>
            <a:r>
              <a:rPr dirty="0" sz="900" spc="1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and</a:t>
            </a:r>
            <a:r>
              <a:rPr dirty="0" sz="900" spc="1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 spc="1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50" i="1">
                <a:solidFill>
                  <a:srgbClr val="231F20"/>
                </a:solidFill>
                <a:latin typeface="Bookman Old Style"/>
                <a:cs typeface="Bookman Old Style"/>
              </a:rPr>
              <a:t>x-</a:t>
            </a:r>
            <a:r>
              <a:rPr dirty="0" sz="900" spc="-50" i="1">
                <a:solidFill>
                  <a:srgbClr val="231F20"/>
                </a:solidFill>
                <a:latin typeface="Bookman Old Style"/>
                <a:cs typeface="Bookman Old Style"/>
              </a:rPr>
              <a:t>t</a:t>
            </a:r>
            <a:r>
              <a:rPr dirty="0" sz="9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graph</a:t>
            </a:r>
            <a:r>
              <a:rPr dirty="0" sz="900" spc="1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is</a:t>
            </a:r>
            <a:r>
              <a:rPr dirty="0" sz="900" spc="1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</a:t>
            </a:r>
            <a:r>
              <a:rPr dirty="0" sz="900" spc="1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straight</a:t>
            </a:r>
            <a:r>
              <a:rPr dirty="0" sz="900" spc="1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line</a:t>
            </a:r>
            <a:r>
              <a:rPr dirty="0" sz="900" spc="1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inclined</a:t>
            </a:r>
            <a:r>
              <a:rPr dirty="0" sz="900" spc="1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to</a:t>
            </a:r>
            <a:r>
              <a:rPr dirty="0" sz="900" spc="1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 spc="1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time</a:t>
            </a:r>
            <a:r>
              <a:rPr dirty="0" sz="900" spc="1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axis</a:t>
            </a:r>
            <a:r>
              <a:rPr dirty="0" sz="900" spc="1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and</a:t>
            </a:r>
            <a:r>
              <a:rPr dirty="0" sz="900" spc="1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 spc="1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v-t</a:t>
            </a:r>
            <a:r>
              <a:rPr dirty="0" sz="900" spc="1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graph</a:t>
            </a:r>
            <a:r>
              <a:rPr dirty="0" sz="900" spc="1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is</a:t>
            </a:r>
            <a:r>
              <a:rPr dirty="0" sz="900" spc="1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</a:t>
            </a:r>
            <a:r>
              <a:rPr dirty="0" sz="900" spc="1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straight</a:t>
            </a:r>
            <a:r>
              <a:rPr dirty="0" sz="900" spc="1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20">
                <a:solidFill>
                  <a:srgbClr val="231F20"/>
                </a:solidFill>
                <a:latin typeface="Bookman Old Style"/>
                <a:cs typeface="Bookman Old Style"/>
              </a:rPr>
              <a:t>line</a:t>
            </a:r>
            <a:r>
              <a:rPr dirty="0" sz="9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parallel</a:t>
            </a:r>
            <a:r>
              <a:rPr dirty="0" sz="900" spc="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to</a:t>
            </a:r>
            <a:r>
              <a:rPr dirty="0" sz="900" spc="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 spc="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time</a:t>
            </a:r>
            <a:r>
              <a:rPr dirty="0" sz="900" spc="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axis.</a:t>
            </a:r>
            <a:r>
              <a:rPr dirty="0" sz="900" spc="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For</a:t>
            </a:r>
            <a:r>
              <a:rPr dirty="0" sz="900" spc="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motion</a:t>
            </a:r>
            <a:r>
              <a:rPr dirty="0" sz="900" spc="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with</a:t>
            </a:r>
            <a:r>
              <a:rPr dirty="0" sz="900" spc="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uniform</a:t>
            </a:r>
            <a:r>
              <a:rPr dirty="0" sz="900" spc="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acceleration,</a:t>
            </a:r>
            <a:r>
              <a:rPr dirty="0" sz="900" spc="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50" i="1">
                <a:solidFill>
                  <a:srgbClr val="231F20"/>
                </a:solidFill>
                <a:latin typeface="Bookman Old Style"/>
                <a:cs typeface="Bookman Old Style"/>
              </a:rPr>
              <a:t>x-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t</a:t>
            </a:r>
            <a:r>
              <a:rPr dirty="0" sz="900" spc="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graph</a:t>
            </a:r>
            <a:r>
              <a:rPr dirty="0" sz="900" spc="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is</a:t>
            </a:r>
            <a:r>
              <a:rPr dirty="0" sz="900" spc="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</a:t>
            </a:r>
            <a:r>
              <a:rPr dirty="0" sz="900" spc="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Bookman Old Style"/>
                <a:cs typeface="Bookman Old Style"/>
              </a:rPr>
              <a:t>parabola</a:t>
            </a:r>
            <a:r>
              <a:rPr dirty="0" sz="9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while</a:t>
            </a:r>
            <a:r>
              <a:rPr dirty="0" sz="900" spc="11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 spc="1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v-t</a:t>
            </a:r>
            <a:r>
              <a:rPr dirty="0" sz="900" spc="1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graph</a:t>
            </a:r>
            <a:r>
              <a:rPr dirty="0" sz="900" spc="11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is</a:t>
            </a:r>
            <a:r>
              <a:rPr dirty="0" sz="900" spc="11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</a:t>
            </a:r>
            <a:r>
              <a:rPr dirty="0" sz="900" spc="11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straight</a:t>
            </a:r>
            <a:r>
              <a:rPr dirty="0" sz="900" spc="11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line</a:t>
            </a:r>
            <a:r>
              <a:rPr dirty="0" sz="900" spc="11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inclined</a:t>
            </a:r>
            <a:r>
              <a:rPr dirty="0" sz="900" spc="11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to</a:t>
            </a:r>
            <a:r>
              <a:rPr dirty="0" sz="900" spc="11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 spc="11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time</a:t>
            </a:r>
            <a:r>
              <a:rPr dirty="0" sz="900" spc="11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Bookman Old Style"/>
                <a:cs typeface="Bookman Old Style"/>
              </a:rPr>
              <a:t>axis.</a:t>
            </a:r>
            <a:endParaRPr sz="900">
              <a:latin typeface="Bookman Old Style"/>
              <a:cs typeface="Bookman Old Style"/>
            </a:endParaRPr>
          </a:p>
          <a:p>
            <a:pPr algn="just" marL="254000" marR="32384" indent="-228600">
              <a:lnSpc>
                <a:spcPts val="1010"/>
              </a:lnSpc>
              <a:spcBef>
                <a:spcPts val="380"/>
              </a:spcBef>
              <a:buAutoNum type="arabicPeriod" startAt="5"/>
              <a:tabLst>
                <a:tab pos="254000" algn="l"/>
              </a:tabLst>
            </a:pPr>
            <a:r>
              <a:rPr dirty="0" sz="900" spc="-1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20">
                <a:solidFill>
                  <a:srgbClr val="231F20"/>
                </a:solidFill>
                <a:latin typeface="Bookman Old Style"/>
                <a:cs typeface="Bookman Old Style"/>
              </a:rPr>
              <a:t>area</a:t>
            </a:r>
            <a:r>
              <a:rPr dirty="0" sz="9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20">
                <a:solidFill>
                  <a:srgbClr val="231F20"/>
                </a:solidFill>
                <a:latin typeface="Bookman Old Style"/>
                <a:cs typeface="Bookman Old Style"/>
              </a:rPr>
              <a:t>under</a:t>
            </a:r>
            <a:r>
              <a:rPr dirty="0" sz="90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5">
                <a:solidFill>
                  <a:srgbClr val="231F20"/>
                </a:solidFill>
                <a:latin typeface="Bookman Old Style"/>
                <a:cs typeface="Bookman Old Style"/>
              </a:rPr>
              <a:t>velocity-</a:t>
            </a:r>
            <a:r>
              <a:rPr dirty="0" sz="900" spc="-10">
                <a:solidFill>
                  <a:srgbClr val="231F20"/>
                </a:solidFill>
                <a:latin typeface="Bookman Old Style"/>
                <a:cs typeface="Bookman Old Style"/>
              </a:rPr>
              <a:t>time</a:t>
            </a:r>
            <a:r>
              <a:rPr dirty="0" sz="9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Bookman Old Style"/>
                <a:cs typeface="Bookman Old Style"/>
              </a:rPr>
              <a:t>curve</a:t>
            </a:r>
            <a:r>
              <a:rPr dirty="0" sz="90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20">
                <a:solidFill>
                  <a:srgbClr val="231F20"/>
                </a:solidFill>
                <a:latin typeface="Bookman Old Style"/>
                <a:cs typeface="Bookman Old Style"/>
              </a:rPr>
              <a:t>between</a:t>
            </a:r>
            <a:r>
              <a:rPr dirty="0" sz="9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Bookman Old Style"/>
                <a:cs typeface="Bookman Old Style"/>
              </a:rPr>
              <a:t>times</a:t>
            </a:r>
            <a:r>
              <a:rPr dirty="0" sz="900" spc="-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t</a:t>
            </a:r>
            <a:r>
              <a:rPr dirty="0" baseline="-33333" sz="750">
                <a:solidFill>
                  <a:srgbClr val="231F20"/>
                </a:solidFill>
                <a:latin typeface="Bookman Old Style"/>
                <a:cs typeface="Bookman Old Style"/>
              </a:rPr>
              <a:t>1</a:t>
            </a:r>
            <a:r>
              <a:rPr dirty="0" baseline="-33333" sz="750" spc="7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20">
                <a:solidFill>
                  <a:srgbClr val="231F20"/>
                </a:solidFill>
                <a:latin typeface="Bookman Old Style"/>
                <a:cs typeface="Bookman Old Style"/>
              </a:rPr>
              <a:t>and</a:t>
            </a:r>
            <a:r>
              <a:rPr dirty="0" sz="9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t</a:t>
            </a:r>
            <a:r>
              <a:rPr dirty="0" baseline="-33333" sz="750">
                <a:solidFill>
                  <a:srgbClr val="231F20"/>
                </a:solidFill>
                <a:latin typeface="Bookman Old Style"/>
                <a:cs typeface="Bookman Old Style"/>
              </a:rPr>
              <a:t>2</a:t>
            </a:r>
            <a:r>
              <a:rPr dirty="0" baseline="-33333" sz="750" spc="97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is</a:t>
            </a:r>
            <a:r>
              <a:rPr dirty="0" sz="9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20">
                <a:solidFill>
                  <a:srgbClr val="231F20"/>
                </a:solidFill>
                <a:latin typeface="Bookman Old Style"/>
                <a:cs typeface="Bookman Old Style"/>
              </a:rPr>
              <a:t>equal</a:t>
            </a:r>
            <a:r>
              <a:rPr dirty="0" sz="90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to</a:t>
            </a:r>
            <a:r>
              <a:rPr dirty="0" sz="9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Bookman Old Style"/>
                <a:cs typeface="Bookman Old Style"/>
              </a:rPr>
              <a:t>displacement</a:t>
            </a:r>
            <a:r>
              <a:rPr dirty="0" sz="9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900" spc="1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 spc="1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object</a:t>
            </a:r>
            <a:r>
              <a:rPr dirty="0" sz="900" spc="1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during</a:t>
            </a:r>
            <a:r>
              <a:rPr dirty="0" sz="900" spc="1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that</a:t>
            </a:r>
            <a:r>
              <a:rPr dirty="0" sz="900" spc="1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interval</a:t>
            </a:r>
            <a:r>
              <a:rPr dirty="0" sz="900" spc="1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900" spc="1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Bookman Old Style"/>
                <a:cs typeface="Bookman Old Style"/>
              </a:rPr>
              <a:t>time.</a:t>
            </a:r>
            <a:endParaRPr sz="900">
              <a:latin typeface="Bookman Old Style"/>
              <a:cs typeface="Bookman Old Style"/>
            </a:endParaRPr>
          </a:p>
          <a:p>
            <a:pPr algn="just" marL="254000" marR="30480" indent="-228600">
              <a:lnSpc>
                <a:spcPts val="1010"/>
              </a:lnSpc>
              <a:spcBef>
                <a:spcPts val="355"/>
              </a:spcBef>
              <a:buAutoNum type="arabicPeriod" startAt="5"/>
              <a:tabLst>
                <a:tab pos="254000" algn="l"/>
              </a:tabLst>
            </a:pP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For</a:t>
            </a:r>
            <a:r>
              <a:rPr dirty="0" sz="900" spc="-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objects</a:t>
            </a:r>
            <a:r>
              <a:rPr dirty="0" sz="900" spc="-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in</a:t>
            </a:r>
            <a:r>
              <a:rPr dirty="0" sz="900" spc="-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Bookman Old Style"/>
                <a:cs typeface="Bookman Old Style"/>
              </a:rPr>
              <a:t>uniformly</a:t>
            </a:r>
            <a:r>
              <a:rPr dirty="0" sz="9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Bookman Old Style"/>
                <a:cs typeface="Bookman Old Style"/>
              </a:rPr>
              <a:t>accelerated</a:t>
            </a:r>
            <a:r>
              <a:rPr dirty="0" sz="900" spc="-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Bookman Old Style"/>
                <a:cs typeface="Bookman Old Style"/>
              </a:rPr>
              <a:t>rectilinear</a:t>
            </a:r>
            <a:r>
              <a:rPr dirty="0" sz="900" spc="-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Bookman Old Style"/>
                <a:cs typeface="Bookman Old Style"/>
              </a:rPr>
              <a:t>motion,</a:t>
            </a:r>
            <a:r>
              <a:rPr dirty="0" sz="9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 spc="-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five</a:t>
            </a:r>
            <a:r>
              <a:rPr dirty="0" sz="900" spc="-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Bookman Old Style"/>
                <a:cs typeface="Bookman Old Style"/>
              </a:rPr>
              <a:t>quantities,</a:t>
            </a:r>
            <a:r>
              <a:rPr dirty="0" sz="900" spc="-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Bookman Old Style"/>
                <a:cs typeface="Bookman Old Style"/>
              </a:rPr>
              <a:t>displacement</a:t>
            </a:r>
            <a:r>
              <a:rPr dirty="0" sz="9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x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,</a:t>
            </a:r>
            <a:r>
              <a:rPr dirty="0" sz="900" spc="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time</a:t>
            </a:r>
            <a:r>
              <a:rPr dirty="0" sz="900" spc="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taken</a:t>
            </a:r>
            <a:r>
              <a:rPr dirty="0" sz="900" spc="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t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,</a:t>
            </a:r>
            <a:r>
              <a:rPr dirty="0" sz="900" spc="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initial</a:t>
            </a:r>
            <a:r>
              <a:rPr dirty="0" sz="900" spc="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velocity</a:t>
            </a:r>
            <a:r>
              <a:rPr dirty="0" sz="900" spc="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v</a:t>
            </a:r>
            <a:r>
              <a:rPr dirty="0" baseline="-33333" sz="750">
                <a:solidFill>
                  <a:srgbClr val="231F20"/>
                </a:solidFill>
                <a:latin typeface="Bookman Old Style"/>
                <a:cs typeface="Bookman Old Style"/>
              </a:rPr>
              <a:t>0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,</a:t>
            </a:r>
            <a:r>
              <a:rPr dirty="0" sz="900" spc="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final</a:t>
            </a:r>
            <a:r>
              <a:rPr dirty="0" sz="900" spc="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velocity</a:t>
            </a:r>
            <a:r>
              <a:rPr dirty="0" sz="900" spc="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v</a:t>
            </a:r>
            <a:r>
              <a:rPr dirty="0" sz="900" spc="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and</a:t>
            </a:r>
            <a:r>
              <a:rPr dirty="0" sz="900" spc="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acceleration</a:t>
            </a:r>
            <a:r>
              <a:rPr dirty="0" sz="900" spc="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a</a:t>
            </a:r>
            <a:r>
              <a:rPr dirty="0" sz="900" spc="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are</a:t>
            </a:r>
            <a:r>
              <a:rPr dirty="0" sz="900" spc="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related</a:t>
            </a:r>
            <a:r>
              <a:rPr dirty="0" sz="900" spc="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by</a:t>
            </a:r>
            <a:r>
              <a:rPr dirty="0" sz="900" spc="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</a:t>
            </a:r>
            <a:r>
              <a:rPr dirty="0" sz="900" spc="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25">
                <a:solidFill>
                  <a:srgbClr val="231F20"/>
                </a:solidFill>
                <a:latin typeface="Bookman Old Style"/>
                <a:cs typeface="Bookman Old Style"/>
              </a:rPr>
              <a:t>set</a:t>
            </a:r>
            <a:r>
              <a:rPr dirty="0" sz="9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900" spc="1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simple</a:t>
            </a:r>
            <a:r>
              <a:rPr dirty="0" sz="900" spc="1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equations</a:t>
            </a:r>
            <a:r>
              <a:rPr dirty="0" sz="900" spc="1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called</a:t>
            </a:r>
            <a:r>
              <a:rPr dirty="0" sz="900" spc="20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kinematic</a:t>
            </a:r>
            <a:r>
              <a:rPr dirty="0" sz="900" spc="1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equations</a:t>
            </a:r>
            <a:r>
              <a:rPr dirty="0" sz="900" spc="1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900" spc="1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motion</a:t>
            </a:r>
            <a:r>
              <a:rPr dirty="0" sz="900" spc="1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50" i="1">
                <a:solidFill>
                  <a:srgbClr val="231F20"/>
                </a:solidFill>
                <a:latin typeface="Bookman Old Style"/>
                <a:cs typeface="Bookman Old Style"/>
              </a:rPr>
              <a:t>:</a:t>
            </a:r>
            <a:endParaRPr sz="900">
              <a:latin typeface="Bookman Old Style"/>
              <a:cs typeface="Bookman Old Style"/>
            </a:endParaRPr>
          </a:p>
          <a:p>
            <a:pPr algn="just" marL="2155825">
              <a:lnSpc>
                <a:spcPct val="100000"/>
              </a:lnSpc>
              <a:spcBef>
                <a:spcPts val="335"/>
              </a:spcBef>
            </a:pP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v</a:t>
            </a:r>
            <a:r>
              <a:rPr dirty="0" sz="900" spc="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=</a:t>
            </a:r>
            <a:r>
              <a:rPr dirty="0" sz="900" spc="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v</a:t>
            </a:r>
            <a:r>
              <a:rPr dirty="0" baseline="-33333" sz="750" i="1">
                <a:solidFill>
                  <a:srgbClr val="231F20"/>
                </a:solidFill>
                <a:latin typeface="Bookman Old Style"/>
                <a:cs typeface="Bookman Old Style"/>
              </a:rPr>
              <a:t>0</a:t>
            </a:r>
            <a:r>
              <a:rPr dirty="0" baseline="-33333" sz="750" spc="262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+</a:t>
            </a:r>
            <a:r>
              <a:rPr dirty="0" sz="900" spc="3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25" i="1">
                <a:solidFill>
                  <a:srgbClr val="231F20"/>
                </a:solidFill>
                <a:latin typeface="Bookman Old Style"/>
                <a:cs typeface="Bookman Old Style"/>
              </a:rPr>
              <a:t>at</a:t>
            </a:r>
            <a:endParaRPr sz="900">
              <a:latin typeface="Bookman Old Style"/>
              <a:cs typeface="Bookman Old Style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4177286" y="4315911"/>
            <a:ext cx="9207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000" spc="-50" i="1">
                <a:latin typeface="Bookman Old Style"/>
                <a:cs typeface="Bookman Old Style"/>
              </a:rPr>
              <a:t>1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4174239" y="4532319"/>
            <a:ext cx="9207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000" spc="-50" i="1">
                <a:latin typeface="Bookman Old Style"/>
                <a:cs typeface="Bookman Old Style"/>
              </a:rPr>
              <a:t>2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3918207" y="4494397"/>
            <a:ext cx="68580" cy="132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700" spc="-50" i="1">
                <a:latin typeface="Bookman Old Style"/>
                <a:cs typeface="Bookman Old Style"/>
              </a:rPr>
              <a:t>0</a:t>
            </a:r>
            <a:endParaRPr sz="700">
              <a:latin typeface="Bookman Old Style"/>
              <a:cs typeface="Bookman Old Style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3597150" y="4416495"/>
            <a:ext cx="91440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5"/>
              </a:spcBef>
              <a:tabLst>
                <a:tab pos="686435" algn="l"/>
              </a:tabLst>
            </a:pPr>
            <a:r>
              <a:rPr dirty="0" sz="1000" i="1">
                <a:latin typeface="Bookman Old Style"/>
                <a:cs typeface="Bookman Old Style"/>
              </a:rPr>
              <a:t>x</a:t>
            </a:r>
            <a:r>
              <a:rPr dirty="0" sz="1000" spc="90" i="1">
                <a:latin typeface="Bookman Old Style"/>
                <a:cs typeface="Bookman Old Style"/>
              </a:rPr>
              <a:t> </a:t>
            </a:r>
            <a:r>
              <a:rPr dirty="0" sz="1000">
                <a:latin typeface="Symbol"/>
                <a:cs typeface="Symbol"/>
              </a:rPr>
              <a:t></a:t>
            </a:r>
            <a:r>
              <a:rPr dirty="0" sz="1000" spc="60">
                <a:latin typeface="Times New Roman"/>
                <a:cs typeface="Times New Roman"/>
              </a:rPr>
              <a:t> </a:t>
            </a:r>
            <a:r>
              <a:rPr dirty="0" sz="1000" i="1">
                <a:latin typeface="Bookman Old Style"/>
                <a:cs typeface="Bookman Old Style"/>
              </a:rPr>
              <a:t>v</a:t>
            </a:r>
            <a:r>
              <a:rPr dirty="0" sz="1000" spc="185" i="1">
                <a:latin typeface="Bookman Old Style"/>
                <a:cs typeface="Bookman Old Style"/>
              </a:rPr>
              <a:t> </a:t>
            </a:r>
            <a:r>
              <a:rPr dirty="0" sz="1000" i="1">
                <a:latin typeface="Bookman Old Style"/>
                <a:cs typeface="Bookman Old Style"/>
              </a:rPr>
              <a:t>t</a:t>
            </a:r>
            <a:r>
              <a:rPr dirty="0" sz="1000" spc="5" i="1">
                <a:latin typeface="Bookman Old Style"/>
                <a:cs typeface="Bookman Old Style"/>
              </a:rPr>
              <a:t> </a:t>
            </a:r>
            <a:r>
              <a:rPr dirty="0" sz="1000" spc="-50">
                <a:latin typeface="Symbol"/>
                <a:cs typeface="Symbol"/>
              </a:rPr>
              <a:t>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000" spc="-20" i="1">
                <a:latin typeface="Bookman Old Style"/>
                <a:cs typeface="Bookman Old Style"/>
              </a:rPr>
              <a:t>at</a:t>
            </a:r>
            <a:r>
              <a:rPr dirty="0" sz="1000" spc="-175" i="1">
                <a:latin typeface="Bookman Old Style"/>
                <a:cs typeface="Bookman Old Style"/>
              </a:rPr>
              <a:t> </a:t>
            </a:r>
            <a:r>
              <a:rPr dirty="0" baseline="43650" sz="1050" spc="-75" i="1">
                <a:latin typeface="Bookman Old Style"/>
                <a:cs typeface="Bookman Old Style"/>
              </a:rPr>
              <a:t>2</a:t>
            </a:r>
            <a:endParaRPr baseline="43650" sz="1050">
              <a:latin typeface="Bookman Old Style"/>
              <a:cs typeface="Bookman Old Style"/>
            </a:endParaRPr>
          </a:p>
        </p:txBody>
      </p:sp>
      <p:sp>
        <p:nvSpPr>
          <p:cNvPr id="91" name="object 91"/>
          <p:cNvSpPr/>
          <p:nvPr/>
        </p:nvSpPr>
        <p:spPr>
          <a:xfrm>
            <a:off x="3608832" y="4338827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0" y="1524"/>
                </a:moveTo>
                <a:lnTo>
                  <a:pt x="446" y="446"/>
                </a:lnTo>
                <a:lnTo>
                  <a:pt x="1524" y="0"/>
                </a:lnTo>
                <a:lnTo>
                  <a:pt x="2601" y="446"/>
                </a:lnTo>
                <a:lnTo>
                  <a:pt x="3047" y="1524"/>
                </a:lnTo>
                <a:lnTo>
                  <a:pt x="2601" y="2601"/>
                </a:lnTo>
                <a:lnTo>
                  <a:pt x="1524" y="3047"/>
                </a:lnTo>
                <a:lnTo>
                  <a:pt x="446" y="2601"/>
                </a:lnTo>
                <a:lnTo>
                  <a:pt x="0" y="1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 txBox="1"/>
          <p:nvPr/>
        </p:nvSpPr>
        <p:spPr>
          <a:xfrm>
            <a:off x="3732279" y="4766941"/>
            <a:ext cx="67310" cy="1314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700" spc="-50" i="1">
                <a:latin typeface="Bookman Old Style"/>
                <a:cs typeface="Bookman Old Style"/>
              </a:rPr>
              <a:t>2</a:t>
            </a:r>
            <a:endParaRPr sz="700">
              <a:latin typeface="Bookman Old Style"/>
              <a:cs typeface="Bookman Old Style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4018791" y="4766939"/>
            <a:ext cx="73660" cy="2381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5715">
              <a:lnSpc>
                <a:spcPct val="100000"/>
              </a:lnSpc>
              <a:spcBef>
                <a:spcPts val="90"/>
              </a:spcBef>
            </a:pPr>
            <a:r>
              <a:rPr dirty="0" sz="700" spc="-50" i="1">
                <a:latin typeface="Bookman Old Style"/>
                <a:cs typeface="Bookman Old Style"/>
              </a:rPr>
              <a:t>2</a:t>
            </a:r>
            <a:endParaRPr sz="700">
              <a:latin typeface="Bookman Old Style"/>
              <a:cs typeface="Bookman Old Style"/>
            </a:endParaRPr>
          </a:p>
          <a:p>
            <a:pPr>
              <a:lnSpc>
                <a:spcPct val="100000"/>
              </a:lnSpc>
            </a:pPr>
            <a:r>
              <a:rPr dirty="0" sz="700" spc="-50" i="1">
                <a:latin typeface="Bookman Old Style"/>
                <a:cs typeface="Bookman Old Style"/>
              </a:rPr>
              <a:t>0</a:t>
            </a:r>
            <a:endParaRPr sz="700">
              <a:latin typeface="Bookman Old Style"/>
              <a:cs typeface="Bookman Old Style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3656079" y="4799338"/>
            <a:ext cx="806450" cy="17653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40"/>
              </a:spcBef>
            </a:pPr>
            <a:r>
              <a:rPr dirty="0" sz="950" i="1">
                <a:latin typeface="Bookman Old Style"/>
                <a:cs typeface="Bookman Old Style"/>
              </a:rPr>
              <a:t>v</a:t>
            </a:r>
            <a:r>
              <a:rPr dirty="0" sz="950" spc="195" i="1">
                <a:latin typeface="Bookman Old Style"/>
                <a:cs typeface="Bookman Old Style"/>
              </a:rPr>
              <a:t>  </a:t>
            </a:r>
            <a:r>
              <a:rPr dirty="0" sz="950">
                <a:latin typeface="Symbol"/>
                <a:cs typeface="Symbol"/>
              </a:rPr>
              <a:t></a:t>
            </a:r>
            <a:r>
              <a:rPr dirty="0" sz="950" spc="65">
                <a:latin typeface="Times New Roman"/>
                <a:cs typeface="Times New Roman"/>
              </a:rPr>
              <a:t> </a:t>
            </a:r>
            <a:r>
              <a:rPr dirty="0" sz="950" i="1">
                <a:latin typeface="Bookman Old Style"/>
                <a:cs typeface="Bookman Old Style"/>
              </a:rPr>
              <a:t>v</a:t>
            </a:r>
            <a:r>
              <a:rPr dirty="0" sz="950" spc="155" i="1">
                <a:latin typeface="Bookman Old Style"/>
                <a:cs typeface="Bookman Old Style"/>
              </a:rPr>
              <a:t>  </a:t>
            </a:r>
            <a:r>
              <a:rPr dirty="0" sz="950">
                <a:latin typeface="Symbol"/>
                <a:cs typeface="Symbol"/>
              </a:rPr>
              <a:t></a:t>
            </a:r>
            <a:r>
              <a:rPr dirty="0" sz="950" spc="-5">
                <a:latin typeface="Times New Roman"/>
                <a:cs typeface="Times New Roman"/>
              </a:rPr>
              <a:t> </a:t>
            </a:r>
            <a:r>
              <a:rPr dirty="0" sz="950" spc="-25" i="1">
                <a:latin typeface="Bookman Old Style"/>
                <a:cs typeface="Bookman Old Style"/>
              </a:rPr>
              <a:t>2ax</a:t>
            </a:r>
            <a:endParaRPr sz="950">
              <a:latin typeface="Bookman Old Style"/>
              <a:cs typeface="Bookman Old Style"/>
            </a:endParaRPr>
          </a:p>
        </p:txBody>
      </p:sp>
      <p:sp>
        <p:nvSpPr>
          <p:cNvPr id="95" name="object 95"/>
          <p:cNvSpPr/>
          <p:nvPr/>
        </p:nvSpPr>
        <p:spPr>
          <a:xfrm>
            <a:off x="3648455" y="4783835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>
                <a:moveTo>
                  <a:pt x="0" y="1524"/>
                </a:moveTo>
                <a:lnTo>
                  <a:pt x="446" y="446"/>
                </a:lnTo>
                <a:lnTo>
                  <a:pt x="1524" y="0"/>
                </a:lnTo>
                <a:lnTo>
                  <a:pt x="2601" y="446"/>
                </a:lnTo>
                <a:lnTo>
                  <a:pt x="3047" y="1524"/>
                </a:lnTo>
                <a:lnTo>
                  <a:pt x="2601" y="2601"/>
                </a:lnTo>
                <a:lnTo>
                  <a:pt x="1524" y="3047"/>
                </a:lnTo>
                <a:lnTo>
                  <a:pt x="446" y="2601"/>
                </a:lnTo>
                <a:lnTo>
                  <a:pt x="0" y="1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 txBox="1"/>
          <p:nvPr/>
        </p:nvSpPr>
        <p:spPr>
          <a:xfrm>
            <a:off x="1707388" y="5018023"/>
            <a:ext cx="48869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400" marR="3048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if</a:t>
            </a:r>
            <a:r>
              <a:rPr dirty="0" sz="900" spc="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 spc="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position</a:t>
            </a:r>
            <a:r>
              <a:rPr dirty="0" sz="900" spc="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900" spc="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 spc="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object</a:t>
            </a:r>
            <a:r>
              <a:rPr dirty="0" sz="900" spc="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at</a:t>
            </a:r>
            <a:r>
              <a:rPr dirty="0" sz="900" spc="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time</a:t>
            </a:r>
            <a:r>
              <a:rPr dirty="0" sz="900" spc="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t</a:t>
            </a:r>
            <a:r>
              <a:rPr dirty="0" sz="90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=</a:t>
            </a:r>
            <a:r>
              <a:rPr dirty="0" sz="900" spc="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0</a:t>
            </a:r>
            <a:r>
              <a:rPr dirty="0" sz="900" spc="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is</a:t>
            </a:r>
            <a:r>
              <a:rPr dirty="0" sz="900" spc="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0.</a:t>
            </a:r>
            <a:r>
              <a:rPr dirty="0" sz="900" spc="3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If</a:t>
            </a:r>
            <a:r>
              <a:rPr dirty="0" sz="900" spc="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 spc="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particle</a:t>
            </a:r>
            <a:r>
              <a:rPr dirty="0" sz="900" spc="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starts</a:t>
            </a:r>
            <a:r>
              <a:rPr dirty="0" sz="900" spc="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at</a:t>
            </a:r>
            <a:r>
              <a:rPr dirty="0" sz="900" spc="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x</a:t>
            </a:r>
            <a:r>
              <a:rPr dirty="0" sz="900" spc="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=</a:t>
            </a:r>
            <a:r>
              <a:rPr dirty="0" sz="900" spc="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x</a:t>
            </a:r>
            <a:r>
              <a:rPr dirty="0" baseline="-33333" sz="750" i="1">
                <a:solidFill>
                  <a:srgbClr val="231F20"/>
                </a:solidFill>
                <a:latin typeface="Bookman Old Style"/>
                <a:cs typeface="Bookman Old Style"/>
              </a:rPr>
              <a:t>0</a:t>
            </a:r>
            <a:r>
              <a:rPr dirty="0" baseline="-33333" sz="750" spc="2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,</a:t>
            </a:r>
            <a:r>
              <a:rPr dirty="0" sz="900" spc="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x</a:t>
            </a:r>
            <a:r>
              <a:rPr dirty="0" sz="900" spc="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in</a:t>
            </a:r>
            <a:r>
              <a:rPr dirty="0" sz="900" spc="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Bookman Old Style"/>
                <a:cs typeface="Bookman Old Style"/>
              </a:rPr>
              <a:t>above</a:t>
            </a:r>
            <a:r>
              <a:rPr dirty="0" sz="9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equations</a:t>
            </a:r>
            <a:r>
              <a:rPr dirty="0" sz="90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is</a:t>
            </a:r>
            <a:r>
              <a:rPr dirty="0" sz="90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replaced</a:t>
            </a:r>
            <a:r>
              <a:rPr dirty="0" sz="900" spc="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by</a:t>
            </a:r>
            <a:r>
              <a:rPr dirty="0" sz="90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(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x</a:t>
            </a:r>
            <a:r>
              <a:rPr dirty="0" sz="90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–</a:t>
            </a:r>
            <a:r>
              <a:rPr dirty="0" sz="900" spc="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20" i="1">
                <a:solidFill>
                  <a:srgbClr val="231F20"/>
                </a:solidFill>
                <a:latin typeface="Bookman Old Style"/>
                <a:cs typeface="Bookman Old Style"/>
              </a:rPr>
              <a:t>x</a:t>
            </a:r>
            <a:r>
              <a:rPr dirty="0" baseline="-33333" sz="750" spc="-30" i="1">
                <a:solidFill>
                  <a:srgbClr val="231F20"/>
                </a:solidFill>
                <a:latin typeface="Bookman Old Style"/>
                <a:cs typeface="Bookman Old Style"/>
              </a:rPr>
              <a:t>0</a:t>
            </a:r>
            <a:r>
              <a:rPr dirty="0" sz="900" spc="-20">
                <a:solidFill>
                  <a:srgbClr val="231F20"/>
                </a:solidFill>
                <a:latin typeface="Bookman Old Style"/>
                <a:cs typeface="Bookman Old Style"/>
              </a:rPr>
              <a:t>).</a:t>
            </a:r>
            <a:endParaRPr sz="900">
              <a:latin typeface="Bookman Old Style"/>
              <a:cs typeface="Bookman Old Style"/>
            </a:endParaRPr>
          </a:p>
        </p:txBody>
      </p:sp>
      <p:pic>
        <p:nvPicPr>
          <p:cNvPr id="97" name="object 97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734273" y="2476958"/>
            <a:ext cx="5987215" cy="5987215"/>
          </a:xfrm>
          <a:prstGeom prst="rect">
            <a:avLst/>
          </a:prstGeom>
        </p:spPr>
      </p:pic>
      <p:sp>
        <p:nvSpPr>
          <p:cNvPr id="98" name="object 9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Reprint </a:t>
            </a:r>
            <a:r>
              <a:rPr dirty="0" spc="-10"/>
              <a:t>2026-</a:t>
            </a:r>
            <a:r>
              <a:rPr dirty="0" spc="-25"/>
              <a:t>27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7087" y="711695"/>
            <a:ext cx="164592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00AEEF"/>
                </a:solidFill>
                <a:latin typeface="Bookman Old Style"/>
                <a:cs typeface="Bookman Old Style"/>
              </a:rPr>
              <a:t>MOTION</a:t>
            </a:r>
            <a:r>
              <a:rPr dirty="0" sz="800" spc="22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800">
                <a:solidFill>
                  <a:srgbClr val="00AEEF"/>
                </a:solidFill>
                <a:latin typeface="Bookman Old Style"/>
                <a:cs typeface="Bookman Old Style"/>
              </a:rPr>
              <a:t>IN</a:t>
            </a:r>
            <a:r>
              <a:rPr dirty="0" sz="800" spc="22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800">
                <a:solidFill>
                  <a:srgbClr val="00AEEF"/>
                </a:solidFill>
                <a:latin typeface="Bookman Old Style"/>
                <a:cs typeface="Bookman Old Style"/>
              </a:rPr>
              <a:t>A</a:t>
            </a:r>
            <a:r>
              <a:rPr dirty="0" sz="800" spc="22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800">
                <a:solidFill>
                  <a:srgbClr val="00AEEF"/>
                </a:solidFill>
                <a:latin typeface="Bookman Old Style"/>
                <a:cs typeface="Bookman Old Style"/>
              </a:rPr>
              <a:t>STRAIGHT</a:t>
            </a:r>
            <a:r>
              <a:rPr dirty="0" sz="800" spc="22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800" spc="-20">
                <a:solidFill>
                  <a:srgbClr val="00AEEF"/>
                </a:solidFill>
                <a:latin typeface="Bookman Old Style"/>
                <a:cs typeface="Bookman Old Style"/>
              </a:rPr>
              <a:t>LINE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465823" y="711695"/>
            <a:ext cx="16192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5">
                <a:solidFill>
                  <a:srgbClr val="00AEEF"/>
                </a:solidFill>
                <a:latin typeface="Bookman Old Style"/>
                <a:cs typeface="Bookman Old Style"/>
              </a:rPr>
              <a:t>23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89787" y="880878"/>
            <a:ext cx="6019800" cy="50800"/>
          </a:xfrm>
          <a:custGeom>
            <a:avLst/>
            <a:gdLst/>
            <a:ahLst/>
            <a:cxnLst/>
            <a:rect l="l" t="t" r="r" b="b"/>
            <a:pathLst>
              <a:path w="6019800" h="50800">
                <a:moveTo>
                  <a:pt x="6019799" y="0"/>
                </a:moveTo>
                <a:lnTo>
                  <a:pt x="0" y="0"/>
                </a:lnTo>
                <a:lnTo>
                  <a:pt x="0" y="50804"/>
                </a:lnTo>
                <a:lnTo>
                  <a:pt x="6019799" y="50804"/>
                </a:lnTo>
                <a:lnTo>
                  <a:pt x="6019799" y="0"/>
                </a:lnTo>
                <a:close/>
              </a:path>
            </a:pathLst>
          </a:custGeom>
          <a:solidFill>
            <a:srgbClr val="00AE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795908" y="4107691"/>
            <a:ext cx="5614035" cy="3893185"/>
          </a:xfrm>
          <a:prstGeom prst="rect">
            <a:avLst/>
          </a:prstGeom>
          <a:ln w="12191">
            <a:solidFill>
              <a:srgbClr val="00AEEF"/>
            </a:solidFill>
          </a:ln>
        </p:spPr>
        <p:txBody>
          <a:bodyPr wrap="square" lIns="0" tIns="539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25"/>
              </a:spcBef>
            </a:pPr>
            <a:endParaRPr sz="900">
              <a:latin typeface="Times New Roman"/>
              <a:cs typeface="Times New Roman"/>
            </a:endParaRPr>
          </a:p>
          <a:p>
            <a:pPr marL="284480">
              <a:lnSpc>
                <a:spcPct val="100000"/>
              </a:lnSpc>
            </a:pPr>
            <a:r>
              <a:rPr dirty="0" sz="900" b="1">
                <a:solidFill>
                  <a:srgbClr val="00AEEF"/>
                </a:solidFill>
                <a:latin typeface="Bookman Old Style"/>
                <a:cs typeface="Bookman Old Style"/>
              </a:rPr>
              <a:t>POINTS</a:t>
            </a:r>
            <a:r>
              <a:rPr dirty="0" sz="900" spc="6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 b="1">
                <a:solidFill>
                  <a:srgbClr val="00AEEF"/>
                </a:solidFill>
                <a:latin typeface="Bookman Old Style"/>
                <a:cs typeface="Bookman Old Style"/>
              </a:rPr>
              <a:t>TO</a:t>
            </a:r>
            <a:r>
              <a:rPr dirty="0" sz="900" spc="7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 spc="-10" b="1">
                <a:solidFill>
                  <a:srgbClr val="00AEEF"/>
                </a:solidFill>
                <a:latin typeface="Bookman Old Style"/>
                <a:cs typeface="Bookman Old Style"/>
              </a:rPr>
              <a:t>PONDER</a:t>
            </a:r>
            <a:endParaRPr sz="900">
              <a:latin typeface="Bookman Old Style"/>
              <a:cs typeface="Bookman Old Style"/>
            </a:endParaRPr>
          </a:p>
          <a:p>
            <a:pPr algn="just" marL="513080" marR="295275" indent="-2286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513080" algn="l"/>
              </a:tabLst>
            </a:pPr>
            <a:r>
              <a:rPr dirty="0" sz="900" spc="-25">
                <a:solidFill>
                  <a:srgbClr val="00AEEF"/>
                </a:solidFill>
                <a:latin typeface="Bookman Old Style"/>
                <a:cs typeface="Bookman Old Style"/>
              </a:rPr>
              <a:t>The</a:t>
            </a:r>
            <a:r>
              <a:rPr dirty="0" sz="900" spc="-2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 spc="-30">
                <a:solidFill>
                  <a:srgbClr val="00AEEF"/>
                </a:solidFill>
                <a:latin typeface="Bookman Old Style"/>
                <a:cs typeface="Bookman Old Style"/>
              </a:rPr>
              <a:t>origin</a:t>
            </a:r>
            <a:r>
              <a:rPr dirty="0" sz="900" spc="-2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 spc="-35">
                <a:solidFill>
                  <a:srgbClr val="00AEEF"/>
                </a:solidFill>
                <a:latin typeface="Bookman Old Style"/>
                <a:cs typeface="Bookman Old Style"/>
              </a:rPr>
              <a:t>and</a:t>
            </a:r>
            <a:r>
              <a:rPr dirty="0" sz="900" spc="-1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 spc="-20">
                <a:solidFill>
                  <a:srgbClr val="00AEEF"/>
                </a:solidFill>
                <a:latin typeface="Bookman Old Style"/>
                <a:cs typeface="Bookman Old Style"/>
              </a:rPr>
              <a:t>the</a:t>
            </a:r>
            <a:r>
              <a:rPr dirty="0" sz="900" spc="-2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 spc="-30">
                <a:solidFill>
                  <a:srgbClr val="00AEEF"/>
                </a:solidFill>
                <a:latin typeface="Bookman Old Style"/>
                <a:cs typeface="Bookman Old Style"/>
              </a:rPr>
              <a:t>positive</a:t>
            </a:r>
            <a:r>
              <a:rPr dirty="0" sz="900" spc="-1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 spc="-35">
                <a:solidFill>
                  <a:srgbClr val="00AEEF"/>
                </a:solidFill>
                <a:latin typeface="Bookman Old Style"/>
                <a:cs typeface="Bookman Old Style"/>
              </a:rPr>
              <a:t>direction</a:t>
            </a:r>
            <a:r>
              <a:rPr dirty="0" sz="900" spc="-1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00AEEF"/>
                </a:solidFill>
                <a:latin typeface="Bookman Old Style"/>
                <a:cs typeface="Bookman Old Style"/>
              </a:rPr>
              <a:t>of</a:t>
            </a:r>
            <a:r>
              <a:rPr dirty="0" sz="900" spc="-2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 spc="-20">
                <a:solidFill>
                  <a:srgbClr val="00AEEF"/>
                </a:solidFill>
                <a:latin typeface="Bookman Old Style"/>
                <a:cs typeface="Bookman Old Style"/>
              </a:rPr>
              <a:t>an</a:t>
            </a:r>
            <a:r>
              <a:rPr dirty="0" sz="900" spc="-1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 spc="-25">
                <a:solidFill>
                  <a:srgbClr val="00AEEF"/>
                </a:solidFill>
                <a:latin typeface="Bookman Old Style"/>
                <a:cs typeface="Bookman Old Style"/>
              </a:rPr>
              <a:t>axis</a:t>
            </a:r>
            <a:r>
              <a:rPr dirty="0" sz="900" spc="-2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 spc="-20">
                <a:solidFill>
                  <a:srgbClr val="00AEEF"/>
                </a:solidFill>
                <a:latin typeface="Bookman Old Style"/>
                <a:cs typeface="Bookman Old Style"/>
              </a:rPr>
              <a:t>are</a:t>
            </a:r>
            <a:r>
              <a:rPr dirty="0" sz="900" spc="-1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a</a:t>
            </a:r>
            <a:r>
              <a:rPr dirty="0" sz="900" spc="-2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 spc="-30">
                <a:solidFill>
                  <a:srgbClr val="00AEEF"/>
                </a:solidFill>
                <a:latin typeface="Bookman Old Style"/>
                <a:cs typeface="Bookman Old Style"/>
              </a:rPr>
              <a:t>matter</a:t>
            </a:r>
            <a:r>
              <a:rPr dirty="0" sz="900" spc="-1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00AEEF"/>
                </a:solidFill>
                <a:latin typeface="Bookman Old Style"/>
                <a:cs typeface="Bookman Old Style"/>
              </a:rPr>
              <a:t>of</a:t>
            </a:r>
            <a:r>
              <a:rPr dirty="0" sz="900" spc="-2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 spc="-30">
                <a:solidFill>
                  <a:srgbClr val="00AEEF"/>
                </a:solidFill>
                <a:latin typeface="Bookman Old Style"/>
                <a:cs typeface="Bookman Old Style"/>
              </a:rPr>
              <a:t>choice.</a:t>
            </a:r>
            <a:r>
              <a:rPr dirty="0" sz="900" spc="-1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 spc="-45">
                <a:solidFill>
                  <a:srgbClr val="00AEEF"/>
                </a:solidFill>
                <a:latin typeface="Bookman Old Style"/>
                <a:cs typeface="Bookman Old Style"/>
              </a:rPr>
              <a:t>You</a:t>
            </a:r>
            <a:r>
              <a:rPr dirty="0" sz="900" spc="-1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 spc="-35">
                <a:solidFill>
                  <a:srgbClr val="00AEEF"/>
                </a:solidFill>
                <a:latin typeface="Bookman Old Style"/>
                <a:cs typeface="Bookman Old Style"/>
              </a:rPr>
              <a:t>should</a:t>
            </a:r>
            <a:r>
              <a:rPr dirty="0" sz="900" spc="-2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 spc="-25">
                <a:solidFill>
                  <a:srgbClr val="00AEEF"/>
                </a:solidFill>
                <a:latin typeface="Bookman Old Style"/>
                <a:cs typeface="Bookman Old Style"/>
              </a:rPr>
              <a:t>first</a:t>
            </a:r>
            <a:r>
              <a:rPr dirty="0" sz="900" spc="-1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00AEEF"/>
                </a:solidFill>
                <a:latin typeface="Bookman Old Style"/>
                <a:cs typeface="Bookman Old Style"/>
              </a:rPr>
              <a:t>specify</a:t>
            </a:r>
            <a:r>
              <a:rPr dirty="0" sz="900" spc="-1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 spc="-25">
                <a:solidFill>
                  <a:srgbClr val="00AEEF"/>
                </a:solidFill>
                <a:latin typeface="Bookman Old Style"/>
                <a:cs typeface="Bookman Old Style"/>
              </a:rPr>
              <a:t>this</a:t>
            </a:r>
            <a:r>
              <a:rPr dirty="0" sz="900" spc="-1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 spc="-25">
                <a:solidFill>
                  <a:srgbClr val="00AEEF"/>
                </a:solidFill>
                <a:latin typeface="Bookman Old Style"/>
                <a:cs typeface="Bookman Old Style"/>
              </a:rPr>
              <a:t>choice</a:t>
            </a:r>
            <a:r>
              <a:rPr dirty="0" sz="900" spc="-1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 spc="-25">
                <a:solidFill>
                  <a:srgbClr val="00AEEF"/>
                </a:solidFill>
                <a:latin typeface="Bookman Old Style"/>
                <a:cs typeface="Bookman Old Style"/>
              </a:rPr>
              <a:t>before</a:t>
            </a:r>
            <a:r>
              <a:rPr dirty="0" sz="900" spc="-1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 spc="-20">
                <a:solidFill>
                  <a:srgbClr val="00AEEF"/>
                </a:solidFill>
                <a:latin typeface="Bookman Old Style"/>
                <a:cs typeface="Bookman Old Style"/>
              </a:rPr>
              <a:t>you</a:t>
            </a:r>
            <a:r>
              <a:rPr dirty="0" sz="900" spc="-1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 spc="-30">
                <a:solidFill>
                  <a:srgbClr val="00AEEF"/>
                </a:solidFill>
                <a:latin typeface="Bookman Old Style"/>
                <a:cs typeface="Bookman Old Style"/>
              </a:rPr>
              <a:t>assign</a:t>
            </a:r>
            <a:r>
              <a:rPr dirty="0" sz="900" spc="-1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 spc="-30">
                <a:solidFill>
                  <a:srgbClr val="00AEEF"/>
                </a:solidFill>
                <a:latin typeface="Bookman Old Style"/>
                <a:cs typeface="Bookman Old Style"/>
              </a:rPr>
              <a:t>signs</a:t>
            </a:r>
            <a:r>
              <a:rPr dirty="0" sz="900" spc="-1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to</a:t>
            </a:r>
            <a:r>
              <a:rPr dirty="0" sz="900" spc="-1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 spc="-35">
                <a:solidFill>
                  <a:srgbClr val="00AEEF"/>
                </a:solidFill>
                <a:latin typeface="Bookman Old Style"/>
                <a:cs typeface="Bookman Old Style"/>
              </a:rPr>
              <a:t>quantities</a:t>
            </a:r>
            <a:r>
              <a:rPr dirty="0" sz="900" spc="-1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 spc="-25">
                <a:solidFill>
                  <a:srgbClr val="00AEEF"/>
                </a:solidFill>
                <a:latin typeface="Bookman Old Style"/>
                <a:cs typeface="Bookman Old Style"/>
              </a:rPr>
              <a:t>like</a:t>
            </a:r>
            <a:r>
              <a:rPr dirty="0" sz="900" spc="-1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 spc="-35">
                <a:solidFill>
                  <a:srgbClr val="00AEEF"/>
                </a:solidFill>
                <a:latin typeface="Bookman Old Style"/>
                <a:cs typeface="Bookman Old Style"/>
              </a:rPr>
              <a:t>displacement,</a:t>
            </a:r>
            <a:r>
              <a:rPr dirty="0" sz="900" spc="-1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 spc="-30">
                <a:solidFill>
                  <a:srgbClr val="00AEEF"/>
                </a:solidFill>
                <a:latin typeface="Bookman Old Style"/>
                <a:cs typeface="Bookman Old Style"/>
              </a:rPr>
              <a:t>velocity</a:t>
            </a:r>
            <a:r>
              <a:rPr dirty="0" sz="900" spc="-1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 spc="-30">
                <a:solidFill>
                  <a:srgbClr val="00AEEF"/>
                </a:solidFill>
                <a:latin typeface="Bookman Old Style"/>
                <a:cs typeface="Bookman Old Style"/>
              </a:rPr>
              <a:t>and</a:t>
            </a:r>
            <a:r>
              <a:rPr dirty="0" sz="900" spc="-1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00AEEF"/>
                </a:solidFill>
                <a:latin typeface="Bookman Old Style"/>
                <a:cs typeface="Bookman Old Style"/>
              </a:rPr>
              <a:t>acceleration.</a:t>
            </a:r>
            <a:endParaRPr sz="900">
              <a:latin typeface="Bookman Old Style"/>
              <a:cs typeface="Bookman Old Style"/>
            </a:endParaRPr>
          </a:p>
          <a:p>
            <a:pPr algn="just" marL="513080" marR="290195" indent="-228600">
              <a:lnSpc>
                <a:spcPct val="100000"/>
              </a:lnSpc>
              <a:buAutoNum type="arabicPeriod"/>
              <a:tabLst>
                <a:tab pos="513080" algn="l"/>
              </a:tabLst>
            </a:pP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If</a:t>
            </a:r>
            <a:r>
              <a:rPr dirty="0" sz="900" spc="114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a</a:t>
            </a:r>
            <a:r>
              <a:rPr dirty="0" sz="900" spc="12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particle</a:t>
            </a:r>
            <a:r>
              <a:rPr dirty="0" sz="900" spc="12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is</a:t>
            </a:r>
            <a:r>
              <a:rPr dirty="0" sz="900" spc="114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speeding</a:t>
            </a:r>
            <a:r>
              <a:rPr dirty="0" sz="900" spc="12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up,</a:t>
            </a:r>
            <a:r>
              <a:rPr dirty="0" sz="900" spc="12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acceleration</a:t>
            </a:r>
            <a:r>
              <a:rPr dirty="0" sz="900" spc="12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is</a:t>
            </a:r>
            <a:r>
              <a:rPr dirty="0" sz="900" spc="114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in</a:t>
            </a:r>
            <a:r>
              <a:rPr dirty="0" sz="900" spc="12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the</a:t>
            </a:r>
            <a:r>
              <a:rPr dirty="0" sz="900" spc="12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direction</a:t>
            </a:r>
            <a:r>
              <a:rPr dirty="0" sz="900" spc="114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of</a:t>
            </a:r>
            <a:r>
              <a:rPr dirty="0" sz="900" spc="12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velocity;</a:t>
            </a:r>
            <a:r>
              <a:rPr dirty="0" sz="900" spc="12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if</a:t>
            </a:r>
            <a:r>
              <a:rPr dirty="0" sz="900" spc="12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its</a:t>
            </a:r>
            <a:r>
              <a:rPr dirty="0" sz="900" spc="114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speed</a:t>
            </a:r>
            <a:r>
              <a:rPr dirty="0" sz="900" spc="12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 spc="-25">
                <a:solidFill>
                  <a:srgbClr val="00AEEF"/>
                </a:solidFill>
                <a:latin typeface="Bookman Old Style"/>
                <a:cs typeface="Bookman Old Style"/>
              </a:rPr>
              <a:t>is</a:t>
            </a:r>
            <a:r>
              <a:rPr dirty="0" sz="90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decreasing,</a:t>
            </a:r>
            <a:r>
              <a:rPr dirty="0" sz="900" spc="26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acceleration</a:t>
            </a:r>
            <a:r>
              <a:rPr dirty="0" sz="900" spc="26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is</a:t>
            </a:r>
            <a:r>
              <a:rPr dirty="0" sz="900" spc="26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in</a:t>
            </a:r>
            <a:r>
              <a:rPr dirty="0" sz="900" spc="26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the</a:t>
            </a:r>
            <a:r>
              <a:rPr dirty="0" sz="900" spc="26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direction</a:t>
            </a:r>
            <a:r>
              <a:rPr dirty="0" sz="900" spc="26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opposite</a:t>
            </a:r>
            <a:r>
              <a:rPr dirty="0" sz="900" spc="26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to</a:t>
            </a:r>
            <a:r>
              <a:rPr dirty="0" sz="900" spc="26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that</a:t>
            </a:r>
            <a:r>
              <a:rPr dirty="0" sz="900" spc="26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of</a:t>
            </a:r>
            <a:r>
              <a:rPr dirty="0" sz="900" spc="26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the</a:t>
            </a:r>
            <a:r>
              <a:rPr dirty="0" sz="900" spc="26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velocity.</a:t>
            </a:r>
            <a:r>
              <a:rPr dirty="0" sz="900" spc="260">
                <a:solidFill>
                  <a:srgbClr val="00AEEF"/>
                </a:solidFill>
                <a:latin typeface="Times New Roman"/>
                <a:cs typeface="Times New Roman"/>
              </a:rPr>
              <a:t>  </a:t>
            </a:r>
            <a:r>
              <a:rPr dirty="0" sz="900" spc="-20">
                <a:solidFill>
                  <a:srgbClr val="00AEEF"/>
                </a:solidFill>
                <a:latin typeface="Bookman Old Style"/>
                <a:cs typeface="Bookman Old Style"/>
              </a:rPr>
              <a:t>This</a:t>
            </a:r>
            <a:r>
              <a:rPr dirty="0" sz="900" spc="-2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statement</a:t>
            </a:r>
            <a:r>
              <a:rPr dirty="0" sz="900" spc="10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is</a:t>
            </a:r>
            <a:r>
              <a:rPr dirty="0" sz="900" spc="10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independent</a:t>
            </a:r>
            <a:r>
              <a:rPr dirty="0" sz="900" spc="10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of</a:t>
            </a:r>
            <a:r>
              <a:rPr dirty="0" sz="900" spc="10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the</a:t>
            </a:r>
            <a:r>
              <a:rPr dirty="0" sz="900" spc="10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choice</a:t>
            </a:r>
            <a:r>
              <a:rPr dirty="0" sz="900" spc="10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of</a:t>
            </a:r>
            <a:r>
              <a:rPr dirty="0" sz="900" spc="10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the</a:t>
            </a:r>
            <a:r>
              <a:rPr dirty="0" sz="900" spc="10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origin</a:t>
            </a:r>
            <a:r>
              <a:rPr dirty="0" sz="900" spc="10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and</a:t>
            </a:r>
            <a:r>
              <a:rPr dirty="0" sz="900" spc="10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the</a:t>
            </a:r>
            <a:r>
              <a:rPr dirty="0" sz="900" spc="10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00AEEF"/>
                </a:solidFill>
                <a:latin typeface="Bookman Old Style"/>
                <a:cs typeface="Bookman Old Style"/>
              </a:rPr>
              <a:t>axis.</a:t>
            </a:r>
            <a:endParaRPr sz="900">
              <a:latin typeface="Bookman Old Style"/>
              <a:cs typeface="Bookman Old Style"/>
            </a:endParaRPr>
          </a:p>
          <a:p>
            <a:pPr algn="just" marL="513080" marR="288925" indent="-228600">
              <a:lnSpc>
                <a:spcPct val="100000"/>
              </a:lnSpc>
              <a:buAutoNum type="arabicPeriod"/>
              <a:tabLst>
                <a:tab pos="513080" algn="l"/>
              </a:tabLst>
            </a:pP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The</a:t>
            </a:r>
            <a:r>
              <a:rPr dirty="0" sz="900" spc="9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sign</a:t>
            </a:r>
            <a:r>
              <a:rPr dirty="0" sz="900" spc="9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of</a:t>
            </a:r>
            <a:r>
              <a:rPr dirty="0" sz="900" spc="9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acceleration</a:t>
            </a:r>
            <a:r>
              <a:rPr dirty="0" sz="900" spc="9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does</a:t>
            </a:r>
            <a:r>
              <a:rPr dirty="0" sz="900" spc="9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not</a:t>
            </a:r>
            <a:r>
              <a:rPr dirty="0" sz="900" spc="9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tell</a:t>
            </a:r>
            <a:r>
              <a:rPr dirty="0" sz="900" spc="9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us</a:t>
            </a:r>
            <a:r>
              <a:rPr dirty="0" sz="900" spc="9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whether</a:t>
            </a:r>
            <a:r>
              <a:rPr dirty="0" sz="900" spc="9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the</a:t>
            </a:r>
            <a:r>
              <a:rPr dirty="0" sz="900" spc="9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particle’s</a:t>
            </a:r>
            <a:r>
              <a:rPr dirty="0" sz="900" spc="9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speed</a:t>
            </a:r>
            <a:r>
              <a:rPr dirty="0" sz="900" spc="9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is</a:t>
            </a:r>
            <a:r>
              <a:rPr dirty="0" sz="900" spc="9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increasing</a:t>
            </a:r>
            <a:r>
              <a:rPr dirty="0" sz="900" spc="9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 spc="-25">
                <a:solidFill>
                  <a:srgbClr val="00AEEF"/>
                </a:solidFill>
                <a:latin typeface="Bookman Old Style"/>
                <a:cs typeface="Bookman Old Style"/>
              </a:rPr>
              <a:t>or</a:t>
            </a:r>
            <a:r>
              <a:rPr dirty="0" sz="90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decreasing.</a:t>
            </a:r>
            <a:r>
              <a:rPr dirty="0" sz="900" spc="34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The</a:t>
            </a:r>
            <a:r>
              <a:rPr dirty="0" sz="900" spc="6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sign</a:t>
            </a:r>
            <a:r>
              <a:rPr dirty="0" sz="900" spc="6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of</a:t>
            </a:r>
            <a:r>
              <a:rPr dirty="0" sz="900" spc="6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acceleration</a:t>
            </a:r>
            <a:r>
              <a:rPr dirty="0" sz="900" spc="6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(as</a:t>
            </a:r>
            <a:r>
              <a:rPr dirty="0" sz="900" spc="6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mentioned</a:t>
            </a:r>
            <a:r>
              <a:rPr dirty="0" sz="900" spc="6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in</a:t>
            </a:r>
            <a:r>
              <a:rPr dirty="0" sz="900" spc="6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point</a:t>
            </a:r>
            <a:r>
              <a:rPr dirty="0" sz="900" spc="6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3)</a:t>
            </a:r>
            <a:r>
              <a:rPr dirty="0" sz="900" spc="6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depends</a:t>
            </a:r>
            <a:r>
              <a:rPr dirty="0" sz="900" spc="6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on</a:t>
            </a:r>
            <a:r>
              <a:rPr dirty="0" sz="900" spc="6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the</a:t>
            </a:r>
            <a:r>
              <a:rPr dirty="0" sz="900" spc="6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00AEEF"/>
                </a:solidFill>
                <a:latin typeface="Bookman Old Style"/>
                <a:cs typeface="Bookman Old Style"/>
              </a:rPr>
              <a:t>choice</a:t>
            </a:r>
            <a:r>
              <a:rPr dirty="0" sz="900" spc="-1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of</a:t>
            </a:r>
            <a:r>
              <a:rPr dirty="0" sz="900" spc="7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the</a:t>
            </a:r>
            <a:r>
              <a:rPr dirty="0" sz="900" spc="7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positive</a:t>
            </a:r>
            <a:r>
              <a:rPr dirty="0" sz="900" spc="7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direction</a:t>
            </a:r>
            <a:r>
              <a:rPr dirty="0" sz="900" spc="7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of</a:t>
            </a:r>
            <a:r>
              <a:rPr dirty="0" sz="900" spc="7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the</a:t>
            </a:r>
            <a:r>
              <a:rPr dirty="0" sz="900" spc="7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axis.</a:t>
            </a:r>
            <a:r>
              <a:rPr dirty="0" sz="900" spc="36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For</a:t>
            </a:r>
            <a:r>
              <a:rPr dirty="0" sz="900" spc="7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example,</a:t>
            </a:r>
            <a:r>
              <a:rPr dirty="0" sz="900" spc="7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if</a:t>
            </a:r>
            <a:r>
              <a:rPr dirty="0" sz="900" spc="7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the</a:t>
            </a:r>
            <a:r>
              <a:rPr dirty="0" sz="900" spc="7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vertically</a:t>
            </a:r>
            <a:r>
              <a:rPr dirty="0" sz="900" spc="7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upward</a:t>
            </a:r>
            <a:r>
              <a:rPr dirty="0" sz="900" spc="7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direction</a:t>
            </a:r>
            <a:r>
              <a:rPr dirty="0" sz="900" spc="7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 spc="-25">
                <a:solidFill>
                  <a:srgbClr val="00AEEF"/>
                </a:solidFill>
                <a:latin typeface="Bookman Old Style"/>
                <a:cs typeface="Bookman Old Style"/>
              </a:rPr>
              <a:t>is</a:t>
            </a:r>
            <a:r>
              <a:rPr dirty="0" sz="90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chosen</a:t>
            </a:r>
            <a:r>
              <a:rPr dirty="0" sz="900" spc="26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to</a:t>
            </a:r>
            <a:r>
              <a:rPr dirty="0" sz="900" spc="26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be</a:t>
            </a:r>
            <a:r>
              <a:rPr dirty="0" sz="900" spc="26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the</a:t>
            </a:r>
            <a:r>
              <a:rPr dirty="0" sz="900" spc="26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positive</a:t>
            </a:r>
            <a:r>
              <a:rPr dirty="0" sz="900" spc="26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direction</a:t>
            </a:r>
            <a:r>
              <a:rPr dirty="0" sz="900" spc="26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of</a:t>
            </a:r>
            <a:r>
              <a:rPr dirty="0" sz="900" spc="26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the</a:t>
            </a:r>
            <a:r>
              <a:rPr dirty="0" sz="900" spc="26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axis,</a:t>
            </a:r>
            <a:r>
              <a:rPr dirty="0" sz="900" spc="26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the</a:t>
            </a:r>
            <a:r>
              <a:rPr dirty="0" sz="900" spc="26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acceleration</a:t>
            </a:r>
            <a:r>
              <a:rPr dirty="0" sz="900" spc="26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due</a:t>
            </a:r>
            <a:r>
              <a:rPr dirty="0" sz="900" spc="26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to</a:t>
            </a:r>
            <a:r>
              <a:rPr dirty="0" sz="900" spc="26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gravity</a:t>
            </a:r>
            <a:r>
              <a:rPr dirty="0" sz="900" spc="26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 spc="-25">
                <a:solidFill>
                  <a:srgbClr val="00AEEF"/>
                </a:solidFill>
                <a:latin typeface="Bookman Old Style"/>
                <a:cs typeface="Bookman Old Style"/>
              </a:rPr>
              <a:t>is</a:t>
            </a:r>
            <a:r>
              <a:rPr dirty="0" sz="90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negative.</a:t>
            </a:r>
            <a:r>
              <a:rPr dirty="0" sz="900" spc="225">
                <a:solidFill>
                  <a:srgbClr val="00AEEF"/>
                </a:solidFill>
                <a:latin typeface="Times New Roman"/>
                <a:cs typeface="Times New Roman"/>
              </a:rPr>
              <a:t> 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If</a:t>
            </a:r>
            <a:r>
              <a:rPr dirty="0" sz="900" spc="229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a</a:t>
            </a:r>
            <a:r>
              <a:rPr dirty="0" sz="900" spc="22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particle</a:t>
            </a:r>
            <a:r>
              <a:rPr dirty="0" sz="900" spc="229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is</a:t>
            </a:r>
            <a:r>
              <a:rPr dirty="0" sz="900" spc="229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falling</a:t>
            </a:r>
            <a:r>
              <a:rPr dirty="0" sz="900" spc="229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under</a:t>
            </a:r>
            <a:r>
              <a:rPr dirty="0" sz="900" spc="22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gravity,</a:t>
            </a:r>
            <a:r>
              <a:rPr dirty="0" sz="900" spc="229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this</a:t>
            </a:r>
            <a:r>
              <a:rPr dirty="0" sz="900" spc="229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acceleration,</a:t>
            </a:r>
            <a:r>
              <a:rPr dirty="0" sz="900" spc="22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though</a:t>
            </a:r>
            <a:r>
              <a:rPr dirty="0" sz="900" spc="229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00AEEF"/>
                </a:solidFill>
                <a:latin typeface="Bookman Old Style"/>
                <a:cs typeface="Bookman Old Style"/>
              </a:rPr>
              <a:t>negative,</a:t>
            </a:r>
            <a:r>
              <a:rPr dirty="0" sz="900" spc="-1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results</a:t>
            </a:r>
            <a:r>
              <a:rPr dirty="0" sz="900" spc="30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in</a:t>
            </a:r>
            <a:r>
              <a:rPr dirty="0" sz="900" spc="30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increase</a:t>
            </a:r>
            <a:r>
              <a:rPr dirty="0" sz="900" spc="30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in</a:t>
            </a:r>
            <a:r>
              <a:rPr dirty="0" sz="900" spc="30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speed.</a:t>
            </a:r>
            <a:r>
              <a:rPr dirty="0" sz="900" spc="295">
                <a:solidFill>
                  <a:srgbClr val="00AEEF"/>
                </a:solidFill>
                <a:latin typeface="Times New Roman"/>
                <a:cs typeface="Times New Roman"/>
              </a:rPr>
              <a:t> 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For</a:t>
            </a:r>
            <a:r>
              <a:rPr dirty="0" sz="900" spc="30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a</a:t>
            </a:r>
            <a:r>
              <a:rPr dirty="0" sz="900" spc="30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particle</a:t>
            </a:r>
            <a:r>
              <a:rPr dirty="0" sz="900" spc="30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thrown</a:t>
            </a:r>
            <a:r>
              <a:rPr dirty="0" sz="900" spc="30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upward,</a:t>
            </a:r>
            <a:r>
              <a:rPr dirty="0" sz="900" spc="30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the</a:t>
            </a:r>
            <a:r>
              <a:rPr dirty="0" sz="900" spc="30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same</a:t>
            </a:r>
            <a:r>
              <a:rPr dirty="0" sz="900" spc="30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00AEEF"/>
                </a:solidFill>
                <a:latin typeface="Bookman Old Style"/>
                <a:cs typeface="Bookman Old Style"/>
              </a:rPr>
              <a:t>negative</a:t>
            </a:r>
            <a:r>
              <a:rPr dirty="0" sz="900" spc="-1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acceleration</a:t>
            </a:r>
            <a:r>
              <a:rPr dirty="0" sz="900" spc="7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(of</a:t>
            </a:r>
            <a:r>
              <a:rPr dirty="0" sz="900" spc="8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gravity)</a:t>
            </a:r>
            <a:r>
              <a:rPr dirty="0" sz="900" spc="8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results</a:t>
            </a:r>
            <a:r>
              <a:rPr dirty="0" sz="900" spc="8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in</a:t>
            </a:r>
            <a:r>
              <a:rPr dirty="0" sz="900" spc="7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decrease</a:t>
            </a:r>
            <a:r>
              <a:rPr dirty="0" sz="900" spc="8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in</a:t>
            </a:r>
            <a:r>
              <a:rPr dirty="0" sz="900" spc="8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00AEEF"/>
                </a:solidFill>
                <a:latin typeface="Bookman Old Style"/>
                <a:cs typeface="Bookman Old Style"/>
              </a:rPr>
              <a:t>speed.</a:t>
            </a:r>
            <a:endParaRPr sz="900">
              <a:latin typeface="Bookman Old Style"/>
              <a:cs typeface="Bookman Old Style"/>
            </a:endParaRPr>
          </a:p>
          <a:p>
            <a:pPr algn="just" marL="513080" marR="291465" indent="-228600">
              <a:lnSpc>
                <a:spcPct val="100000"/>
              </a:lnSpc>
              <a:buAutoNum type="arabicPeriod"/>
              <a:tabLst>
                <a:tab pos="513080" algn="l"/>
              </a:tabLst>
            </a:pP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The</a:t>
            </a:r>
            <a:r>
              <a:rPr dirty="0" sz="900" spc="-2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zero</a:t>
            </a:r>
            <a:r>
              <a:rPr dirty="0" sz="900" spc="-2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velocity</a:t>
            </a:r>
            <a:r>
              <a:rPr dirty="0" sz="900" spc="-2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of</a:t>
            </a:r>
            <a:r>
              <a:rPr dirty="0" sz="900" spc="-2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a</a:t>
            </a:r>
            <a:r>
              <a:rPr dirty="0" sz="900" spc="-2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00AEEF"/>
                </a:solidFill>
                <a:latin typeface="Bookman Old Style"/>
                <a:cs typeface="Bookman Old Style"/>
              </a:rPr>
              <a:t>particle</a:t>
            </a:r>
            <a:r>
              <a:rPr dirty="0" sz="900" spc="-2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at</a:t>
            </a:r>
            <a:r>
              <a:rPr dirty="0" sz="900" spc="-2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any</a:t>
            </a:r>
            <a:r>
              <a:rPr dirty="0" sz="900" spc="-2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00AEEF"/>
                </a:solidFill>
                <a:latin typeface="Bookman Old Style"/>
                <a:cs typeface="Bookman Old Style"/>
              </a:rPr>
              <a:t>instant</a:t>
            </a:r>
            <a:r>
              <a:rPr dirty="0" sz="900" spc="-2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does</a:t>
            </a:r>
            <a:r>
              <a:rPr dirty="0" sz="900" spc="-2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not</a:t>
            </a:r>
            <a:r>
              <a:rPr dirty="0" sz="900" spc="-2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necessarily</a:t>
            </a:r>
            <a:r>
              <a:rPr dirty="0" sz="900" spc="-2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imply</a:t>
            </a:r>
            <a:r>
              <a:rPr dirty="0" sz="900" spc="-2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zero</a:t>
            </a:r>
            <a:r>
              <a:rPr dirty="0" sz="900" spc="-2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00AEEF"/>
                </a:solidFill>
                <a:latin typeface="Bookman Old Style"/>
                <a:cs typeface="Bookman Old Style"/>
              </a:rPr>
              <a:t>acceleration</a:t>
            </a:r>
            <a:r>
              <a:rPr dirty="0" sz="900" spc="-1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at</a:t>
            </a:r>
            <a:r>
              <a:rPr dirty="0" sz="900" spc="-3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00AEEF"/>
                </a:solidFill>
                <a:latin typeface="Bookman Old Style"/>
                <a:cs typeface="Bookman Old Style"/>
              </a:rPr>
              <a:t>that</a:t>
            </a:r>
            <a:r>
              <a:rPr dirty="0" sz="900" spc="-3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instant.</a:t>
            </a:r>
            <a:r>
              <a:rPr dirty="0" sz="900" spc="17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A</a:t>
            </a:r>
            <a:r>
              <a:rPr dirty="0" sz="900" spc="-3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 spc="-20">
                <a:solidFill>
                  <a:srgbClr val="00AEEF"/>
                </a:solidFill>
                <a:latin typeface="Bookman Old Style"/>
                <a:cs typeface="Bookman Old Style"/>
              </a:rPr>
              <a:t>particle</a:t>
            </a:r>
            <a:r>
              <a:rPr dirty="0" sz="900" spc="-3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00AEEF"/>
                </a:solidFill>
                <a:latin typeface="Bookman Old Style"/>
                <a:cs typeface="Bookman Old Style"/>
              </a:rPr>
              <a:t>may</a:t>
            </a:r>
            <a:r>
              <a:rPr dirty="0" sz="900" spc="-3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be</a:t>
            </a:r>
            <a:r>
              <a:rPr dirty="0" sz="900" spc="-3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 spc="-20">
                <a:solidFill>
                  <a:srgbClr val="00AEEF"/>
                </a:solidFill>
                <a:latin typeface="Bookman Old Style"/>
                <a:cs typeface="Bookman Old Style"/>
              </a:rPr>
              <a:t>momentarily</a:t>
            </a:r>
            <a:r>
              <a:rPr dirty="0" sz="900" spc="-3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at</a:t>
            </a:r>
            <a:r>
              <a:rPr dirty="0" sz="900" spc="-3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00AEEF"/>
                </a:solidFill>
                <a:latin typeface="Bookman Old Style"/>
                <a:cs typeface="Bookman Old Style"/>
              </a:rPr>
              <a:t>rest</a:t>
            </a:r>
            <a:r>
              <a:rPr dirty="0" sz="900" spc="-2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00AEEF"/>
                </a:solidFill>
                <a:latin typeface="Bookman Old Style"/>
                <a:cs typeface="Bookman Old Style"/>
              </a:rPr>
              <a:t>and</a:t>
            </a:r>
            <a:r>
              <a:rPr dirty="0" sz="900" spc="-3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yet</a:t>
            </a:r>
            <a:r>
              <a:rPr dirty="0" sz="900" spc="-3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00AEEF"/>
                </a:solidFill>
                <a:latin typeface="Bookman Old Style"/>
                <a:cs typeface="Bookman Old Style"/>
              </a:rPr>
              <a:t>have</a:t>
            </a:r>
            <a:r>
              <a:rPr dirty="0" sz="900" spc="-3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 spc="-25">
                <a:solidFill>
                  <a:srgbClr val="00AEEF"/>
                </a:solidFill>
                <a:latin typeface="Bookman Old Style"/>
                <a:cs typeface="Bookman Old Style"/>
              </a:rPr>
              <a:t>non-</a:t>
            </a:r>
            <a:r>
              <a:rPr dirty="0" sz="900" spc="-10">
                <a:solidFill>
                  <a:srgbClr val="00AEEF"/>
                </a:solidFill>
                <a:latin typeface="Bookman Old Style"/>
                <a:cs typeface="Bookman Old Style"/>
              </a:rPr>
              <a:t>zero</a:t>
            </a:r>
            <a:r>
              <a:rPr dirty="0" sz="900" spc="-3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00AEEF"/>
                </a:solidFill>
                <a:latin typeface="Bookman Old Style"/>
                <a:cs typeface="Bookman Old Style"/>
              </a:rPr>
              <a:t>acceleration.</a:t>
            </a:r>
            <a:r>
              <a:rPr dirty="0" sz="900" spc="-1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For</a:t>
            </a:r>
            <a:r>
              <a:rPr dirty="0" sz="900" spc="15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example,</a:t>
            </a:r>
            <a:r>
              <a:rPr dirty="0" sz="900" spc="16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a</a:t>
            </a:r>
            <a:r>
              <a:rPr dirty="0" sz="900" spc="16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particle</a:t>
            </a:r>
            <a:r>
              <a:rPr dirty="0" sz="900" spc="16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thrown</a:t>
            </a:r>
            <a:r>
              <a:rPr dirty="0" sz="900" spc="16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up</a:t>
            </a:r>
            <a:r>
              <a:rPr dirty="0" sz="900" spc="16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has</a:t>
            </a:r>
            <a:r>
              <a:rPr dirty="0" sz="900" spc="16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zero</a:t>
            </a:r>
            <a:r>
              <a:rPr dirty="0" sz="900" spc="15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velocity</a:t>
            </a:r>
            <a:r>
              <a:rPr dirty="0" sz="900" spc="16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at</a:t>
            </a:r>
            <a:r>
              <a:rPr dirty="0" sz="900" spc="16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its</a:t>
            </a:r>
            <a:r>
              <a:rPr dirty="0" sz="900" spc="16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uppermost</a:t>
            </a:r>
            <a:r>
              <a:rPr dirty="0" sz="900" spc="16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point</a:t>
            </a:r>
            <a:r>
              <a:rPr dirty="0" sz="900" spc="16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but</a:t>
            </a:r>
            <a:r>
              <a:rPr dirty="0" sz="900" spc="16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 spc="-25">
                <a:solidFill>
                  <a:srgbClr val="00AEEF"/>
                </a:solidFill>
                <a:latin typeface="Bookman Old Style"/>
                <a:cs typeface="Bookman Old Style"/>
              </a:rPr>
              <a:t>the</a:t>
            </a:r>
            <a:r>
              <a:rPr dirty="0" sz="90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acceleration</a:t>
            </a:r>
            <a:r>
              <a:rPr dirty="0" sz="900" spc="6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at</a:t>
            </a:r>
            <a:r>
              <a:rPr dirty="0" sz="900" spc="6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that</a:t>
            </a:r>
            <a:r>
              <a:rPr dirty="0" sz="900" spc="7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instant</a:t>
            </a:r>
            <a:r>
              <a:rPr dirty="0" sz="900" spc="6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continues</a:t>
            </a:r>
            <a:r>
              <a:rPr dirty="0" sz="900" spc="7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to</a:t>
            </a:r>
            <a:r>
              <a:rPr dirty="0" sz="900" spc="6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be</a:t>
            </a:r>
            <a:r>
              <a:rPr dirty="0" sz="900" spc="7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the</a:t>
            </a:r>
            <a:r>
              <a:rPr dirty="0" sz="900" spc="6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acceleration</a:t>
            </a:r>
            <a:r>
              <a:rPr dirty="0" sz="900" spc="7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due</a:t>
            </a:r>
            <a:r>
              <a:rPr dirty="0" sz="900" spc="6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to</a:t>
            </a:r>
            <a:r>
              <a:rPr dirty="0" sz="900" spc="7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00AEEF"/>
                </a:solidFill>
                <a:latin typeface="Bookman Old Style"/>
                <a:cs typeface="Bookman Old Style"/>
              </a:rPr>
              <a:t>gravity.</a:t>
            </a:r>
            <a:endParaRPr sz="900">
              <a:latin typeface="Bookman Old Style"/>
              <a:cs typeface="Bookman Old Style"/>
            </a:endParaRPr>
          </a:p>
          <a:p>
            <a:pPr algn="just" marL="512445" indent="-227965">
              <a:lnSpc>
                <a:spcPct val="100000"/>
              </a:lnSpc>
              <a:buAutoNum type="arabicPeriod"/>
              <a:tabLst>
                <a:tab pos="512445" algn="l"/>
              </a:tabLst>
            </a:pP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In</a:t>
            </a:r>
            <a:r>
              <a:rPr dirty="0" sz="900" spc="8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the</a:t>
            </a:r>
            <a:r>
              <a:rPr dirty="0" sz="900" spc="8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kinematic</a:t>
            </a:r>
            <a:r>
              <a:rPr dirty="0" sz="900" spc="8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equations</a:t>
            </a:r>
            <a:r>
              <a:rPr dirty="0" sz="900" spc="8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of</a:t>
            </a:r>
            <a:r>
              <a:rPr dirty="0" sz="900" spc="8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motion</a:t>
            </a:r>
            <a:r>
              <a:rPr dirty="0" sz="900" spc="8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[Eq.</a:t>
            </a:r>
            <a:r>
              <a:rPr dirty="0" sz="900" spc="8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(2.9)],</a:t>
            </a:r>
            <a:r>
              <a:rPr dirty="0" sz="900" spc="8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the</a:t>
            </a:r>
            <a:r>
              <a:rPr dirty="0" sz="900" spc="8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various</a:t>
            </a:r>
            <a:r>
              <a:rPr dirty="0" sz="900" spc="8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quantities</a:t>
            </a:r>
            <a:r>
              <a:rPr dirty="0" sz="900" spc="8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are</a:t>
            </a:r>
            <a:r>
              <a:rPr dirty="0" sz="900" spc="8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00AEEF"/>
                </a:solidFill>
                <a:latin typeface="Bookman Old Style"/>
                <a:cs typeface="Bookman Old Style"/>
              </a:rPr>
              <a:t>algebraic,</a:t>
            </a:r>
            <a:endParaRPr sz="900">
              <a:latin typeface="Bookman Old Style"/>
              <a:cs typeface="Bookman Old Style"/>
            </a:endParaRPr>
          </a:p>
          <a:p>
            <a:pPr algn="just" marL="513080" marR="290830">
              <a:lnSpc>
                <a:spcPct val="100000"/>
              </a:lnSpc>
            </a:pP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i.e.</a:t>
            </a:r>
            <a:r>
              <a:rPr dirty="0" sz="900" spc="13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they</a:t>
            </a:r>
            <a:r>
              <a:rPr dirty="0" sz="900" spc="14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may</a:t>
            </a:r>
            <a:r>
              <a:rPr dirty="0" sz="900" spc="13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be</a:t>
            </a:r>
            <a:r>
              <a:rPr dirty="0" sz="900" spc="14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positive</a:t>
            </a:r>
            <a:r>
              <a:rPr dirty="0" sz="900" spc="14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or</a:t>
            </a:r>
            <a:r>
              <a:rPr dirty="0" sz="900" spc="13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negative.</a:t>
            </a:r>
            <a:r>
              <a:rPr dirty="0" sz="900" spc="135">
                <a:solidFill>
                  <a:srgbClr val="00AEEF"/>
                </a:solidFill>
                <a:latin typeface="Times New Roman"/>
                <a:cs typeface="Times New Roman"/>
              </a:rPr>
              <a:t> 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The</a:t>
            </a:r>
            <a:r>
              <a:rPr dirty="0" sz="900" spc="14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equations</a:t>
            </a:r>
            <a:r>
              <a:rPr dirty="0" sz="900" spc="14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are</a:t>
            </a:r>
            <a:r>
              <a:rPr dirty="0" sz="900" spc="13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applicable</a:t>
            </a:r>
            <a:r>
              <a:rPr dirty="0" sz="900" spc="14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in</a:t>
            </a:r>
            <a:r>
              <a:rPr dirty="0" sz="900" spc="13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all</a:t>
            </a:r>
            <a:r>
              <a:rPr dirty="0" sz="900" spc="14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00AEEF"/>
                </a:solidFill>
                <a:latin typeface="Bookman Old Style"/>
                <a:cs typeface="Bookman Old Style"/>
              </a:rPr>
              <a:t>situations</a:t>
            </a:r>
            <a:r>
              <a:rPr dirty="0" sz="900" spc="-1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(for</a:t>
            </a:r>
            <a:r>
              <a:rPr dirty="0" sz="900" spc="-1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one</a:t>
            </a:r>
            <a:r>
              <a:rPr dirty="0" sz="900" spc="-1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00AEEF"/>
                </a:solidFill>
                <a:latin typeface="Bookman Old Style"/>
                <a:cs typeface="Bookman Old Style"/>
              </a:rPr>
              <a:t>dimensional</a:t>
            </a:r>
            <a:r>
              <a:rPr dirty="0" sz="900" spc="-1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motion</a:t>
            </a:r>
            <a:r>
              <a:rPr dirty="0" sz="900" spc="-1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with</a:t>
            </a:r>
            <a:r>
              <a:rPr dirty="0" sz="900" spc="-1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constant</a:t>
            </a:r>
            <a:r>
              <a:rPr dirty="0" sz="900" spc="-1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acceleration)</a:t>
            </a:r>
            <a:r>
              <a:rPr dirty="0" sz="900" spc="-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provided</a:t>
            </a:r>
            <a:r>
              <a:rPr dirty="0" sz="900" spc="-1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the</a:t>
            </a:r>
            <a:r>
              <a:rPr dirty="0" sz="900" spc="-1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values</a:t>
            </a:r>
            <a:r>
              <a:rPr dirty="0" sz="900" spc="-1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of</a:t>
            </a:r>
            <a:r>
              <a:rPr dirty="0" sz="900" spc="-1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00AEEF"/>
                </a:solidFill>
                <a:latin typeface="Bookman Old Style"/>
                <a:cs typeface="Bookman Old Style"/>
              </a:rPr>
              <a:t>different</a:t>
            </a:r>
            <a:r>
              <a:rPr dirty="0" sz="900" spc="-1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quantities</a:t>
            </a:r>
            <a:r>
              <a:rPr dirty="0" sz="900" spc="10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are</a:t>
            </a:r>
            <a:r>
              <a:rPr dirty="0" sz="900" spc="10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substituted</a:t>
            </a:r>
            <a:r>
              <a:rPr dirty="0" sz="900" spc="10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in</a:t>
            </a:r>
            <a:r>
              <a:rPr dirty="0" sz="900" spc="10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the</a:t>
            </a:r>
            <a:r>
              <a:rPr dirty="0" sz="900" spc="10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equations</a:t>
            </a:r>
            <a:r>
              <a:rPr dirty="0" sz="900" spc="10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with</a:t>
            </a:r>
            <a:r>
              <a:rPr dirty="0" sz="900" spc="10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proper</a:t>
            </a:r>
            <a:r>
              <a:rPr dirty="0" sz="900" spc="10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00AEEF"/>
                </a:solidFill>
                <a:latin typeface="Bookman Old Style"/>
                <a:cs typeface="Bookman Old Style"/>
              </a:rPr>
              <a:t>signs.</a:t>
            </a:r>
            <a:endParaRPr sz="900">
              <a:latin typeface="Bookman Old Style"/>
              <a:cs typeface="Bookman Old Style"/>
            </a:endParaRPr>
          </a:p>
          <a:p>
            <a:pPr algn="just" marL="513080" marR="290195" indent="-228600">
              <a:lnSpc>
                <a:spcPct val="100000"/>
              </a:lnSpc>
            </a:pP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6.</a:t>
            </a:r>
            <a:r>
              <a:rPr dirty="0" sz="900" spc="270">
                <a:solidFill>
                  <a:srgbClr val="00AEEF"/>
                </a:solidFill>
                <a:latin typeface="Times New Roman"/>
                <a:cs typeface="Times New Roman"/>
              </a:rPr>
              <a:t> 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The</a:t>
            </a:r>
            <a:r>
              <a:rPr dirty="0" sz="900" spc="17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definitions</a:t>
            </a:r>
            <a:r>
              <a:rPr dirty="0" sz="900" spc="17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of</a:t>
            </a:r>
            <a:r>
              <a:rPr dirty="0" sz="900" spc="17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instantaneous</a:t>
            </a:r>
            <a:r>
              <a:rPr dirty="0" sz="900" spc="17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velocity</a:t>
            </a:r>
            <a:r>
              <a:rPr dirty="0" sz="900" spc="17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and</a:t>
            </a:r>
            <a:r>
              <a:rPr dirty="0" sz="900" spc="17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acceleration</a:t>
            </a:r>
            <a:r>
              <a:rPr dirty="0" sz="900" spc="17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(Eqs.</a:t>
            </a:r>
            <a:r>
              <a:rPr dirty="0" sz="900" spc="17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(2.1)</a:t>
            </a:r>
            <a:r>
              <a:rPr dirty="0" sz="900" spc="17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and</a:t>
            </a:r>
            <a:r>
              <a:rPr dirty="0" sz="900" spc="17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(2.3))</a:t>
            </a:r>
            <a:r>
              <a:rPr dirty="0" sz="900" spc="17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 spc="-25">
                <a:solidFill>
                  <a:srgbClr val="00AEEF"/>
                </a:solidFill>
                <a:latin typeface="Bookman Old Style"/>
                <a:cs typeface="Bookman Old Style"/>
              </a:rPr>
              <a:t>are</a:t>
            </a:r>
            <a:r>
              <a:rPr dirty="0" sz="90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exact</a:t>
            </a:r>
            <a:r>
              <a:rPr dirty="0" sz="900" spc="2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and</a:t>
            </a:r>
            <a:r>
              <a:rPr dirty="0" sz="900" spc="2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are</a:t>
            </a:r>
            <a:r>
              <a:rPr dirty="0" sz="900" spc="2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always</a:t>
            </a:r>
            <a:r>
              <a:rPr dirty="0" sz="900" spc="2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correct</a:t>
            </a:r>
            <a:r>
              <a:rPr dirty="0" sz="900" spc="2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while</a:t>
            </a:r>
            <a:r>
              <a:rPr dirty="0" sz="900" spc="2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the</a:t>
            </a:r>
            <a:r>
              <a:rPr dirty="0" sz="900" spc="2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kinematic</a:t>
            </a:r>
            <a:r>
              <a:rPr dirty="0" sz="900" spc="2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equations</a:t>
            </a:r>
            <a:r>
              <a:rPr dirty="0" sz="900" spc="2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(Eq.</a:t>
            </a:r>
            <a:r>
              <a:rPr dirty="0" sz="900" spc="2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(2.9))</a:t>
            </a:r>
            <a:r>
              <a:rPr dirty="0" sz="900" spc="2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are</a:t>
            </a:r>
            <a:r>
              <a:rPr dirty="0" sz="900" spc="2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true</a:t>
            </a:r>
            <a:r>
              <a:rPr dirty="0" sz="900" spc="2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only</a:t>
            </a:r>
            <a:r>
              <a:rPr dirty="0" sz="900" spc="2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 spc="-25">
                <a:solidFill>
                  <a:srgbClr val="00AEEF"/>
                </a:solidFill>
                <a:latin typeface="Bookman Old Style"/>
                <a:cs typeface="Bookman Old Style"/>
              </a:rPr>
              <a:t>for</a:t>
            </a:r>
            <a:r>
              <a:rPr dirty="0" sz="90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motion</a:t>
            </a:r>
            <a:r>
              <a:rPr dirty="0" sz="900" spc="7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in</a:t>
            </a:r>
            <a:r>
              <a:rPr dirty="0" sz="900" spc="7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which</a:t>
            </a:r>
            <a:r>
              <a:rPr dirty="0" sz="900" spc="7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the</a:t>
            </a:r>
            <a:r>
              <a:rPr dirty="0" sz="900" spc="7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magnitude</a:t>
            </a:r>
            <a:r>
              <a:rPr dirty="0" sz="900" spc="7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and</a:t>
            </a:r>
            <a:r>
              <a:rPr dirty="0" sz="900" spc="7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the</a:t>
            </a:r>
            <a:r>
              <a:rPr dirty="0" sz="900" spc="7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direction</a:t>
            </a:r>
            <a:r>
              <a:rPr dirty="0" sz="900" spc="7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of</a:t>
            </a:r>
            <a:r>
              <a:rPr dirty="0" sz="900" spc="7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acceleration</a:t>
            </a:r>
            <a:r>
              <a:rPr dirty="0" sz="900" spc="7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are</a:t>
            </a:r>
            <a:r>
              <a:rPr dirty="0" sz="900" spc="7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constant</a:t>
            </a:r>
            <a:r>
              <a:rPr dirty="0" sz="900" spc="7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00AEEF"/>
                </a:solidFill>
                <a:latin typeface="Bookman Old Style"/>
                <a:cs typeface="Bookman Old Style"/>
              </a:rPr>
              <a:t>during</a:t>
            </a:r>
            <a:r>
              <a:rPr dirty="0" sz="900" spc="-1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the</a:t>
            </a:r>
            <a:r>
              <a:rPr dirty="0" sz="900" spc="12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course</a:t>
            </a:r>
            <a:r>
              <a:rPr dirty="0" sz="900" spc="13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00AEEF"/>
                </a:solidFill>
                <a:latin typeface="Bookman Old Style"/>
                <a:cs typeface="Bookman Old Style"/>
              </a:rPr>
              <a:t>of</a:t>
            </a:r>
            <a:r>
              <a:rPr dirty="0" sz="900" spc="13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00AEEF"/>
                </a:solidFill>
                <a:latin typeface="Bookman Old Style"/>
                <a:cs typeface="Bookman Old Style"/>
              </a:rPr>
              <a:t>motion.</a:t>
            </a:r>
            <a:endParaRPr sz="900">
              <a:latin typeface="Bookman Old Style"/>
              <a:cs typeface="Bookman Old Style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1598" y="1221919"/>
            <a:ext cx="5714365" cy="2352040"/>
            <a:chOff x="771598" y="1221919"/>
            <a:chExt cx="5714365" cy="2352040"/>
          </a:xfrm>
        </p:grpSpPr>
        <p:sp>
          <p:nvSpPr>
            <p:cNvPr id="7" name="object 7"/>
            <p:cNvSpPr/>
            <p:nvPr/>
          </p:nvSpPr>
          <p:spPr>
            <a:xfrm>
              <a:off x="3267790" y="1228344"/>
              <a:ext cx="838835" cy="2338070"/>
            </a:xfrm>
            <a:custGeom>
              <a:avLst/>
              <a:gdLst/>
              <a:ahLst/>
              <a:cxnLst/>
              <a:rect l="l" t="t" r="r" b="b"/>
              <a:pathLst>
                <a:path w="838835" h="2338070">
                  <a:moveTo>
                    <a:pt x="0" y="2337693"/>
                  </a:moveTo>
                  <a:lnTo>
                    <a:pt x="838809" y="2337693"/>
                  </a:lnTo>
                  <a:lnTo>
                    <a:pt x="838809" y="0"/>
                  </a:lnTo>
                  <a:lnTo>
                    <a:pt x="0" y="0"/>
                  </a:lnTo>
                  <a:lnTo>
                    <a:pt x="0" y="2337693"/>
                  </a:lnTo>
                  <a:close/>
                </a:path>
              </a:pathLst>
            </a:custGeom>
            <a:solidFill>
              <a:srgbClr val="D1D3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252226" y="1228344"/>
              <a:ext cx="887094" cy="2338070"/>
            </a:xfrm>
            <a:custGeom>
              <a:avLst/>
              <a:gdLst/>
              <a:ahLst/>
              <a:cxnLst/>
              <a:rect l="l" t="t" r="r" b="b"/>
              <a:pathLst>
                <a:path w="887095" h="2338070">
                  <a:moveTo>
                    <a:pt x="0" y="0"/>
                  </a:moveTo>
                  <a:lnTo>
                    <a:pt x="0" y="2337716"/>
                  </a:lnTo>
                  <a:lnTo>
                    <a:pt x="886500" y="2337716"/>
                  </a:lnTo>
                  <a:lnTo>
                    <a:pt x="886500" y="0"/>
                  </a:lnTo>
                </a:path>
              </a:pathLst>
            </a:custGeom>
            <a:ln w="3175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2541876" y="1228344"/>
              <a:ext cx="726440" cy="2338070"/>
            </a:xfrm>
            <a:custGeom>
              <a:avLst/>
              <a:gdLst/>
              <a:ahLst/>
              <a:cxnLst/>
              <a:rect l="l" t="t" r="r" b="b"/>
              <a:pathLst>
                <a:path w="726439" h="2338070">
                  <a:moveTo>
                    <a:pt x="0" y="2337693"/>
                  </a:moveTo>
                  <a:lnTo>
                    <a:pt x="725914" y="2337693"/>
                  </a:lnTo>
                  <a:lnTo>
                    <a:pt x="725914" y="0"/>
                  </a:lnTo>
                  <a:lnTo>
                    <a:pt x="0" y="0"/>
                  </a:lnTo>
                  <a:lnTo>
                    <a:pt x="0" y="2337693"/>
                  </a:lnTo>
                  <a:close/>
                </a:path>
              </a:pathLst>
            </a:custGeom>
            <a:solidFill>
              <a:srgbClr val="E6E7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2526288" y="1228344"/>
              <a:ext cx="741680" cy="2338070"/>
            </a:xfrm>
            <a:custGeom>
              <a:avLst/>
              <a:gdLst/>
              <a:ahLst/>
              <a:cxnLst/>
              <a:rect l="l" t="t" r="r" b="b"/>
              <a:pathLst>
                <a:path w="741679" h="2338070">
                  <a:moveTo>
                    <a:pt x="0" y="0"/>
                  </a:moveTo>
                  <a:lnTo>
                    <a:pt x="0" y="2337716"/>
                  </a:lnTo>
                  <a:lnTo>
                    <a:pt x="741509" y="2337716"/>
                  </a:lnTo>
                  <a:lnTo>
                    <a:pt x="741509" y="0"/>
                  </a:lnTo>
                </a:path>
              </a:pathLst>
            </a:custGeom>
            <a:ln w="3175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846844" y="1228344"/>
              <a:ext cx="1695450" cy="2338070"/>
            </a:xfrm>
            <a:custGeom>
              <a:avLst/>
              <a:gdLst/>
              <a:ahLst/>
              <a:cxnLst/>
              <a:rect l="l" t="t" r="r" b="b"/>
              <a:pathLst>
                <a:path w="1695450" h="2338070">
                  <a:moveTo>
                    <a:pt x="1695032" y="0"/>
                  </a:moveTo>
                  <a:lnTo>
                    <a:pt x="0" y="0"/>
                  </a:lnTo>
                  <a:lnTo>
                    <a:pt x="0" y="2337693"/>
                  </a:lnTo>
                  <a:lnTo>
                    <a:pt x="1695032" y="2337693"/>
                  </a:lnTo>
                  <a:lnTo>
                    <a:pt x="1695032" y="0"/>
                  </a:lnTo>
                  <a:close/>
                </a:path>
              </a:pathLst>
            </a:custGeom>
            <a:solidFill>
              <a:srgbClr val="D1D3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846848" y="1228343"/>
              <a:ext cx="1695450" cy="2338070"/>
            </a:xfrm>
            <a:custGeom>
              <a:avLst/>
              <a:gdLst/>
              <a:ahLst/>
              <a:cxnLst/>
              <a:rect l="l" t="t" r="r" b="b"/>
              <a:pathLst>
                <a:path w="1695450" h="2338070">
                  <a:moveTo>
                    <a:pt x="0" y="0"/>
                  </a:moveTo>
                  <a:lnTo>
                    <a:pt x="0" y="2337716"/>
                  </a:lnTo>
                  <a:lnTo>
                    <a:pt x="1695039" y="2337716"/>
                  </a:lnTo>
                  <a:lnTo>
                    <a:pt x="1695039" y="0"/>
                  </a:lnTo>
                </a:path>
              </a:pathLst>
            </a:custGeom>
            <a:ln w="3175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104553" y="1228343"/>
              <a:ext cx="0" cy="2315845"/>
            </a:xfrm>
            <a:custGeom>
              <a:avLst/>
              <a:gdLst/>
              <a:ahLst/>
              <a:cxnLst/>
              <a:rect l="l" t="t" r="r" b="b"/>
              <a:pathLst>
                <a:path w="0" h="2315845">
                  <a:moveTo>
                    <a:pt x="0" y="0"/>
                  </a:moveTo>
                  <a:lnTo>
                    <a:pt x="0" y="2315778"/>
                  </a:lnTo>
                </a:path>
              </a:pathLst>
            </a:custGeom>
            <a:ln w="409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670998" y="1228343"/>
              <a:ext cx="1807210" cy="2338070"/>
            </a:xfrm>
            <a:custGeom>
              <a:avLst/>
              <a:gdLst/>
              <a:ahLst/>
              <a:cxnLst/>
              <a:rect l="l" t="t" r="r" b="b"/>
              <a:pathLst>
                <a:path w="1807210" h="2338070">
                  <a:moveTo>
                    <a:pt x="1807006" y="0"/>
                  </a:moveTo>
                  <a:lnTo>
                    <a:pt x="0" y="0"/>
                  </a:lnTo>
                  <a:lnTo>
                    <a:pt x="0" y="2337693"/>
                  </a:lnTo>
                  <a:lnTo>
                    <a:pt x="1807006" y="2337693"/>
                  </a:lnTo>
                  <a:lnTo>
                    <a:pt x="1807006" y="0"/>
                  </a:lnTo>
                  <a:close/>
                </a:path>
              </a:pathLst>
            </a:custGeom>
            <a:solidFill>
              <a:srgbClr val="D1D3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4671024" y="1228344"/>
              <a:ext cx="1807210" cy="2338070"/>
            </a:xfrm>
            <a:custGeom>
              <a:avLst/>
              <a:gdLst/>
              <a:ahLst/>
              <a:cxnLst/>
              <a:rect l="l" t="t" r="r" b="b"/>
              <a:pathLst>
                <a:path w="1807210" h="2338070">
                  <a:moveTo>
                    <a:pt x="0" y="0"/>
                  </a:moveTo>
                  <a:lnTo>
                    <a:pt x="0" y="2337716"/>
                  </a:lnTo>
                  <a:lnTo>
                    <a:pt x="1807012" y="2337716"/>
                  </a:lnTo>
                  <a:lnTo>
                    <a:pt x="1807012" y="0"/>
                  </a:lnTo>
                </a:path>
              </a:pathLst>
            </a:custGeom>
            <a:ln w="3175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4106600" y="1228343"/>
              <a:ext cx="564515" cy="2338070"/>
            </a:xfrm>
            <a:custGeom>
              <a:avLst/>
              <a:gdLst/>
              <a:ahLst/>
              <a:cxnLst/>
              <a:rect l="l" t="t" r="r" b="b"/>
              <a:pathLst>
                <a:path w="564514" h="2338070">
                  <a:moveTo>
                    <a:pt x="564398" y="0"/>
                  </a:moveTo>
                  <a:lnTo>
                    <a:pt x="0" y="0"/>
                  </a:lnTo>
                  <a:lnTo>
                    <a:pt x="0" y="2337694"/>
                  </a:lnTo>
                  <a:lnTo>
                    <a:pt x="564398" y="2337694"/>
                  </a:lnTo>
                  <a:lnTo>
                    <a:pt x="564398" y="0"/>
                  </a:lnTo>
                  <a:close/>
                </a:path>
              </a:pathLst>
            </a:custGeom>
            <a:solidFill>
              <a:srgbClr val="E6E7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4106637" y="1228344"/>
              <a:ext cx="564515" cy="2338070"/>
            </a:xfrm>
            <a:custGeom>
              <a:avLst/>
              <a:gdLst/>
              <a:ahLst/>
              <a:cxnLst/>
              <a:rect l="l" t="t" r="r" b="b"/>
              <a:pathLst>
                <a:path w="564514" h="2338070">
                  <a:moveTo>
                    <a:pt x="0" y="0"/>
                  </a:moveTo>
                  <a:lnTo>
                    <a:pt x="0" y="2337716"/>
                  </a:lnTo>
                  <a:lnTo>
                    <a:pt x="564386" y="2337716"/>
                  </a:lnTo>
                  <a:lnTo>
                    <a:pt x="564386" y="0"/>
                  </a:lnTo>
                </a:path>
              </a:pathLst>
            </a:custGeom>
            <a:ln w="3175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4669191" y="1228343"/>
              <a:ext cx="0" cy="2324100"/>
            </a:xfrm>
            <a:custGeom>
              <a:avLst/>
              <a:gdLst/>
              <a:ahLst/>
              <a:cxnLst/>
              <a:rect l="l" t="t" r="r" b="b"/>
              <a:pathLst>
                <a:path w="0" h="2324100">
                  <a:moveTo>
                    <a:pt x="0" y="0"/>
                  </a:moveTo>
                  <a:lnTo>
                    <a:pt x="0" y="2323993"/>
                  </a:lnTo>
                  <a:lnTo>
                    <a:pt x="0" y="0"/>
                  </a:lnTo>
                </a:path>
              </a:pathLst>
            </a:custGeom>
            <a:ln w="636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67977" y="1384737"/>
              <a:ext cx="334972" cy="109758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43274" y="1623456"/>
              <a:ext cx="443258" cy="106985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48775" y="1969161"/>
              <a:ext cx="810350" cy="79582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60644" y="2356958"/>
              <a:ext cx="698385" cy="84155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51525" y="2635911"/>
              <a:ext cx="443270" cy="107014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50607" y="2901148"/>
              <a:ext cx="810350" cy="79583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2676796" y="2645067"/>
              <a:ext cx="80010" cy="0"/>
            </a:xfrm>
            <a:custGeom>
              <a:avLst/>
              <a:gdLst/>
              <a:ahLst/>
              <a:cxnLst/>
              <a:rect l="l" t="t" r="r" b="b"/>
              <a:pathLst>
                <a:path w="80010" h="0">
                  <a:moveTo>
                    <a:pt x="0" y="0"/>
                  </a:moveTo>
                  <a:lnTo>
                    <a:pt x="79832" y="0"/>
                  </a:lnTo>
                </a:path>
              </a:pathLst>
            </a:custGeom>
            <a:ln w="634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2676786" y="2937724"/>
              <a:ext cx="71755" cy="59055"/>
            </a:xfrm>
            <a:custGeom>
              <a:avLst/>
              <a:gdLst/>
              <a:ahLst/>
              <a:cxnLst/>
              <a:rect l="l" t="t" r="r" b="b"/>
              <a:pathLst>
                <a:path w="71755" h="59055">
                  <a:moveTo>
                    <a:pt x="38554" y="0"/>
                  </a:moveTo>
                  <a:lnTo>
                    <a:pt x="2451" y="23145"/>
                  </a:lnTo>
                  <a:lnTo>
                    <a:pt x="0" y="36575"/>
                  </a:lnTo>
                  <a:lnTo>
                    <a:pt x="1314" y="44805"/>
                  </a:lnTo>
                  <a:lnTo>
                    <a:pt x="1348" y="45019"/>
                  </a:lnTo>
                  <a:lnTo>
                    <a:pt x="5278" y="52006"/>
                  </a:lnTo>
                  <a:lnTo>
                    <a:pt x="11617" y="56764"/>
                  </a:lnTo>
                  <a:lnTo>
                    <a:pt x="20192" y="58521"/>
                  </a:lnTo>
                  <a:lnTo>
                    <a:pt x="27261" y="57411"/>
                  </a:lnTo>
                  <a:lnTo>
                    <a:pt x="33378" y="54418"/>
                  </a:lnTo>
                  <a:lnTo>
                    <a:pt x="35005" y="53065"/>
                  </a:lnTo>
                  <a:lnTo>
                    <a:pt x="14679" y="53065"/>
                  </a:lnTo>
                  <a:lnTo>
                    <a:pt x="11929" y="46634"/>
                  </a:lnTo>
                  <a:lnTo>
                    <a:pt x="11929" y="39319"/>
                  </a:lnTo>
                  <a:lnTo>
                    <a:pt x="13464" y="28632"/>
                  </a:lnTo>
                  <a:lnTo>
                    <a:pt x="18009" y="17602"/>
                  </a:lnTo>
                  <a:lnTo>
                    <a:pt x="25477" y="8972"/>
                  </a:lnTo>
                  <a:lnTo>
                    <a:pt x="35780" y="5486"/>
                  </a:lnTo>
                  <a:lnTo>
                    <a:pt x="48094" y="5486"/>
                  </a:lnTo>
                  <a:lnTo>
                    <a:pt x="45899" y="2743"/>
                  </a:lnTo>
                  <a:lnTo>
                    <a:pt x="38554" y="0"/>
                  </a:lnTo>
                  <a:close/>
                </a:path>
                <a:path w="71755" h="59055">
                  <a:moveTo>
                    <a:pt x="54159" y="44805"/>
                  </a:moveTo>
                  <a:lnTo>
                    <a:pt x="43126" y="44805"/>
                  </a:lnTo>
                  <a:lnTo>
                    <a:pt x="43126" y="53065"/>
                  </a:lnTo>
                  <a:lnTo>
                    <a:pt x="47728" y="58521"/>
                  </a:lnTo>
                  <a:lnTo>
                    <a:pt x="60560" y="58521"/>
                  </a:lnTo>
                  <a:lnTo>
                    <a:pt x="67906" y="54863"/>
                  </a:lnTo>
                  <a:lnTo>
                    <a:pt x="70094" y="52151"/>
                  </a:lnTo>
                  <a:lnTo>
                    <a:pt x="56903" y="52151"/>
                  </a:lnTo>
                  <a:lnTo>
                    <a:pt x="54159" y="48463"/>
                  </a:lnTo>
                  <a:lnTo>
                    <a:pt x="54159" y="44805"/>
                  </a:lnTo>
                  <a:close/>
                </a:path>
                <a:path w="71755" h="59055">
                  <a:moveTo>
                    <a:pt x="48094" y="5486"/>
                  </a:moveTo>
                  <a:lnTo>
                    <a:pt x="40382" y="5486"/>
                  </a:lnTo>
                  <a:lnTo>
                    <a:pt x="45899" y="7315"/>
                  </a:lnTo>
                  <a:lnTo>
                    <a:pt x="49557" y="11887"/>
                  </a:lnTo>
                  <a:lnTo>
                    <a:pt x="31208" y="53065"/>
                  </a:lnTo>
                  <a:lnTo>
                    <a:pt x="35005" y="53065"/>
                  </a:lnTo>
                  <a:lnTo>
                    <a:pt x="38635" y="50047"/>
                  </a:lnTo>
                  <a:lnTo>
                    <a:pt x="43126" y="44805"/>
                  </a:lnTo>
                  <a:lnTo>
                    <a:pt x="54159" y="44805"/>
                  </a:lnTo>
                  <a:lnTo>
                    <a:pt x="54159" y="42062"/>
                  </a:lnTo>
                  <a:lnTo>
                    <a:pt x="55074" y="40233"/>
                  </a:lnTo>
                  <a:lnTo>
                    <a:pt x="60433" y="7315"/>
                  </a:lnTo>
                  <a:lnTo>
                    <a:pt x="49557" y="7315"/>
                  </a:lnTo>
                  <a:lnTo>
                    <a:pt x="48094" y="5486"/>
                  </a:lnTo>
                  <a:close/>
                </a:path>
                <a:path w="71755" h="59055">
                  <a:moveTo>
                    <a:pt x="68820" y="47579"/>
                  </a:moveTo>
                  <a:lnTo>
                    <a:pt x="66991" y="49377"/>
                  </a:lnTo>
                  <a:lnTo>
                    <a:pt x="63334" y="52151"/>
                  </a:lnTo>
                  <a:lnTo>
                    <a:pt x="70094" y="52151"/>
                  </a:lnTo>
                  <a:lnTo>
                    <a:pt x="71594" y="50291"/>
                  </a:lnTo>
                  <a:lnTo>
                    <a:pt x="68820" y="47579"/>
                  </a:lnTo>
                  <a:close/>
                </a:path>
                <a:path w="71755" h="59055">
                  <a:moveTo>
                    <a:pt x="61475" y="914"/>
                  </a:moveTo>
                  <a:lnTo>
                    <a:pt x="51386" y="914"/>
                  </a:lnTo>
                  <a:lnTo>
                    <a:pt x="49557" y="7315"/>
                  </a:lnTo>
                  <a:lnTo>
                    <a:pt x="60433" y="7315"/>
                  </a:lnTo>
                  <a:lnTo>
                    <a:pt x="61475" y="914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466032" y="1384463"/>
              <a:ext cx="172516" cy="99059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3666096" y="1370113"/>
              <a:ext cx="51435" cy="114300"/>
            </a:xfrm>
            <a:custGeom>
              <a:avLst/>
              <a:gdLst/>
              <a:ahLst/>
              <a:cxnLst/>
              <a:rect l="l" t="t" r="r" b="b"/>
              <a:pathLst>
                <a:path w="51435" h="114300">
                  <a:moveTo>
                    <a:pt x="20180" y="38404"/>
                  </a:moveTo>
                  <a:lnTo>
                    <a:pt x="13741" y="37490"/>
                  </a:lnTo>
                  <a:lnTo>
                    <a:pt x="12827" y="37490"/>
                  </a:lnTo>
                  <a:lnTo>
                    <a:pt x="12827" y="0"/>
                  </a:lnTo>
                  <a:lnTo>
                    <a:pt x="10998" y="0"/>
                  </a:lnTo>
                  <a:lnTo>
                    <a:pt x="0" y="1828"/>
                  </a:lnTo>
                  <a:lnTo>
                    <a:pt x="0" y="3657"/>
                  </a:lnTo>
                  <a:lnTo>
                    <a:pt x="6400" y="3657"/>
                  </a:lnTo>
                  <a:lnTo>
                    <a:pt x="7340" y="4572"/>
                  </a:lnTo>
                  <a:lnTo>
                    <a:pt x="7340" y="34747"/>
                  </a:lnTo>
                  <a:lnTo>
                    <a:pt x="6400" y="35661"/>
                  </a:lnTo>
                  <a:lnTo>
                    <a:pt x="6400" y="36576"/>
                  </a:lnTo>
                  <a:lnTo>
                    <a:pt x="5486" y="36576"/>
                  </a:lnTo>
                  <a:lnTo>
                    <a:pt x="3657" y="37490"/>
                  </a:lnTo>
                  <a:lnTo>
                    <a:pt x="1828" y="37490"/>
                  </a:lnTo>
                  <a:lnTo>
                    <a:pt x="0" y="38404"/>
                  </a:lnTo>
                  <a:lnTo>
                    <a:pt x="0" y="40233"/>
                  </a:lnTo>
                  <a:lnTo>
                    <a:pt x="20180" y="40233"/>
                  </a:lnTo>
                  <a:lnTo>
                    <a:pt x="20180" y="38404"/>
                  </a:lnTo>
                  <a:close/>
                </a:path>
                <a:path w="51435" h="114300">
                  <a:moveTo>
                    <a:pt x="51384" y="14630"/>
                  </a:moveTo>
                  <a:lnTo>
                    <a:pt x="32092" y="14630"/>
                  </a:lnTo>
                  <a:lnTo>
                    <a:pt x="32092" y="19710"/>
                  </a:lnTo>
                  <a:lnTo>
                    <a:pt x="41300" y="19710"/>
                  </a:lnTo>
                  <a:lnTo>
                    <a:pt x="41300" y="107340"/>
                  </a:lnTo>
                  <a:lnTo>
                    <a:pt x="40843" y="107340"/>
                  </a:lnTo>
                  <a:lnTo>
                    <a:pt x="40843" y="108610"/>
                  </a:lnTo>
                  <a:lnTo>
                    <a:pt x="32092" y="108610"/>
                  </a:lnTo>
                  <a:lnTo>
                    <a:pt x="32092" y="113690"/>
                  </a:lnTo>
                  <a:lnTo>
                    <a:pt x="51384" y="113690"/>
                  </a:lnTo>
                  <a:lnTo>
                    <a:pt x="51384" y="108610"/>
                  </a:lnTo>
                  <a:lnTo>
                    <a:pt x="51384" y="107340"/>
                  </a:lnTo>
                  <a:lnTo>
                    <a:pt x="51384" y="19710"/>
                  </a:lnTo>
                  <a:lnTo>
                    <a:pt x="51384" y="1463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66032" y="2356683"/>
              <a:ext cx="172516" cy="99059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3659670" y="2342336"/>
              <a:ext cx="58419" cy="114300"/>
            </a:xfrm>
            <a:custGeom>
              <a:avLst/>
              <a:gdLst/>
              <a:ahLst/>
              <a:cxnLst/>
              <a:rect l="l" t="t" r="r" b="b"/>
              <a:pathLst>
                <a:path w="58420" h="114300">
                  <a:moveTo>
                    <a:pt x="30289" y="29260"/>
                  </a:moveTo>
                  <a:lnTo>
                    <a:pt x="28435" y="28346"/>
                  </a:lnTo>
                  <a:lnTo>
                    <a:pt x="27520" y="29260"/>
                  </a:lnTo>
                  <a:lnTo>
                    <a:pt x="25692" y="34747"/>
                  </a:lnTo>
                  <a:lnTo>
                    <a:pt x="23863" y="35661"/>
                  </a:lnTo>
                  <a:lnTo>
                    <a:pt x="5486" y="35661"/>
                  </a:lnTo>
                  <a:lnTo>
                    <a:pt x="12560" y="31419"/>
                  </a:lnTo>
                  <a:lnTo>
                    <a:pt x="20066" y="25717"/>
                  </a:lnTo>
                  <a:lnTo>
                    <a:pt x="26009" y="18808"/>
                  </a:lnTo>
                  <a:lnTo>
                    <a:pt x="28435" y="10972"/>
                  </a:lnTo>
                  <a:lnTo>
                    <a:pt x="28435" y="7315"/>
                  </a:lnTo>
                  <a:lnTo>
                    <a:pt x="26606" y="4572"/>
                  </a:lnTo>
                  <a:lnTo>
                    <a:pt x="23863" y="1828"/>
                  </a:lnTo>
                  <a:lnTo>
                    <a:pt x="21120" y="914"/>
                  </a:lnTo>
                  <a:lnTo>
                    <a:pt x="17424" y="0"/>
                  </a:lnTo>
                  <a:lnTo>
                    <a:pt x="10083" y="0"/>
                  </a:lnTo>
                  <a:lnTo>
                    <a:pt x="7340" y="914"/>
                  </a:lnTo>
                  <a:lnTo>
                    <a:pt x="1828" y="4572"/>
                  </a:lnTo>
                  <a:lnTo>
                    <a:pt x="0" y="7315"/>
                  </a:lnTo>
                  <a:lnTo>
                    <a:pt x="0" y="12801"/>
                  </a:lnTo>
                  <a:lnTo>
                    <a:pt x="6426" y="10972"/>
                  </a:lnTo>
                  <a:lnTo>
                    <a:pt x="6426" y="10058"/>
                  </a:lnTo>
                  <a:lnTo>
                    <a:pt x="5486" y="10058"/>
                  </a:lnTo>
                  <a:lnTo>
                    <a:pt x="5486" y="4572"/>
                  </a:lnTo>
                  <a:lnTo>
                    <a:pt x="10083" y="2743"/>
                  </a:lnTo>
                  <a:lnTo>
                    <a:pt x="18338" y="2743"/>
                  </a:lnTo>
                  <a:lnTo>
                    <a:pt x="21120" y="5486"/>
                  </a:lnTo>
                  <a:lnTo>
                    <a:pt x="21120" y="16459"/>
                  </a:lnTo>
                  <a:lnTo>
                    <a:pt x="17424" y="21945"/>
                  </a:lnTo>
                  <a:lnTo>
                    <a:pt x="12827" y="25603"/>
                  </a:lnTo>
                  <a:lnTo>
                    <a:pt x="9169" y="30175"/>
                  </a:lnTo>
                  <a:lnTo>
                    <a:pt x="0" y="35661"/>
                  </a:lnTo>
                  <a:lnTo>
                    <a:pt x="0" y="40233"/>
                  </a:lnTo>
                  <a:lnTo>
                    <a:pt x="27520" y="40233"/>
                  </a:lnTo>
                  <a:lnTo>
                    <a:pt x="30289" y="29260"/>
                  </a:lnTo>
                  <a:close/>
                </a:path>
                <a:path w="58420" h="114300">
                  <a:moveTo>
                    <a:pt x="57810" y="14630"/>
                  </a:moveTo>
                  <a:lnTo>
                    <a:pt x="38519" y="14630"/>
                  </a:lnTo>
                  <a:lnTo>
                    <a:pt x="38519" y="19710"/>
                  </a:lnTo>
                  <a:lnTo>
                    <a:pt x="47726" y="19710"/>
                  </a:lnTo>
                  <a:lnTo>
                    <a:pt x="47726" y="107340"/>
                  </a:lnTo>
                  <a:lnTo>
                    <a:pt x="47269" y="107340"/>
                  </a:lnTo>
                  <a:lnTo>
                    <a:pt x="47269" y="108610"/>
                  </a:lnTo>
                  <a:lnTo>
                    <a:pt x="38519" y="108610"/>
                  </a:lnTo>
                  <a:lnTo>
                    <a:pt x="38519" y="113690"/>
                  </a:lnTo>
                  <a:lnTo>
                    <a:pt x="57810" y="113690"/>
                  </a:lnTo>
                  <a:lnTo>
                    <a:pt x="57810" y="108610"/>
                  </a:lnTo>
                  <a:lnTo>
                    <a:pt x="57810" y="107340"/>
                  </a:lnTo>
                  <a:lnTo>
                    <a:pt x="57810" y="19710"/>
                  </a:lnTo>
                  <a:lnTo>
                    <a:pt x="57810" y="1463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827025" y="1553018"/>
              <a:ext cx="837879" cy="246949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4938087" y="2027714"/>
              <a:ext cx="160655" cy="0"/>
            </a:xfrm>
            <a:custGeom>
              <a:avLst/>
              <a:gdLst/>
              <a:ahLst/>
              <a:cxnLst/>
              <a:rect l="l" t="t" r="r" b="b"/>
              <a:pathLst>
                <a:path w="160654" h="0">
                  <a:moveTo>
                    <a:pt x="0" y="0"/>
                  </a:moveTo>
                  <a:lnTo>
                    <a:pt x="160598" y="0"/>
                  </a:lnTo>
                </a:path>
              </a:pathLst>
            </a:custGeom>
            <a:ln w="6359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4836198" y="1927110"/>
              <a:ext cx="253365" cy="221615"/>
            </a:xfrm>
            <a:custGeom>
              <a:avLst/>
              <a:gdLst/>
              <a:ahLst/>
              <a:cxnLst/>
              <a:rect l="l" t="t" r="r" b="b"/>
              <a:pathLst>
                <a:path w="253364" h="221614">
                  <a:moveTo>
                    <a:pt x="58724" y="118897"/>
                  </a:moveTo>
                  <a:lnTo>
                    <a:pt x="0" y="118897"/>
                  </a:lnTo>
                  <a:lnTo>
                    <a:pt x="0" y="124383"/>
                  </a:lnTo>
                  <a:lnTo>
                    <a:pt x="58724" y="124383"/>
                  </a:lnTo>
                  <a:lnTo>
                    <a:pt x="58724" y="118897"/>
                  </a:lnTo>
                  <a:close/>
                </a:path>
                <a:path w="253364" h="221614">
                  <a:moveTo>
                    <a:pt x="58724" y="97866"/>
                  </a:moveTo>
                  <a:lnTo>
                    <a:pt x="0" y="97866"/>
                  </a:lnTo>
                  <a:lnTo>
                    <a:pt x="0" y="103352"/>
                  </a:lnTo>
                  <a:lnTo>
                    <a:pt x="58724" y="103352"/>
                  </a:lnTo>
                  <a:lnTo>
                    <a:pt x="58724" y="97866"/>
                  </a:lnTo>
                  <a:close/>
                </a:path>
                <a:path w="253364" h="221614">
                  <a:moveTo>
                    <a:pt x="241338" y="164617"/>
                  </a:moveTo>
                  <a:lnTo>
                    <a:pt x="224840" y="164617"/>
                  </a:lnTo>
                  <a:lnTo>
                    <a:pt x="228498" y="144500"/>
                  </a:lnTo>
                  <a:lnTo>
                    <a:pt x="223901" y="144500"/>
                  </a:lnTo>
                  <a:lnTo>
                    <a:pt x="222059" y="152654"/>
                  </a:lnTo>
                  <a:lnTo>
                    <a:pt x="218744" y="159016"/>
                  </a:lnTo>
                  <a:lnTo>
                    <a:pt x="213207" y="163144"/>
                  </a:lnTo>
                  <a:lnTo>
                    <a:pt x="204635" y="164617"/>
                  </a:lnTo>
                  <a:lnTo>
                    <a:pt x="203720" y="168275"/>
                  </a:lnTo>
                  <a:lnTo>
                    <a:pt x="213817" y="168275"/>
                  </a:lnTo>
                  <a:lnTo>
                    <a:pt x="207416" y="201193"/>
                  </a:lnTo>
                  <a:lnTo>
                    <a:pt x="207416" y="204851"/>
                  </a:lnTo>
                  <a:lnTo>
                    <a:pt x="206463" y="208508"/>
                  </a:lnTo>
                  <a:lnTo>
                    <a:pt x="206463" y="218567"/>
                  </a:lnTo>
                  <a:lnTo>
                    <a:pt x="213817" y="221310"/>
                  </a:lnTo>
                  <a:lnTo>
                    <a:pt x="226669" y="221310"/>
                  </a:lnTo>
                  <a:lnTo>
                    <a:pt x="233108" y="218567"/>
                  </a:lnTo>
                  <a:lnTo>
                    <a:pt x="237680" y="213995"/>
                  </a:lnTo>
                  <a:lnTo>
                    <a:pt x="234937" y="211251"/>
                  </a:lnTo>
                  <a:lnTo>
                    <a:pt x="232194" y="213995"/>
                  </a:lnTo>
                  <a:lnTo>
                    <a:pt x="228498" y="215849"/>
                  </a:lnTo>
                  <a:lnTo>
                    <a:pt x="219329" y="215849"/>
                  </a:lnTo>
                  <a:lnTo>
                    <a:pt x="217500" y="213080"/>
                  </a:lnTo>
                  <a:lnTo>
                    <a:pt x="217500" y="205790"/>
                  </a:lnTo>
                  <a:lnTo>
                    <a:pt x="218414" y="202107"/>
                  </a:lnTo>
                  <a:lnTo>
                    <a:pt x="218414" y="199364"/>
                  </a:lnTo>
                  <a:lnTo>
                    <a:pt x="223901" y="168275"/>
                  </a:lnTo>
                  <a:lnTo>
                    <a:pt x="240423" y="168275"/>
                  </a:lnTo>
                  <a:lnTo>
                    <a:pt x="241338" y="164617"/>
                  </a:lnTo>
                  <a:close/>
                </a:path>
                <a:path w="253364" h="221614">
                  <a:moveTo>
                    <a:pt x="253288" y="1828"/>
                  </a:moveTo>
                  <a:lnTo>
                    <a:pt x="251460" y="0"/>
                  </a:lnTo>
                  <a:lnTo>
                    <a:pt x="248678" y="0"/>
                  </a:lnTo>
                  <a:lnTo>
                    <a:pt x="240919" y="2692"/>
                  </a:lnTo>
                  <a:lnTo>
                    <a:pt x="233324" y="9258"/>
                  </a:lnTo>
                  <a:lnTo>
                    <a:pt x="226758" y="17348"/>
                  </a:lnTo>
                  <a:lnTo>
                    <a:pt x="222072" y="24688"/>
                  </a:lnTo>
                  <a:lnTo>
                    <a:pt x="213817" y="914"/>
                  </a:lnTo>
                  <a:lnTo>
                    <a:pt x="211074" y="914"/>
                  </a:lnTo>
                  <a:lnTo>
                    <a:pt x="206463" y="2743"/>
                  </a:lnTo>
                  <a:lnTo>
                    <a:pt x="200977" y="3657"/>
                  </a:lnTo>
                  <a:lnTo>
                    <a:pt x="196380" y="3657"/>
                  </a:lnTo>
                  <a:lnTo>
                    <a:pt x="196380" y="7315"/>
                  </a:lnTo>
                  <a:lnTo>
                    <a:pt x="204635" y="8229"/>
                  </a:lnTo>
                  <a:lnTo>
                    <a:pt x="206463" y="13716"/>
                  </a:lnTo>
                  <a:lnTo>
                    <a:pt x="209245" y="21031"/>
                  </a:lnTo>
                  <a:lnTo>
                    <a:pt x="211988" y="27432"/>
                  </a:lnTo>
                  <a:lnTo>
                    <a:pt x="208597" y="33121"/>
                  </a:lnTo>
                  <a:lnTo>
                    <a:pt x="204076" y="39433"/>
                  </a:lnTo>
                  <a:lnTo>
                    <a:pt x="198704" y="44526"/>
                  </a:lnTo>
                  <a:lnTo>
                    <a:pt x="192722" y="46634"/>
                  </a:lnTo>
                  <a:lnTo>
                    <a:pt x="189941" y="45720"/>
                  </a:lnTo>
                  <a:lnTo>
                    <a:pt x="186283" y="45720"/>
                  </a:lnTo>
                  <a:lnTo>
                    <a:pt x="182600" y="47548"/>
                  </a:lnTo>
                  <a:lnTo>
                    <a:pt x="182600" y="54864"/>
                  </a:lnTo>
                  <a:lnTo>
                    <a:pt x="184454" y="57607"/>
                  </a:lnTo>
                  <a:lnTo>
                    <a:pt x="188112" y="57607"/>
                  </a:lnTo>
                  <a:lnTo>
                    <a:pt x="196405" y="54889"/>
                  </a:lnTo>
                  <a:lnTo>
                    <a:pt x="203390" y="48234"/>
                  </a:lnTo>
                  <a:lnTo>
                    <a:pt x="209169" y="39852"/>
                  </a:lnTo>
                  <a:lnTo>
                    <a:pt x="213817" y="32004"/>
                  </a:lnTo>
                  <a:lnTo>
                    <a:pt x="217500" y="41148"/>
                  </a:lnTo>
                  <a:lnTo>
                    <a:pt x="220243" y="48463"/>
                  </a:lnTo>
                  <a:lnTo>
                    <a:pt x="223901" y="57607"/>
                  </a:lnTo>
                  <a:lnTo>
                    <a:pt x="238594" y="57607"/>
                  </a:lnTo>
                  <a:lnTo>
                    <a:pt x="245021" y="53949"/>
                  </a:lnTo>
                  <a:lnTo>
                    <a:pt x="248678" y="50292"/>
                  </a:lnTo>
                  <a:lnTo>
                    <a:pt x="245935" y="47548"/>
                  </a:lnTo>
                  <a:lnTo>
                    <a:pt x="244106" y="49377"/>
                  </a:lnTo>
                  <a:lnTo>
                    <a:pt x="242277" y="50292"/>
                  </a:lnTo>
                  <a:lnTo>
                    <a:pt x="239509" y="50292"/>
                  </a:lnTo>
                  <a:lnTo>
                    <a:pt x="233972" y="47752"/>
                  </a:lnTo>
                  <a:lnTo>
                    <a:pt x="229641" y="41719"/>
                  </a:lnTo>
                  <a:lnTo>
                    <a:pt x="226352" y="34467"/>
                  </a:lnTo>
                  <a:lnTo>
                    <a:pt x="223901" y="28346"/>
                  </a:lnTo>
                  <a:lnTo>
                    <a:pt x="227584" y="22860"/>
                  </a:lnTo>
                  <a:lnTo>
                    <a:pt x="230327" y="18288"/>
                  </a:lnTo>
                  <a:lnTo>
                    <a:pt x="235851" y="14630"/>
                  </a:lnTo>
                  <a:lnTo>
                    <a:pt x="238594" y="11887"/>
                  </a:lnTo>
                  <a:lnTo>
                    <a:pt x="240423" y="10972"/>
                  </a:lnTo>
                  <a:lnTo>
                    <a:pt x="249593" y="10972"/>
                  </a:lnTo>
                  <a:lnTo>
                    <a:pt x="253288" y="8229"/>
                  </a:lnTo>
                  <a:lnTo>
                    <a:pt x="253288" y="1828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4949079" y="2704493"/>
              <a:ext cx="156210" cy="0"/>
            </a:xfrm>
            <a:custGeom>
              <a:avLst/>
              <a:gdLst/>
              <a:ahLst/>
              <a:cxnLst/>
              <a:rect l="l" t="t" r="r" b="b"/>
              <a:pathLst>
                <a:path w="156210" h="0">
                  <a:moveTo>
                    <a:pt x="0" y="0"/>
                  </a:moveTo>
                  <a:lnTo>
                    <a:pt x="156019" y="0"/>
                  </a:lnTo>
                </a:path>
              </a:pathLst>
            </a:custGeom>
            <a:ln w="6359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4847196" y="2582849"/>
              <a:ext cx="248920" cy="242570"/>
            </a:xfrm>
            <a:custGeom>
              <a:avLst/>
              <a:gdLst/>
              <a:ahLst/>
              <a:cxnLst/>
              <a:rect l="l" t="t" r="r" b="b"/>
              <a:pathLst>
                <a:path w="248920" h="242569">
                  <a:moveTo>
                    <a:pt x="58737" y="139941"/>
                  </a:moveTo>
                  <a:lnTo>
                    <a:pt x="0" y="139941"/>
                  </a:lnTo>
                  <a:lnTo>
                    <a:pt x="0" y="145453"/>
                  </a:lnTo>
                  <a:lnTo>
                    <a:pt x="58737" y="145453"/>
                  </a:lnTo>
                  <a:lnTo>
                    <a:pt x="58737" y="139941"/>
                  </a:lnTo>
                  <a:close/>
                </a:path>
                <a:path w="248920" h="242569">
                  <a:moveTo>
                    <a:pt x="58737" y="118935"/>
                  </a:moveTo>
                  <a:lnTo>
                    <a:pt x="0" y="118935"/>
                  </a:lnTo>
                  <a:lnTo>
                    <a:pt x="0" y="124396"/>
                  </a:lnTo>
                  <a:lnTo>
                    <a:pt x="58737" y="124396"/>
                  </a:lnTo>
                  <a:lnTo>
                    <a:pt x="58737" y="118935"/>
                  </a:lnTo>
                  <a:close/>
                </a:path>
                <a:path w="248920" h="242569">
                  <a:moveTo>
                    <a:pt x="183553" y="76847"/>
                  </a:moveTo>
                  <a:lnTo>
                    <a:pt x="181635" y="72275"/>
                  </a:lnTo>
                  <a:lnTo>
                    <a:pt x="169773" y="43903"/>
                  </a:lnTo>
                  <a:lnTo>
                    <a:pt x="169773" y="72275"/>
                  </a:lnTo>
                  <a:lnTo>
                    <a:pt x="122986" y="72275"/>
                  </a:lnTo>
                  <a:lnTo>
                    <a:pt x="147764" y="18326"/>
                  </a:lnTo>
                  <a:lnTo>
                    <a:pt x="169773" y="72275"/>
                  </a:lnTo>
                  <a:lnTo>
                    <a:pt x="169773" y="43903"/>
                  </a:lnTo>
                  <a:lnTo>
                    <a:pt x="159080" y="18326"/>
                  </a:lnTo>
                  <a:lnTo>
                    <a:pt x="151422" y="0"/>
                  </a:lnTo>
                  <a:lnTo>
                    <a:pt x="115646" y="76847"/>
                  </a:lnTo>
                  <a:lnTo>
                    <a:pt x="183553" y="76847"/>
                  </a:lnTo>
                  <a:close/>
                </a:path>
                <a:path w="248920" h="242569">
                  <a:moveTo>
                    <a:pt x="192722" y="241465"/>
                  </a:moveTo>
                  <a:lnTo>
                    <a:pt x="190830" y="236893"/>
                  </a:lnTo>
                  <a:lnTo>
                    <a:pt x="178943" y="208127"/>
                  </a:lnTo>
                  <a:lnTo>
                    <a:pt x="178943" y="236893"/>
                  </a:lnTo>
                  <a:lnTo>
                    <a:pt x="132156" y="236893"/>
                  </a:lnTo>
                  <a:lnTo>
                    <a:pt x="156946" y="182029"/>
                  </a:lnTo>
                  <a:lnTo>
                    <a:pt x="178943" y="236893"/>
                  </a:lnTo>
                  <a:lnTo>
                    <a:pt x="178943" y="208127"/>
                  </a:lnTo>
                  <a:lnTo>
                    <a:pt x="168160" y="182029"/>
                  </a:lnTo>
                  <a:lnTo>
                    <a:pt x="160604" y="163741"/>
                  </a:lnTo>
                  <a:lnTo>
                    <a:pt x="124815" y="241465"/>
                  </a:lnTo>
                  <a:lnTo>
                    <a:pt x="192722" y="241465"/>
                  </a:lnTo>
                  <a:close/>
                </a:path>
                <a:path w="248920" h="242569">
                  <a:moveTo>
                    <a:pt x="240461" y="185686"/>
                  </a:moveTo>
                  <a:lnTo>
                    <a:pt x="224853" y="185686"/>
                  </a:lnTo>
                  <a:lnTo>
                    <a:pt x="228511" y="164655"/>
                  </a:lnTo>
                  <a:lnTo>
                    <a:pt x="223939" y="164655"/>
                  </a:lnTo>
                  <a:lnTo>
                    <a:pt x="221576" y="173215"/>
                  </a:lnTo>
                  <a:lnTo>
                    <a:pt x="218084" y="179628"/>
                  </a:lnTo>
                  <a:lnTo>
                    <a:pt x="212699" y="183819"/>
                  </a:lnTo>
                  <a:lnTo>
                    <a:pt x="204647" y="185686"/>
                  </a:lnTo>
                  <a:lnTo>
                    <a:pt x="203733" y="189344"/>
                  </a:lnTo>
                  <a:lnTo>
                    <a:pt x="213842" y="189344"/>
                  </a:lnTo>
                  <a:lnTo>
                    <a:pt x="207416" y="222262"/>
                  </a:lnTo>
                  <a:lnTo>
                    <a:pt x="207416" y="225005"/>
                  </a:lnTo>
                  <a:lnTo>
                    <a:pt x="206502" y="229577"/>
                  </a:lnTo>
                  <a:lnTo>
                    <a:pt x="206502" y="239636"/>
                  </a:lnTo>
                  <a:lnTo>
                    <a:pt x="213842" y="242379"/>
                  </a:lnTo>
                  <a:lnTo>
                    <a:pt x="226682" y="242379"/>
                  </a:lnTo>
                  <a:lnTo>
                    <a:pt x="233108" y="239636"/>
                  </a:lnTo>
                  <a:lnTo>
                    <a:pt x="237680" y="235064"/>
                  </a:lnTo>
                  <a:lnTo>
                    <a:pt x="234937" y="232321"/>
                  </a:lnTo>
                  <a:lnTo>
                    <a:pt x="232194" y="235064"/>
                  </a:lnTo>
                  <a:lnTo>
                    <a:pt x="228511" y="236893"/>
                  </a:lnTo>
                  <a:lnTo>
                    <a:pt x="219329" y="236893"/>
                  </a:lnTo>
                  <a:lnTo>
                    <a:pt x="217500" y="234149"/>
                  </a:lnTo>
                  <a:lnTo>
                    <a:pt x="217500" y="223177"/>
                  </a:lnTo>
                  <a:lnTo>
                    <a:pt x="218414" y="220433"/>
                  </a:lnTo>
                  <a:lnTo>
                    <a:pt x="223939" y="189344"/>
                  </a:lnTo>
                  <a:lnTo>
                    <a:pt x="240461" y="189344"/>
                  </a:lnTo>
                  <a:lnTo>
                    <a:pt x="240461" y="185686"/>
                  </a:lnTo>
                  <a:close/>
                </a:path>
                <a:path w="248920" h="242569">
                  <a:moveTo>
                    <a:pt x="248716" y="29298"/>
                  </a:moveTo>
                  <a:lnTo>
                    <a:pt x="246888" y="25641"/>
                  </a:lnTo>
                  <a:lnTo>
                    <a:pt x="245948" y="22898"/>
                  </a:lnTo>
                  <a:lnTo>
                    <a:pt x="243205" y="21069"/>
                  </a:lnTo>
                  <a:lnTo>
                    <a:pt x="235851" y="21069"/>
                  </a:lnTo>
                  <a:lnTo>
                    <a:pt x="233108" y="23812"/>
                  </a:lnTo>
                  <a:lnTo>
                    <a:pt x="233108" y="34785"/>
                  </a:lnTo>
                  <a:lnTo>
                    <a:pt x="242290" y="32956"/>
                  </a:lnTo>
                  <a:lnTo>
                    <a:pt x="242290" y="45758"/>
                  </a:lnTo>
                  <a:lnTo>
                    <a:pt x="240207" y="55689"/>
                  </a:lnTo>
                  <a:lnTo>
                    <a:pt x="234594" y="64160"/>
                  </a:lnTo>
                  <a:lnTo>
                    <a:pt x="226402" y="70053"/>
                  </a:lnTo>
                  <a:lnTo>
                    <a:pt x="216585" y="72275"/>
                  </a:lnTo>
                  <a:lnTo>
                    <a:pt x="211988" y="72275"/>
                  </a:lnTo>
                  <a:lnTo>
                    <a:pt x="208330" y="70446"/>
                  </a:lnTo>
                  <a:lnTo>
                    <a:pt x="208330" y="60388"/>
                  </a:lnTo>
                  <a:lnTo>
                    <a:pt x="215671" y="21983"/>
                  </a:lnTo>
                  <a:lnTo>
                    <a:pt x="211988" y="21983"/>
                  </a:lnTo>
                  <a:lnTo>
                    <a:pt x="206502" y="23812"/>
                  </a:lnTo>
                  <a:lnTo>
                    <a:pt x="200990" y="23812"/>
                  </a:lnTo>
                  <a:lnTo>
                    <a:pt x="195465" y="24726"/>
                  </a:lnTo>
                  <a:lnTo>
                    <a:pt x="194551" y="28384"/>
                  </a:lnTo>
                  <a:lnTo>
                    <a:pt x="197332" y="28384"/>
                  </a:lnTo>
                  <a:lnTo>
                    <a:pt x="200990" y="29298"/>
                  </a:lnTo>
                  <a:lnTo>
                    <a:pt x="202819" y="30213"/>
                  </a:lnTo>
                  <a:lnTo>
                    <a:pt x="202819" y="35699"/>
                  </a:lnTo>
                  <a:lnTo>
                    <a:pt x="201904" y="36614"/>
                  </a:lnTo>
                  <a:lnTo>
                    <a:pt x="201904" y="37528"/>
                  </a:lnTo>
                  <a:lnTo>
                    <a:pt x="198247" y="58559"/>
                  </a:lnTo>
                  <a:lnTo>
                    <a:pt x="198247" y="61302"/>
                  </a:lnTo>
                  <a:lnTo>
                    <a:pt x="197332" y="64046"/>
                  </a:lnTo>
                  <a:lnTo>
                    <a:pt x="197332" y="75933"/>
                  </a:lnTo>
                  <a:lnTo>
                    <a:pt x="205562" y="77762"/>
                  </a:lnTo>
                  <a:lnTo>
                    <a:pt x="212902" y="77762"/>
                  </a:lnTo>
                  <a:lnTo>
                    <a:pt x="228180" y="74282"/>
                  </a:lnTo>
                  <a:lnTo>
                    <a:pt x="239420" y="65074"/>
                  </a:lnTo>
                  <a:lnTo>
                    <a:pt x="246354" y="51917"/>
                  </a:lnTo>
                  <a:lnTo>
                    <a:pt x="248716" y="36614"/>
                  </a:lnTo>
                  <a:lnTo>
                    <a:pt x="248716" y="29298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5348316" y="3034667"/>
              <a:ext cx="155575" cy="0"/>
            </a:xfrm>
            <a:custGeom>
              <a:avLst/>
              <a:gdLst/>
              <a:ahLst/>
              <a:cxnLst/>
              <a:rect l="l" t="t" r="r" b="b"/>
              <a:pathLst>
                <a:path w="155575" h="0">
                  <a:moveTo>
                    <a:pt x="0" y="0"/>
                  </a:moveTo>
                  <a:lnTo>
                    <a:pt x="155072" y="0"/>
                  </a:lnTo>
                </a:path>
              </a:pathLst>
            </a:custGeom>
            <a:ln w="632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5646554" y="3034667"/>
              <a:ext cx="152400" cy="0"/>
            </a:xfrm>
            <a:custGeom>
              <a:avLst/>
              <a:gdLst/>
              <a:ahLst/>
              <a:cxnLst/>
              <a:rect l="l" t="t" r="r" b="b"/>
              <a:pathLst>
                <a:path w="152400" h="0">
                  <a:moveTo>
                    <a:pt x="0" y="0"/>
                  </a:moveTo>
                  <a:lnTo>
                    <a:pt x="152355" y="0"/>
                  </a:lnTo>
                </a:path>
              </a:pathLst>
            </a:custGeom>
            <a:ln w="632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4852708" y="3031032"/>
              <a:ext cx="751205" cy="119380"/>
            </a:xfrm>
            <a:custGeom>
              <a:avLst/>
              <a:gdLst/>
              <a:ahLst/>
              <a:cxnLst/>
              <a:rect l="l" t="t" r="r" b="b"/>
              <a:pathLst>
                <a:path w="751204" h="119380">
                  <a:moveTo>
                    <a:pt x="58737" y="21031"/>
                  </a:moveTo>
                  <a:lnTo>
                    <a:pt x="0" y="21031"/>
                  </a:lnTo>
                  <a:lnTo>
                    <a:pt x="0" y="26517"/>
                  </a:lnTo>
                  <a:lnTo>
                    <a:pt x="58737" y="26517"/>
                  </a:lnTo>
                  <a:lnTo>
                    <a:pt x="58737" y="21031"/>
                  </a:lnTo>
                  <a:close/>
                </a:path>
                <a:path w="751204" h="119380">
                  <a:moveTo>
                    <a:pt x="58737" y="0"/>
                  </a:moveTo>
                  <a:lnTo>
                    <a:pt x="0" y="0"/>
                  </a:lnTo>
                  <a:lnTo>
                    <a:pt x="0" y="5486"/>
                  </a:lnTo>
                  <a:lnTo>
                    <a:pt x="58737" y="5486"/>
                  </a:lnTo>
                  <a:lnTo>
                    <a:pt x="58737" y="0"/>
                  </a:lnTo>
                  <a:close/>
                </a:path>
                <a:path w="751204" h="119380">
                  <a:moveTo>
                    <a:pt x="365252" y="87782"/>
                  </a:moveTo>
                  <a:lnTo>
                    <a:pt x="334060" y="60350"/>
                  </a:lnTo>
                  <a:lnTo>
                    <a:pt x="329463" y="60350"/>
                  </a:lnTo>
                  <a:lnTo>
                    <a:pt x="331292" y="64922"/>
                  </a:lnTo>
                  <a:lnTo>
                    <a:pt x="334060" y="69494"/>
                  </a:lnTo>
                  <a:lnTo>
                    <a:pt x="335889" y="73152"/>
                  </a:lnTo>
                  <a:lnTo>
                    <a:pt x="337718" y="75895"/>
                  </a:lnTo>
                  <a:lnTo>
                    <a:pt x="341414" y="80467"/>
                  </a:lnTo>
                  <a:lnTo>
                    <a:pt x="346900" y="86868"/>
                  </a:lnTo>
                  <a:lnTo>
                    <a:pt x="261556" y="86868"/>
                  </a:lnTo>
                  <a:lnTo>
                    <a:pt x="261556" y="92354"/>
                  </a:lnTo>
                  <a:lnTo>
                    <a:pt x="346900" y="92354"/>
                  </a:lnTo>
                  <a:lnTo>
                    <a:pt x="342328" y="97866"/>
                  </a:lnTo>
                  <a:lnTo>
                    <a:pt x="338632" y="102438"/>
                  </a:lnTo>
                  <a:lnTo>
                    <a:pt x="335889" y="106070"/>
                  </a:lnTo>
                  <a:lnTo>
                    <a:pt x="334060" y="109753"/>
                  </a:lnTo>
                  <a:lnTo>
                    <a:pt x="331292" y="113411"/>
                  </a:lnTo>
                  <a:lnTo>
                    <a:pt x="329463" y="118897"/>
                  </a:lnTo>
                  <a:lnTo>
                    <a:pt x="334060" y="118897"/>
                  </a:lnTo>
                  <a:lnTo>
                    <a:pt x="343242" y="107924"/>
                  </a:lnTo>
                  <a:lnTo>
                    <a:pt x="349643" y="103352"/>
                  </a:lnTo>
                  <a:lnTo>
                    <a:pt x="355155" y="97866"/>
                  </a:lnTo>
                  <a:lnTo>
                    <a:pt x="360680" y="94208"/>
                  </a:lnTo>
                  <a:lnTo>
                    <a:pt x="365252" y="91440"/>
                  </a:lnTo>
                  <a:lnTo>
                    <a:pt x="365252" y="87782"/>
                  </a:lnTo>
                  <a:close/>
                </a:path>
                <a:path w="751204" h="119380">
                  <a:moveTo>
                    <a:pt x="750697" y="21031"/>
                  </a:moveTo>
                  <a:lnTo>
                    <a:pt x="691959" y="21031"/>
                  </a:lnTo>
                  <a:lnTo>
                    <a:pt x="691959" y="26517"/>
                  </a:lnTo>
                  <a:lnTo>
                    <a:pt x="750697" y="26517"/>
                  </a:lnTo>
                  <a:lnTo>
                    <a:pt x="750697" y="21031"/>
                  </a:lnTo>
                  <a:close/>
                </a:path>
                <a:path w="751204" h="119380">
                  <a:moveTo>
                    <a:pt x="750697" y="0"/>
                  </a:moveTo>
                  <a:lnTo>
                    <a:pt x="691959" y="0"/>
                  </a:lnTo>
                  <a:lnTo>
                    <a:pt x="691959" y="5486"/>
                  </a:lnTo>
                  <a:lnTo>
                    <a:pt x="750697" y="5486"/>
                  </a:lnTo>
                  <a:lnTo>
                    <a:pt x="750697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012404" y="2942296"/>
              <a:ext cx="161513" cy="83240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4955489" y="2913036"/>
              <a:ext cx="834390" cy="240665"/>
            </a:xfrm>
            <a:custGeom>
              <a:avLst/>
              <a:gdLst/>
              <a:ahLst/>
              <a:cxnLst/>
              <a:rect l="l" t="t" r="r" b="b"/>
              <a:pathLst>
                <a:path w="834389" h="240664">
                  <a:moveTo>
                    <a:pt x="66992" y="235064"/>
                  </a:moveTo>
                  <a:lnTo>
                    <a:pt x="65138" y="230492"/>
                  </a:lnTo>
                  <a:lnTo>
                    <a:pt x="54165" y="203479"/>
                  </a:lnTo>
                  <a:lnTo>
                    <a:pt x="54165" y="230492"/>
                  </a:lnTo>
                  <a:lnTo>
                    <a:pt x="7353" y="230492"/>
                  </a:lnTo>
                  <a:lnTo>
                    <a:pt x="32131" y="176517"/>
                  </a:lnTo>
                  <a:lnTo>
                    <a:pt x="54165" y="230492"/>
                  </a:lnTo>
                  <a:lnTo>
                    <a:pt x="54165" y="203479"/>
                  </a:lnTo>
                  <a:lnTo>
                    <a:pt x="43218" y="176517"/>
                  </a:lnTo>
                  <a:lnTo>
                    <a:pt x="35788" y="158229"/>
                  </a:lnTo>
                  <a:lnTo>
                    <a:pt x="0" y="235064"/>
                  </a:lnTo>
                  <a:lnTo>
                    <a:pt x="66992" y="235064"/>
                  </a:lnTo>
                  <a:close/>
                </a:path>
                <a:path w="834389" h="240664">
                  <a:moveTo>
                    <a:pt x="115646" y="180174"/>
                  </a:moveTo>
                  <a:lnTo>
                    <a:pt x="99123" y="180174"/>
                  </a:lnTo>
                  <a:lnTo>
                    <a:pt x="102781" y="159143"/>
                  </a:lnTo>
                  <a:lnTo>
                    <a:pt x="98209" y="159143"/>
                  </a:lnTo>
                  <a:lnTo>
                    <a:pt x="96342" y="167309"/>
                  </a:lnTo>
                  <a:lnTo>
                    <a:pt x="93027" y="173774"/>
                  </a:lnTo>
                  <a:lnTo>
                    <a:pt x="87477" y="178168"/>
                  </a:lnTo>
                  <a:lnTo>
                    <a:pt x="78917" y="180174"/>
                  </a:lnTo>
                  <a:lnTo>
                    <a:pt x="78917" y="183832"/>
                  </a:lnTo>
                  <a:lnTo>
                    <a:pt x="88125" y="183832"/>
                  </a:lnTo>
                  <a:lnTo>
                    <a:pt x="82600" y="216776"/>
                  </a:lnTo>
                  <a:lnTo>
                    <a:pt x="81686" y="219494"/>
                  </a:lnTo>
                  <a:lnTo>
                    <a:pt x="80772" y="223151"/>
                  </a:lnTo>
                  <a:lnTo>
                    <a:pt x="80772" y="234149"/>
                  </a:lnTo>
                  <a:lnTo>
                    <a:pt x="88125" y="235978"/>
                  </a:lnTo>
                  <a:lnTo>
                    <a:pt x="100952" y="235978"/>
                  </a:lnTo>
                  <a:lnTo>
                    <a:pt x="107378" y="233210"/>
                  </a:lnTo>
                  <a:lnTo>
                    <a:pt x="111950" y="228638"/>
                  </a:lnTo>
                  <a:lnTo>
                    <a:pt x="110121" y="225920"/>
                  </a:lnTo>
                  <a:lnTo>
                    <a:pt x="102781" y="231406"/>
                  </a:lnTo>
                  <a:lnTo>
                    <a:pt x="93611" y="231406"/>
                  </a:lnTo>
                  <a:lnTo>
                    <a:pt x="91782" y="227749"/>
                  </a:lnTo>
                  <a:lnTo>
                    <a:pt x="91782" y="220433"/>
                  </a:lnTo>
                  <a:lnTo>
                    <a:pt x="92697" y="217690"/>
                  </a:lnTo>
                  <a:lnTo>
                    <a:pt x="92697" y="214007"/>
                  </a:lnTo>
                  <a:lnTo>
                    <a:pt x="98209" y="183832"/>
                  </a:lnTo>
                  <a:lnTo>
                    <a:pt x="114731" y="183832"/>
                  </a:lnTo>
                  <a:lnTo>
                    <a:pt x="115646" y="180174"/>
                  </a:lnTo>
                  <a:close/>
                </a:path>
                <a:path w="834389" h="240664">
                  <a:moveTo>
                    <a:pt x="370763" y="186575"/>
                  </a:moveTo>
                  <a:lnTo>
                    <a:pt x="369468" y="175158"/>
                  </a:lnTo>
                  <a:lnTo>
                    <a:pt x="365252" y="165201"/>
                  </a:lnTo>
                  <a:lnTo>
                    <a:pt x="360654" y="160972"/>
                  </a:lnTo>
                  <a:lnTo>
                    <a:pt x="359752" y="160147"/>
                  </a:lnTo>
                  <a:lnTo>
                    <a:pt x="359752" y="182003"/>
                  </a:lnTo>
                  <a:lnTo>
                    <a:pt x="359460" y="186575"/>
                  </a:lnTo>
                  <a:lnTo>
                    <a:pt x="347814" y="225005"/>
                  </a:lnTo>
                  <a:lnTo>
                    <a:pt x="338632" y="232321"/>
                  </a:lnTo>
                  <a:lnTo>
                    <a:pt x="327634" y="232321"/>
                  </a:lnTo>
                  <a:lnTo>
                    <a:pt x="323977" y="229577"/>
                  </a:lnTo>
                  <a:lnTo>
                    <a:pt x="322110" y="225005"/>
                  </a:lnTo>
                  <a:lnTo>
                    <a:pt x="319366" y="220433"/>
                  </a:lnTo>
                  <a:lnTo>
                    <a:pt x="318452" y="215861"/>
                  </a:lnTo>
                  <a:lnTo>
                    <a:pt x="318452" y="210350"/>
                  </a:lnTo>
                  <a:lnTo>
                    <a:pt x="318757" y="205778"/>
                  </a:lnTo>
                  <a:lnTo>
                    <a:pt x="318871" y="204063"/>
                  </a:lnTo>
                  <a:lnTo>
                    <a:pt x="325805" y="176517"/>
                  </a:lnTo>
                  <a:lnTo>
                    <a:pt x="327634" y="171030"/>
                  </a:lnTo>
                  <a:lnTo>
                    <a:pt x="330377" y="168287"/>
                  </a:lnTo>
                  <a:lnTo>
                    <a:pt x="334060" y="163715"/>
                  </a:lnTo>
                  <a:lnTo>
                    <a:pt x="339547" y="160972"/>
                  </a:lnTo>
                  <a:lnTo>
                    <a:pt x="345071" y="160972"/>
                  </a:lnTo>
                  <a:lnTo>
                    <a:pt x="352399" y="162966"/>
                  </a:lnTo>
                  <a:lnTo>
                    <a:pt x="356895" y="168059"/>
                  </a:lnTo>
                  <a:lnTo>
                    <a:pt x="359143" y="174853"/>
                  </a:lnTo>
                  <a:lnTo>
                    <a:pt x="359676" y="181089"/>
                  </a:lnTo>
                  <a:lnTo>
                    <a:pt x="359752" y="182003"/>
                  </a:lnTo>
                  <a:lnTo>
                    <a:pt x="359752" y="160147"/>
                  </a:lnTo>
                  <a:lnTo>
                    <a:pt x="357593" y="158153"/>
                  </a:lnTo>
                  <a:lnTo>
                    <a:pt x="345986" y="155486"/>
                  </a:lnTo>
                  <a:lnTo>
                    <a:pt x="336880" y="156794"/>
                  </a:lnTo>
                  <a:lnTo>
                    <a:pt x="309956" y="189090"/>
                  </a:lnTo>
                  <a:lnTo>
                    <a:pt x="307632" y="203200"/>
                  </a:lnTo>
                  <a:lnTo>
                    <a:pt x="307555" y="204063"/>
                  </a:lnTo>
                  <a:lnTo>
                    <a:pt x="307492" y="204901"/>
                  </a:lnTo>
                  <a:lnTo>
                    <a:pt x="307428" y="205778"/>
                  </a:lnTo>
                  <a:lnTo>
                    <a:pt x="308864" y="217589"/>
                  </a:lnTo>
                  <a:lnTo>
                    <a:pt x="313397" y="227520"/>
                  </a:lnTo>
                  <a:lnTo>
                    <a:pt x="321373" y="234353"/>
                  </a:lnTo>
                  <a:lnTo>
                    <a:pt x="333146" y="236893"/>
                  </a:lnTo>
                  <a:lnTo>
                    <a:pt x="341718" y="235597"/>
                  </a:lnTo>
                  <a:lnTo>
                    <a:pt x="348691" y="232321"/>
                  </a:lnTo>
                  <a:lnTo>
                    <a:pt x="349427" y="231978"/>
                  </a:lnTo>
                  <a:lnTo>
                    <a:pt x="370179" y="195719"/>
                  </a:lnTo>
                  <a:lnTo>
                    <a:pt x="370662" y="188226"/>
                  </a:lnTo>
                  <a:lnTo>
                    <a:pt x="370763" y="186575"/>
                  </a:lnTo>
                  <a:close/>
                </a:path>
                <a:path w="834389" h="240664">
                  <a:moveTo>
                    <a:pt x="473544" y="76847"/>
                  </a:moveTo>
                  <a:lnTo>
                    <a:pt x="471627" y="72275"/>
                  </a:lnTo>
                  <a:lnTo>
                    <a:pt x="460705" y="46151"/>
                  </a:lnTo>
                  <a:lnTo>
                    <a:pt x="460705" y="72275"/>
                  </a:lnTo>
                  <a:lnTo>
                    <a:pt x="413893" y="72275"/>
                  </a:lnTo>
                  <a:lnTo>
                    <a:pt x="437756" y="18288"/>
                  </a:lnTo>
                  <a:lnTo>
                    <a:pt x="460705" y="72275"/>
                  </a:lnTo>
                  <a:lnTo>
                    <a:pt x="460705" y="46151"/>
                  </a:lnTo>
                  <a:lnTo>
                    <a:pt x="449059" y="18288"/>
                  </a:lnTo>
                  <a:lnTo>
                    <a:pt x="441413" y="0"/>
                  </a:lnTo>
                  <a:lnTo>
                    <a:pt x="406539" y="76847"/>
                  </a:lnTo>
                  <a:lnTo>
                    <a:pt x="473544" y="76847"/>
                  </a:lnTo>
                  <a:close/>
                </a:path>
                <a:path w="834389" h="240664">
                  <a:moveTo>
                    <a:pt x="482739" y="239636"/>
                  </a:moveTo>
                  <a:lnTo>
                    <a:pt x="480834" y="235064"/>
                  </a:lnTo>
                  <a:lnTo>
                    <a:pt x="469887" y="208889"/>
                  </a:lnTo>
                  <a:lnTo>
                    <a:pt x="469887" y="235064"/>
                  </a:lnTo>
                  <a:lnTo>
                    <a:pt x="423062" y="235064"/>
                  </a:lnTo>
                  <a:lnTo>
                    <a:pt x="446925" y="182003"/>
                  </a:lnTo>
                  <a:lnTo>
                    <a:pt x="469887" y="235064"/>
                  </a:lnTo>
                  <a:lnTo>
                    <a:pt x="469887" y="208889"/>
                  </a:lnTo>
                  <a:lnTo>
                    <a:pt x="458647" y="182003"/>
                  </a:lnTo>
                  <a:lnTo>
                    <a:pt x="450621" y="162801"/>
                  </a:lnTo>
                  <a:lnTo>
                    <a:pt x="415721" y="239636"/>
                  </a:lnTo>
                  <a:lnTo>
                    <a:pt x="482739" y="239636"/>
                  </a:lnTo>
                  <a:close/>
                </a:path>
                <a:path w="834389" h="240664">
                  <a:moveTo>
                    <a:pt x="530440" y="184746"/>
                  </a:moveTo>
                  <a:lnTo>
                    <a:pt x="514845" y="184746"/>
                  </a:lnTo>
                  <a:lnTo>
                    <a:pt x="518528" y="164630"/>
                  </a:lnTo>
                  <a:lnTo>
                    <a:pt x="513930" y="164630"/>
                  </a:lnTo>
                  <a:lnTo>
                    <a:pt x="511568" y="172783"/>
                  </a:lnTo>
                  <a:lnTo>
                    <a:pt x="508076" y="179146"/>
                  </a:lnTo>
                  <a:lnTo>
                    <a:pt x="502704" y="183273"/>
                  </a:lnTo>
                  <a:lnTo>
                    <a:pt x="494665" y="184746"/>
                  </a:lnTo>
                  <a:lnTo>
                    <a:pt x="493750" y="188404"/>
                  </a:lnTo>
                  <a:lnTo>
                    <a:pt x="503834" y="188404"/>
                  </a:lnTo>
                  <a:lnTo>
                    <a:pt x="497408" y="221348"/>
                  </a:lnTo>
                  <a:lnTo>
                    <a:pt x="497408" y="224066"/>
                  </a:lnTo>
                  <a:lnTo>
                    <a:pt x="496493" y="227749"/>
                  </a:lnTo>
                  <a:lnTo>
                    <a:pt x="496493" y="238721"/>
                  </a:lnTo>
                  <a:lnTo>
                    <a:pt x="503834" y="240550"/>
                  </a:lnTo>
                  <a:lnTo>
                    <a:pt x="516699" y="240550"/>
                  </a:lnTo>
                  <a:lnTo>
                    <a:pt x="523100" y="237782"/>
                  </a:lnTo>
                  <a:lnTo>
                    <a:pt x="527697" y="234149"/>
                  </a:lnTo>
                  <a:lnTo>
                    <a:pt x="524929" y="230492"/>
                  </a:lnTo>
                  <a:lnTo>
                    <a:pt x="522185" y="233210"/>
                  </a:lnTo>
                  <a:lnTo>
                    <a:pt x="518528" y="235978"/>
                  </a:lnTo>
                  <a:lnTo>
                    <a:pt x="509358" y="235978"/>
                  </a:lnTo>
                  <a:lnTo>
                    <a:pt x="507492" y="233210"/>
                  </a:lnTo>
                  <a:lnTo>
                    <a:pt x="507492" y="222262"/>
                  </a:lnTo>
                  <a:lnTo>
                    <a:pt x="508444" y="219494"/>
                  </a:lnTo>
                  <a:lnTo>
                    <a:pt x="513930" y="188404"/>
                  </a:lnTo>
                  <a:lnTo>
                    <a:pt x="530440" y="188404"/>
                  </a:lnTo>
                  <a:lnTo>
                    <a:pt x="530440" y="184746"/>
                  </a:lnTo>
                  <a:close/>
                </a:path>
                <a:path w="834389" h="240664">
                  <a:moveTo>
                    <a:pt x="538708" y="28346"/>
                  </a:moveTo>
                  <a:lnTo>
                    <a:pt x="536879" y="25603"/>
                  </a:lnTo>
                  <a:lnTo>
                    <a:pt x="535965" y="22860"/>
                  </a:lnTo>
                  <a:lnTo>
                    <a:pt x="533184" y="21031"/>
                  </a:lnTo>
                  <a:lnTo>
                    <a:pt x="525843" y="21031"/>
                  </a:lnTo>
                  <a:lnTo>
                    <a:pt x="523100" y="23774"/>
                  </a:lnTo>
                  <a:lnTo>
                    <a:pt x="523100" y="33832"/>
                  </a:lnTo>
                  <a:lnTo>
                    <a:pt x="532269" y="32918"/>
                  </a:lnTo>
                  <a:lnTo>
                    <a:pt x="532269" y="45720"/>
                  </a:lnTo>
                  <a:lnTo>
                    <a:pt x="530212" y="55270"/>
                  </a:lnTo>
                  <a:lnTo>
                    <a:pt x="524713" y="63804"/>
                  </a:lnTo>
                  <a:lnTo>
                    <a:pt x="516788" y="69926"/>
                  </a:lnTo>
                  <a:lnTo>
                    <a:pt x="507492" y="72275"/>
                  </a:lnTo>
                  <a:lnTo>
                    <a:pt x="502005" y="72275"/>
                  </a:lnTo>
                  <a:lnTo>
                    <a:pt x="498322" y="70408"/>
                  </a:lnTo>
                  <a:lnTo>
                    <a:pt x="498322" y="61264"/>
                  </a:lnTo>
                  <a:lnTo>
                    <a:pt x="499237" y="59436"/>
                  </a:lnTo>
                  <a:lnTo>
                    <a:pt x="505663" y="21945"/>
                  </a:lnTo>
                  <a:lnTo>
                    <a:pt x="502005" y="21945"/>
                  </a:lnTo>
                  <a:lnTo>
                    <a:pt x="485482" y="24688"/>
                  </a:lnTo>
                  <a:lnTo>
                    <a:pt x="484568" y="27432"/>
                  </a:lnTo>
                  <a:lnTo>
                    <a:pt x="487311" y="28346"/>
                  </a:lnTo>
                  <a:lnTo>
                    <a:pt x="490969" y="29260"/>
                  </a:lnTo>
                  <a:lnTo>
                    <a:pt x="492798" y="30175"/>
                  </a:lnTo>
                  <a:lnTo>
                    <a:pt x="492798" y="36576"/>
                  </a:lnTo>
                  <a:lnTo>
                    <a:pt x="491883" y="37490"/>
                  </a:lnTo>
                  <a:lnTo>
                    <a:pt x="488226" y="58521"/>
                  </a:lnTo>
                  <a:lnTo>
                    <a:pt x="488226" y="61264"/>
                  </a:lnTo>
                  <a:lnTo>
                    <a:pt x="487311" y="64008"/>
                  </a:lnTo>
                  <a:lnTo>
                    <a:pt x="487311" y="75895"/>
                  </a:lnTo>
                  <a:lnTo>
                    <a:pt x="495579" y="77762"/>
                  </a:lnTo>
                  <a:lnTo>
                    <a:pt x="503834" y="77762"/>
                  </a:lnTo>
                  <a:lnTo>
                    <a:pt x="518566" y="74155"/>
                  </a:lnTo>
                  <a:lnTo>
                    <a:pt x="529526" y="64719"/>
                  </a:lnTo>
                  <a:lnTo>
                    <a:pt x="536346" y="51498"/>
                  </a:lnTo>
                  <a:lnTo>
                    <a:pt x="538708" y="36576"/>
                  </a:lnTo>
                  <a:lnTo>
                    <a:pt x="538708" y="28346"/>
                  </a:lnTo>
                  <a:close/>
                </a:path>
                <a:path w="834389" h="240664">
                  <a:moveTo>
                    <a:pt x="825944" y="184746"/>
                  </a:moveTo>
                  <a:lnTo>
                    <a:pt x="809434" y="184746"/>
                  </a:lnTo>
                  <a:lnTo>
                    <a:pt x="813117" y="164630"/>
                  </a:lnTo>
                  <a:lnTo>
                    <a:pt x="808520" y="164630"/>
                  </a:lnTo>
                  <a:lnTo>
                    <a:pt x="806665" y="172783"/>
                  </a:lnTo>
                  <a:lnTo>
                    <a:pt x="803351" y="179146"/>
                  </a:lnTo>
                  <a:lnTo>
                    <a:pt x="797801" y="183273"/>
                  </a:lnTo>
                  <a:lnTo>
                    <a:pt x="789254" y="184746"/>
                  </a:lnTo>
                  <a:lnTo>
                    <a:pt x="788339" y="188404"/>
                  </a:lnTo>
                  <a:lnTo>
                    <a:pt x="798423" y="188404"/>
                  </a:lnTo>
                  <a:lnTo>
                    <a:pt x="792911" y="221348"/>
                  </a:lnTo>
                  <a:lnTo>
                    <a:pt x="791997" y="224066"/>
                  </a:lnTo>
                  <a:lnTo>
                    <a:pt x="791083" y="227749"/>
                  </a:lnTo>
                  <a:lnTo>
                    <a:pt x="791083" y="238721"/>
                  </a:lnTo>
                  <a:lnTo>
                    <a:pt x="798423" y="240550"/>
                  </a:lnTo>
                  <a:lnTo>
                    <a:pt x="811263" y="240550"/>
                  </a:lnTo>
                  <a:lnTo>
                    <a:pt x="817689" y="237782"/>
                  </a:lnTo>
                  <a:lnTo>
                    <a:pt x="822286" y="234149"/>
                  </a:lnTo>
                  <a:lnTo>
                    <a:pt x="819543" y="230492"/>
                  </a:lnTo>
                  <a:lnTo>
                    <a:pt x="816775" y="233210"/>
                  </a:lnTo>
                  <a:lnTo>
                    <a:pt x="813117" y="235978"/>
                  </a:lnTo>
                  <a:lnTo>
                    <a:pt x="803910" y="235978"/>
                  </a:lnTo>
                  <a:lnTo>
                    <a:pt x="802081" y="233210"/>
                  </a:lnTo>
                  <a:lnTo>
                    <a:pt x="802081" y="225005"/>
                  </a:lnTo>
                  <a:lnTo>
                    <a:pt x="802995" y="222262"/>
                  </a:lnTo>
                  <a:lnTo>
                    <a:pt x="802995" y="219494"/>
                  </a:lnTo>
                  <a:lnTo>
                    <a:pt x="808520" y="188404"/>
                  </a:lnTo>
                  <a:lnTo>
                    <a:pt x="825030" y="188404"/>
                  </a:lnTo>
                  <a:lnTo>
                    <a:pt x="825944" y="184746"/>
                  </a:lnTo>
                  <a:close/>
                </a:path>
                <a:path w="834389" h="240664">
                  <a:moveTo>
                    <a:pt x="834212" y="32918"/>
                  </a:moveTo>
                  <a:lnTo>
                    <a:pt x="833297" y="28346"/>
                  </a:lnTo>
                  <a:lnTo>
                    <a:pt x="832383" y="25603"/>
                  </a:lnTo>
                  <a:lnTo>
                    <a:pt x="830554" y="22860"/>
                  </a:lnTo>
                  <a:lnTo>
                    <a:pt x="827773" y="21031"/>
                  </a:lnTo>
                  <a:lnTo>
                    <a:pt x="821372" y="21031"/>
                  </a:lnTo>
                  <a:lnTo>
                    <a:pt x="817689" y="23774"/>
                  </a:lnTo>
                  <a:lnTo>
                    <a:pt x="817689" y="33832"/>
                  </a:lnTo>
                  <a:lnTo>
                    <a:pt x="826858" y="32918"/>
                  </a:lnTo>
                  <a:lnTo>
                    <a:pt x="826858" y="45720"/>
                  </a:lnTo>
                  <a:lnTo>
                    <a:pt x="824928" y="55270"/>
                  </a:lnTo>
                  <a:lnTo>
                    <a:pt x="819645" y="63804"/>
                  </a:lnTo>
                  <a:lnTo>
                    <a:pt x="811771" y="69926"/>
                  </a:lnTo>
                  <a:lnTo>
                    <a:pt x="802081" y="72275"/>
                  </a:lnTo>
                  <a:lnTo>
                    <a:pt x="797509" y="72275"/>
                  </a:lnTo>
                  <a:lnTo>
                    <a:pt x="793826" y="70408"/>
                  </a:lnTo>
                  <a:lnTo>
                    <a:pt x="793826" y="59436"/>
                  </a:lnTo>
                  <a:lnTo>
                    <a:pt x="801166" y="21945"/>
                  </a:lnTo>
                  <a:lnTo>
                    <a:pt x="797509" y="21945"/>
                  </a:lnTo>
                  <a:lnTo>
                    <a:pt x="786511" y="23774"/>
                  </a:lnTo>
                  <a:lnTo>
                    <a:pt x="780072" y="24688"/>
                  </a:lnTo>
                  <a:lnTo>
                    <a:pt x="780072" y="27432"/>
                  </a:lnTo>
                  <a:lnTo>
                    <a:pt x="782815" y="28346"/>
                  </a:lnTo>
                  <a:lnTo>
                    <a:pt x="786511" y="29260"/>
                  </a:lnTo>
                  <a:lnTo>
                    <a:pt x="788339" y="30175"/>
                  </a:lnTo>
                  <a:lnTo>
                    <a:pt x="788339" y="34747"/>
                  </a:lnTo>
                  <a:lnTo>
                    <a:pt x="787425" y="36576"/>
                  </a:lnTo>
                  <a:lnTo>
                    <a:pt x="787425" y="37490"/>
                  </a:lnTo>
                  <a:lnTo>
                    <a:pt x="783729" y="58521"/>
                  </a:lnTo>
                  <a:lnTo>
                    <a:pt x="783729" y="61264"/>
                  </a:lnTo>
                  <a:lnTo>
                    <a:pt x="782815" y="64008"/>
                  </a:lnTo>
                  <a:lnTo>
                    <a:pt x="782815" y="75895"/>
                  </a:lnTo>
                  <a:lnTo>
                    <a:pt x="790168" y="77762"/>
                  </a:lnTo>
                  <a:lnTo>
                    <a:pt x="798423" y="77762"/>
                  </a:lnTo>
                  <a:lnTo>
                    <a:pt x="813701" y="74155"/>
                  </a:lnTo>
                  <a:lnTo>
                    <a:pt x="824928" y="64719"/>
                  </a:lnTo>
                  <a:lnTo>
                    <a:pt x="831850" y="51498"/>
                  </a:lnTo>
                  <a:lnTo>
                    <a:pt x="834212" y="36576"/>
                  </a:lnTo>
                  <a:lnTo>
                    <a:pt x="834212" y="32918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827025" y="3263312"/>
              <a:ext cx="1465600" cy="217687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781683" y="1275900"/>
              <a:ext cx="5704205" cy="0"/>
            </a:xfrm>
            <a:custGeom>
              <a:avLst/>
              <a:gdLst/>
              <a:ahLst/>
              <a:cxnLst/>
              <a:rect l="l" t="t" r="r" b="b"/>
              <a:pathLst>
                <a:path w="5704205" h="0">
                  <a:moveTo>
                    <a:pt x="0" y="0"/>
                  </a:moveTo>
                  <a:lnTo>
                    <a:pt x="5703680" y="0"/>
                  </a:lnTo>
                  <a:lnTo>
                    <a:pt x="0" y="0"/>
                  </a:lnTo>
                  <a:close/>
                </a:path>
              </a:pathLst>
            </a:custGeom>
            <a:ln w="634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771598" y="2226166"/>
              <a:ext cx="5704205" cy="0"/>
            </a:xfrm>
            <a:custGeom>
              <a:avLst/>
              <a:gdLst/>
              <a:ahLst/>
              <a:cxnLst/>
              <a:rect l="l" t="t" r="r" b="b"/>
              <a:pathLst>
                <a:path w="5704205" h="0">
                  <a:moveTo>
                    <a:pt x="0" y="0"/>
                  </a:moveTo>
                  <a:lnTo>
                    <a:pt x="5703658" y="0"/>
                  </a:lnTo>
                  <a:lnTo>
                    <a:pt x="0" y="0"/>
                  </a:lnTo>
                  <a:close/>
                </a:path>
              </a:pathLst>
            </a:custGeom>
            <a:ln w="634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843179" y="1228343"/>
              <a:ext cx="5634355" cy="2338705"/>
            </a:xfrm>
            <a:custGeom>
              <a:avLst/>
              <a:gdLst/>
              <a:ahLst/>
              <a:cxnLst/>
              <a:rect l="l" t="t" r="r" b="b"/>
              <a:pathLst>
                <a:path w="5634355" h="2338704">
                  <a:moveTo>
                    <a:pt x="5633915" y="0"/>
                  </a:moveTo>
                  <a:lnTo>
                    <a:pt x="5633915" y="2338642"/>
                  </a:lnTo>
                  <a:lnTo>
                    <a:pt x="0" y="2338642"/>
                  </a:lnTo>
                  <a:lnTo>
                    <a:pt x="0" y="0"/>
                  </a:lnTo>
                </a:path>
              </a:pathLst>
            </a:custGeom>
            <a:ln w="13345">
              <a:solidFill>
                <a:srgbClr val="00AEE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4236932" y="1415827"/>
              <a:ext cx="106045" cy="57785"/>
            </a:xfrm>
            <a:custGeom>
              <a:avLst/>
              <a:gdLst/>
              <a:ahLst/>
              <a:cxnLst/>
              <a:rect l="l" t="t" r="r" b="b"/>
              <a:pathLst>
                <a:path w="106045" h="57784">
                  <a:moveTo>
                    <a:pt x="85343" y="0"/>
                  </a:moveTo>
                  <a:lnTo>
                    <a:pt x="80741" y="0"/>
                  </a:lnTo>
                  <a:lnTo>
                    <a:pt x="73395" y="914"/>
                  </a:lnTo>
                  <a:lnTo>
                    <a:pt x="65135" y="4571"/>
                  </a:lnTo>
                  <a:lnTo>
                    <a:pt x="58734" y="9174"/>
                  </a:lnTo>
                  <a:lnTo>
                    <a:pt x="55961" y="2743"/>
                  </a:lnTo>
                  <a:lnTo>
                    <a:pt x="50474" y="0"/>
                  </a:lnTo>
                  <a:lnTo>
                    <a:pt x="33954" y="0"/>
                  </a:lnTo>
                  <a:lnTo>
                    <a:pt x="26609" y="3657"/>
                  </a:lnTo>
                  <a:lnTo>
                    <a:pt x="21092" y="9174"/>
                  </a:lnTo>
                  <a:lnTo>
                    <a:pt x="21092" y="1828"/>
                  </a:lnTo>
                  <a:lnTo>
                    <a:pt x="17434" y="1828"/>
                  </a:lnTo>
                  <a:lnTo>
                    <a:pt x="0" y="3657"/>
                  </a:lnTo>
                  <a:lnTo>
                    <a:pt x="0" y="7315"/>
                  </a:lnTo>
                  <a:lnTo>
                    <a:pt x="1828" y="7315"/>
                  </a:lnTo>
                  <a:lnTo>
                    <a:pt x="9174" y="8229"/>
                  </a:lnTo>
                  <a:lnTo>
                    <a:pt x="10088" y="11887"/>
                  </a:lnTo>
                  <a:lnTo>
                    <a:pt x="10088" y="49377"/>
                  </a:lnTo>
                  <a:lnTo>
                    <a:pt x="9174" y="53065"/>
                  </a:lnTo>
                  <a:lnTo>
                    <a:pt x="914" y="53980"/>
                  </a:lnTo>
                  <a:lnTo>
                    <a:pt x="914" y="57637"/>
                  </a:lnTo>
                  <a:lnTo>
                    <a:pt x="30266" y="57637"/>
                  </a:lnTo>
                  <a:lnTo>
                    <a:pt x="30266" y="53980"/>
                  </a:lnTo>
                  <a:lnTo>
                    <a:pt x="29352" y="53980"/>
                  </a:lnTo>
                  <a:lnTo>
                    <a:pt x="22006" y="53065"/>
                  </a:lnTo>
                  <a:lnTo>
                    <a:pt x="21092" y="49377"/>
                  </a:lnTo>
                  <a:lnTo>
                    <a:pt x="21092" y="13746"/>
                  </a:lnTo>
                  <a:lnTo>
                    <a:pt x="25694" y="10058"/>
                  </a:lnTo>
                  <a:lnTo>
                    <a:pt x="32125" y="6400"/>
                  </a:lnTo>
                  <a:lnTo>
                    <a:pt x="47701" y="6400"/>
                  </a:lnTo>
                  <a:lnTo>
                    <a:pt x="47701" y="49377"/>
                  </a:lnTo>
                  <a:lnTo>
                    <a:pt x="46786" y="53065"/>
                  </a:lnTo>
                  <a:lnTo>
                    <a:pt x="39441" y="53980"/>
                  </a:lnTo>
                  <a:lnTo>
                    <a:pt x="38526" y="53980"/>
                  </a:lnTo>
                  <a:lnTo>
                    <a:pt x="38526" y="57637"/>
                  </a:lnTo>
                  <a:lnTo>
                    <a:pt x="68823" y="57637"/>
                  </a:lnTo>
                  <a:lnTo>
                    <a:pt x="68823" y="53980"/>
                  </a:lnTo>
                  <a:lnTo>
                    <a:pt x="67909" y="53980"/>
                  </a:lnTo>
                  <a:lnTo>
                    <a:pt x="60563" y="53065"/>
                  </a:lnTo>
                  <a:lnTo>
                    <a:pt x="58734" y="49377"/>
                  </a:lnTo>
                  <a:lnTo>
                    <a:pt x="58734" y="13746"/>
                  </a:lnTo>
                  <a:lnTo>
                    <a:pt x="64221" y="10058"/>
                  </a:lnTo>
                  <a:lnTo>
                    <a:pt x="70652" y="6400"/>
                  </a:lnTo>
                  <a:lnTo>
                    <a:pt x="79827" y="6400"/>
                  </a:lnTo>
                  <a:lnTo>
                    <a:pt x="83484" y="8229"/>
                  </a:lnTo>
                  <a:lnTo>
                    <a:pt x="84429" y="11887"/>
                  </a:lnTo>
                  <a:lnTo>
                    <a:pt x="85343" y="14630"/>
                  </a:lnTo>
                  <a:lnTo>
                    <a:pt x="85343" y="49377"/>
                  </a:lnTo>
                  <a:lnTo>
                    <a:pt x="84429" y="53065"/>
                  </a:lnTo>
                  <a:lnTo>
                    <a:pt x="77083" y="53980"/>
                  </a:lnTo>
                  <a:lnTo>
                    <a:pt x="76139" y="53980"/>
                  </a:lnTo>
                  <a:lnTo>
                    <a:pt x="76139" y="57637"/>
                  </a:lnTo>
                  <a:lnTo>
                    <a:pt x="105521" y="57637"/>
                  </a:lnTo>
                  <a:lnTo>
                    <a:pt x="105521" y="53980"/>
                  </a:lnTo>
                  <a:lnTo>
                    <a:pt x="97261" y="53065"/>
                  </a:lnTo>
                  <a:lnTo>
                    <a:pt x="96347" y="49377"/>
                  </a:lnTo>
                  <a:lnTo>
                    <a:pt x="96347" y="9174"/>
                  </a:lnTo>
                  <a:lnTo>
                    <a:pt x="93604" y="6400"/>
                  </a:lnTo>
                  <a:lnTo>
                    <a:pt x="90860" y="1828"/>
                  </a:lnTo>
                  <a:lnTo>
                    <a:pt x="85343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6" name="object 4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385583" y="1375594"/>
              <a:ext cx="111038" cy="98785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4236931" y="2381647"/>
              <a:ext cx="106045" cy="57785"/>
            </a:xfrm>
            <a:custGeom>
              <a:avLst/>
              <a:gdLst/>
              <a:ahLst/>
              <a:cxnLst/>
              <a:rect l="l" t="t" r="r" b="b"/>
              <a:pathLst>
                <a:path w="106045" h="57785">
                  <a:moveTo>
                    <a:pt x="85343" y="0"/>
                  </a:moveTo>
                  <a:lnTo>
                    <a:pt x="80741" y="0"/>
                  </a:lnTo>
                  <a:lnTo>
                    <a:pt x="73395" y="914"/>
                  </a:lnTo>
                  <a:lnTo>
                    <a:pt x="65135" y="4571"/>
                  </a:lnTo>
                  <a:lnTo>
                    <a:pt x="58734" y="9143"/>
                  </a:lnTo>
                  <a:lnTo>
                    <a:pt x="55961" y="2743"/>
                  </a:lnTo>
                  <a:lnTo>
                    <a:pt x="50474" y="0"/>
                  </a:lnTo>
                  <a:lnTo>
                    <a:pt x="33954" y="0"/>
                  </a:lnTo>
                  <a:lnTo>
                    <a:pt x="26609" y="3657"/>
                  </a:lnTo>
                  <a:lnTo>
                    <a:pt x="21092" y="9143"/>
                  </a:lnTo>
                  <a:lnTo>
                    <a:pt x="21092" y="1828"/>
                  </a:lnTo>
                  <a:lnTo>
                    <a:pt x="17434" y="1828"/>
                  </a:lnTo>
                  <a:lnTo>
                    <a:pt x="0" y="3657"/>
                  </a:lnTo>
                  <a:lnTo>
                    <a:pt x="0" y="7315"/>
                  </a:lnTo>
                  <a:lnTo>
                    <a:pt x="1828" y="7315"/>
                  </a:lnTo>
                  <a:lnTo>
                    <a:pt x="9174" y="8229"/>
                  </a:lnTo>
                  <a:lnTo>
                    <a:pt x="10088" y="11887"/>
                  </a:lnTo>
                  <a:lnTo>
                    <a:pt x="10088" y="49408"/>
                  </a:lnTo>
                  <a:lnTo>
                    <a:pt x="9174" y="53065"/>
                  </a:lnTo>
                  <a:lnTo>
                    <a:pt x="914" y="53980"/>
                  </a:lnTo>
                  <a:lnTo>
                    <a:pt x="914" y="57637"/>
                  </a:lnTo>
                  <a:lnTo>
                    <a:pt x="30266" y="57637"/>
                  </a:lnTo>
                  <a:lnTo>
                    <a:pt x="30266" y="53980"/>
                  </a:lnTo>
                  <a:lnTo>
                    <a:pt x="29352" y="53980"/>
                  </a:lnTo>
                  <a:lnTo>
                    <a:pt x="22006" y="53065"/>
                  </a:lnTo>
                  <a:lnTo>
                    <a:pt x="21092" y="49408"/>
                  </a:lnTo>
                  <a:lnTo>
                    <a:pt x="21092" y="13715"/>
                  </a:lnTo>
                  <a:lnTo>
                    <a:pt x="25694" y="10058"/>
                  </a:lnTo>
                  <a:lnTo>
                    <a:pt x="32125" y="6400"/>
                  </a:lnTo>
                  <a:lnTo>
                    <a:pt x="47701" y="6400"/>
                  </a:lnTo>
                  <a:lnTo>
                    <a:pt x="47701" y="49408"/>
                  </a:lnTo>
                  <a:lnTo>
                    <a:pt x="46786" y="53065"/>
                  </a:lnTo>
                  <a:lnTo>
                    <a:pt x="39441" y="53980"/>
                  </a:lnTo>
                  <a:lnTo>
                    <a:pt x="38526" y="53980"/>
                  </a:lnTo>
                  <a:lnTo>
                    <a:pt x="38526" y="57637"/>
                  </a:lnTo>
                  <a:lnTo>
                    <a:pt x="68823" y="57637"/>
                  </a:lnTo>
                  <a:lnTo>
                    <a:pt x="68823" y="53980"/>
                  </a:lnTo>
                  <a:lnTo>
                    <a:pt x="67909" y="53980"/>
                  </a:lnTo>
                  <a:lnTo>
                    <a:pt x="60563" y="53065"/>
                  </a:lnTo>
                  <a:lnTo>
                    <a:pt x="58734" y="49408"/>
                  </a:lnTo>
                  <a:lnTo>
                    <a:pt x="58734" y="13715"/>
                  </a:lnTo>
                  <a:lnTo>
                    <a:pt x="64221" y="10058"/>
                  </a:lnTo>
                  <a:lnTo>
                    <a:pt x="70652" y="6400"/>
                  </a:lnTo>
                  <a:lnTo>
                    <a:pt x="79827" y="6400"/>
                  </a:lnTo>
                  <a:lnTo>
                    <a:pt x="83484" y="8229"/>
                  </a:lnTo>
                  <a:lnTo>
                    <a:pt x="84429" y="11887"/>
                  </a:lnTo>
                  <a:lnTo>
                    <a:pt x="85343" y="14630"/>
                  </a:lnTo>
                  <a:lnTo>
                    <a:pt x="85343" y="49408"/>
                  </a:lnTo>
                  <a:lnTo>
                    <a:pt x="84429" y="53065"/>
                  </a:lnTo>
                  <a:lnTo>
                    <a:pt x="77083" y="53980"/>
                  </a:lnTo>
                  <a:lnTo>
                    <a:pt x="76139" y="53980"/>
                  </a:lnTo>
                  <a:lnTo>
                    <a:pt x="76139" y="57637"/>
                  </a:lnTo>
                  <a:lnTo>
                    <a:pt x="105521" y="57637"/>
                  </a:lnTo>
                  <a:lnTo>
                    <a:pt x="105521" y="53980"/>
                  </a:lnTo>
                  <a:lnTo>
                    <a:pt x="97261" y="53065"/>
                  </a:lnTo>
                  <a:lnTo>
                    <a:pt x="96347" y="49408"/>
                  </a:lnTo>
                  <a:lnTo>
                    <a:pt x="96347" y="9143"/>
                  </a:lnTo>
                  <a:lnTo>
                    <a:pt x="93604" y="6400"/>
                  </a:lnTo>
                  <a:lnTo>
                    <a:pt x="90860" y="1828"/>
                  </a:lnTo>
                  <a:lnTo>
                    <a:pt x="85343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8" name="object 4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385582" y="2341413"/>
              <a:ext cx="125729" cy="98785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3642236" y="2364273"/>
              <a:ext cx="25400" cy="5080"/>
            </a:xfrm>
            <a:custGeom>
              <a:avLst/>
              <a:gdLst/>
              <a:ahLst/>
              <a:cxnLst/>
              <a:rect l="l" t="t" r="r" b="b"/>
              <a:pathLst>
                <a:path w="25400" h="5080">
                  <a:moveTo>
                    <a:pt x="24780" y="0"/>
                  </a:moveTo>
                  <a:lnTo>
                    <a:pt x="0" y="0"/>
                  </a:lnTo>
                  <a:lnTo>
                    <a:pt x="0" y="4571"/>
                  </a:lnTo>
                  <a:lnTo>
                    <a:pt x="24780" y="4571"/>
                  </a:lnTo>
                  <a:lnTo>
                    <a:pt x="24780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3642242" y="2364278"/>
              <a:ext cx="25400" cy="5080"/>
            </a:xfrm>
            <a:custGeom>
              <a:avLst/>
              <a:gdLst/>
              <a:ahLst/>
              <a:cxnLst/>
              <a:rect l="l" t="t" r="r" b="b"/>
              <a:pathLst>
                <a:path w="25400" h="5080">
                  <a:moveTo>
                    <a:pt x="24792" y="0"/>
                  </a:moveTo>
                  <a:lnTo>
                    <a:pt x="24792" y="4564"/>
                  </a:lnTo>
                  <a:lnTo>
                    <a:pt x="0" y="4564"/>
                  </a:lnTo>
                  <a:lnTo>
                    <a:pt x="0" y="0"/>
                  </a:lnTo>
                  <a:lnTo>
                    <a:pt x="24792" y="0"/>
                  </a:lnTo>
                  <a:close/>
                </a:path>
              </a:pathLst>
            </a:custGeom>
            <a:ln w="381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3643151" y="1388396"/>
              <a:ext cx="25400" cy="3810"/>
            </a:xfrm>
            <a:custGeom>
              <a:avLst/>
              <a:gdLst/>
              <a:ahLst/>
              <a:cxnLst/>
              <a:rect l="l" t="t" r="r" b="b"/>
              <a:pathLst>
                <a:path w="25400" h="3809">
                  <a:moveTo>
                    <a:pt x="24780" y="0"/>
                  </a:moveTo>
                  <a:lnTo>
                    <a:pt x="0" y="0"/>
                  </a:lnTo>
                  <a:lnTo>
                    <a:pt x="0" y="3657"/>
                  </a:lnTo>
                  <a:lnTo>
                    <a:pt x="24780" y="3657"/>
                  </a:lnTo>
                  <a:lnTo>
                    <a:pt x="24780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3643158" y="1388392"/>
              <a:ext cx="25400" cy="3810"/>
            </a:xfrm>
            <a:custGeom>
              <a:avLst/>
              <a:gdLst/>
              <a:ahLst/>
              <a:cxnLst/>
              <a:rect l="l" t="t" r="r" b="b"/>
              <a:pathLst>
                <a:path w="25400" h="3809">
                  <a:moveTo>
                    <a:pt x="24792" y="0"/>
                  </a:moveTo>
                  <a:lnTo>
                    <a:pt x="24792" y="3651"/>
                  </a:lnTo>
                  <a:lnTo>
                    <a:pt x="0" y="3651"/>
                  </a:lnTo>
                  <a:lnTo>
                    <a:pt x="0" y="0"/>
                  </a:lnTo>
                  <a:lnTo>
                    <a:pt x="24792" y="0"/>
                  </a:lnTo>
                  <a:close/>
                </a:path>
              </a:pathLst>
            </a:custGeom>
            <a:ln w="3809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2683214" y="2677060"/>
              <a:ext cx="71755" cy="59055"/>
            </a:xfrm>
            <a:custGeom>
              <a:avLst/>
              <a:gdLst/>
              <a:ahLst/>
              <a:cxnLst/>
              <a:rect l="l" t="t" r="r" b="b"/>
              <a:pathLst>
                <a:path w="71755" h="59055">
                  <a:moveTo>
                    <a:pt x="38526" y="0"/>
                  </a:moveTo>
                  <a:lnTo>
                    <a:pt x="2451" y="23145"/>
                  </a:lnTo>
                  <a:lnTo>
                    <a:pt x="0" y="36575"/>
                  </a:lnTo>
                  <a:lnTo>
                    <a:pt x="1310" y="44805"/>
                  </a:lnTo>
                  <a:lnTo>
                    <a:pt x="20180" y="58552"/>
                  </a:lnTo>
                  <a:lnTo>
                    <a:pt x="27245" y="57437"/>
                  </a:lnTo>
                  <a:lnTo>
                    <a:pt x="33368" y="54433"/>
                  </a:lnTo>
                  <a:lnTo>
                    <a:pt x="35012" y="53065"/>
                  </a:lnTo>
                  <a:lnTo>
                    <a:pt x="14682" y="53065"/>
                  </a:lnTo>
                  <a:lnTo>
                    <a:pt x="11929" y="46664"/>
                  </a:lnTo>
                  <a:lnTo>
                    <a:pt x="11929" y="39349"/>
                  </a:lnTo>
                  <a:lnTo>
                    <a:pt x="13462" y="28645"/>
                  </a:lnTo>
                  <a:lnTo>
                    <a:pt x="18005" y="17606"/>
                  </a:lnTo>
                  <a:lnTo>
                    <a:pt x="25473" y="8973"/>
                  </a:lnTo>
                  <a:lnTo>
                    <a:pt x="35783" y="5486"/>
                  </a:lnTo>
                  <a:lnTo>
                    <a:pt x="48097" y="5486"/>
                  </a:lnTo>
                  <a:lnTo>
                    <a:pt x="45902" y="2743"/>
                  </a:lnTo>
                  <a:lnTo>
                    <a:pt x="38526" y="0"/>
                  </a:lnTo>
                  <a:close/>
                </a:path>
                <a:path w="71755" h="59055">
                  <a:moveTo>
                    <a:pt x="54132" y="44805"/>
                  </a:moveTo>
                  <a:lnTo>
                    <a:pt x="43129" y="44805"/>
                  </a:lnTo>
                  <a:lnTo>
                    <a:pt x="43129" y="53065"/>
                  </a:lnTo>
                  <a:lnTo>
                    <a:pt x="47731" y="58552"/>
                  </a:lnTo>
                  <a:lnTo>
                    <a:pt x="60563" y="58552"/>
                  </a:lnTo>
                  <a:lnTo>
                    <a:pt x="67909" y="54863"/>
                  </a:lnTo>
                  <a:lnTo>
                    <a:pt x="70079" y="52151"/>
                  </a:lnTo>
                  <a:lnTo>
                    <a:pt x="56906" y="52151"/>
                  </a:lnTo>
                  <a:lnTo>
                    <a:pt x="54132" y="48493"/>
                  </a:lnTo>
                  <a:lnTo>
                    <a:pt x="54132" y="44805"/>
                  </a:lnTo>
                  <a:close/>
                </a:path>
                <a:path w="71755" h="59055">
                  <a:moveTo>
                    <a:pt x="48097" y="5486"/>
                  </a:moveTo>
                  <a:lnTo>
                    <a:pt x="40385" y="5486"/>
                  </a:lnTo>
                  <a:lnTo>
                    <a:pt x="45902" y="7315"/>
                  </a:lnTo>
                  <a:lnTo>
                    <a:pt x="49560" y="11887"/>
                  </a:lnTo>
                  <a:lnTo>
                    <a:pt x="31181" y="53065"/>
                  </a:lnTo>
                  <a:lnTo>
                    <a:pt x="35012" y="53065"/>
                  </a:lnTo>
                  <a:lnTo>
                    <a:pt x="38634" y="50052"/>
                  </a:lnTo>
                  <a:lnTo>
                    <a:pt x="43129" y="44805"/>
                  </a:lnTo>
                  <a:lnTo>
                    <a:pt x="54132" y="44805"/>
                  </a:lnTo>
                  <a:lnTo>
                    <a:pt x="54132" y="42092"/>
                  </a:lnTo>
                  <a:lnTo>
                    <a:pt x="55046" y="40233"/>
                  </a:lnTo>
                  <a:lnTo>
                    <a:pt x="60431" y="7315"/>
                  </a:lnTo>
                  <a:lnTo>
                    <a:pt x="49560" y="7315"/>
                  </a:lnTo>
                  <a:lnTo>
                    <a:pt x="48097" y="5486"/>
                  </a:lnTo>
                  <a:close/>
                </a:path>
                <a:path w="71755" h="59055">
                  <a:moveTo>
                    <a:pt x="68823" y="47579"/>
                  </a:moveTo>
                  <a:lnTo>
                    <a:pt x="66995" y="49408"/>
                  </a:lnTo>
                  <a:lnTo>
                    <a:pt x="63306" y="52151"/>
                  </a:lnTo>
                  <a:lnTo>
                    <a:pt x="70079" y="52151"/>
                  </a:lnTo>
                  <a:lnTo>
                    <a:pt x="71567" y="50291"/>
                  </a:lnTo>
                  <a:lnTo>
                    <a:pt x="68823" y="47579"/>
                  </a:lnTo>
                  <a:close/>
                </a:path>
                <a:path w="71755" h="59055">
                  <a:moveTo>
                    <a:pt x="61478" y="914"/>
                  </a:moveTo>
                  <a:lnTo>
                    <a:pt x="51389" y="914"/>
                  </a:lnTo>
                  <a:lnTo>
                    <a:pt x="49560" y="7315"/>
                  </a:lnTo>
                  <a:lnTo>
                    <a:pt x="60431" y="7315"/>
                  </a:lnTo>
                  <a:lnTo>
                    <a:pt x="61478" y="914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2546481" y="1228344"/>
              <a:ext cx="0" cy="2332355"/>
            </a:xfrm>
            <a:custGeom>
              <a:avLst/>
              <a:gdLst/>
              <a:ahLst/>
              <a:cxnLst/>
              <a:rect l="l" t="t" r="r" b="b"/>
              <a:pathLst>
                <a:path w="0" h="2332354">
                  <a:moveTo>
                    <a:pt x="0" y="0"/>
                  </a:moveTo>
                  <a:lnTo>
                    <a:pt x="0" y="2332210"/>
                  </a:lnTo>
                  <a:lnTo>
                    <a:pt x="0" y="0"/>
                  </a:lnTo>
                </a:path>
              </a:pathLst>
            </a:custGeom>
            <a:ln w="955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3267796" y="1228344"/>
              <a:ext cx="0" cy="2332355"/>
            </a:xfrm>
            <a:custGeom>
              <a:avLst/>
              <a:gdLst/>
              <a:ahLst/>
              <a:cxnLst/>
              <a:rect l="l" t="t" r="r" b="b"/>
              <a:pathLst>
                <a:path w="0" h="2332354">
                  <a:moveTo>
                    <a:pt x="0" y="0"/>
                  </a:moveTo>
                  <a:lnTo>
                    <a:pt x="0" y="2332210"/>
                  </a:lnTo>
                  <a:lnTo>
                    <a:pt x="0" y="0"/>
                  </a:lnTo>
                </a:path>
              </a:pathLst>
            </a:custGeom>
            <a:ln w="955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4102941" y="1228344"/>
              <a:ext cx="0" cy="2332355"/>
            </a:xfrm>
            <a:custGeom>
              <a:avLst/>
              <a:gdLst/>
              <a:ahLst/>
              <a:cxnLst/>
              <a:rect l="l" t="t" r="r" b="b"/>
              <a:pathLst>
                <a:path w="0" h="2332354">
                  <a:moveTo>
                    <a:pt x="0" y="0"/>
                  </a:moveTo>
                  <a:lnTo>
                    <a:pt x="0" y="2332210"/>
                  </a:lnTo>
                  <a:lnTo>
                    <a:pt x="0" y="0"/>
                  </a:lnTo>
                </a:path>
              </a:pathLst>
            </a:custGeom>
            <a:ln w="955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4670105" y="1228344"/>
              <a:ext cx="0" cy="2332355"/>
            </a:xfrm>
            <a:custGeom>
              <a:avLst/>
              <a:gdLst/>
              <a:ahLst/>
              <a:cxnLst/>
              <a:rect l="l" t="t" r="r" b="b"/>
              <a:pathLst>
                <a:path w="0" h="2332354">
                  <a:moveTo>
                    <a:pt x="0" y="0"/>
                  </a:moveTo>
                  <a:lnTo>
                    <a:pt x="0" y="2332210"/>
                  </a:lnTo>
                  <a:lnTo>
                    <a:pt x="0" y="0"/>
                  </a:lnTo>
                </a:path>
              </a:pathLst>
            </a:custGeom>
            <a:ln w="955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8" name="object 5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68006" y="1612485"/>
              <a:ext cx="118367" cy="100614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983614" y="1969162"/>
              <a:ext cx="122939" cy="100614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68006" y="2636826"/>
              <a:ext cx="118367" cy="100614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983614" y="2902063"/>
              <a:ext cx="122939" cy="100583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948334" y="1905885"/>
              <a:ext cx="63550" cy="82905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948334" y="2067825"/>
              <a:ext cx="63550" cy="82905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659066" y="2905964"/>
              <a:ext cx="63550" cy="82905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666107" y="3070617"/>
              <a:ext cx="63550" cy="82905"/>
            </a:xfrm>
            <a:prstGeom prst="rect">
              <a:avLst/>
            </a:prstGeom>
          </p:spPr>
        </p:pic>
      </p:grpSp>
      <p:pic>
        <p:nvPicPr>
          <p:cNvPr id="66" name="object 66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734273" y="2476958"/>
            <a:ext cx="5987215" cy="5987215"/>
          </a:xfrm>
          <a:prstGeom prst="rect">
            <a:avLst/>
          </a:prstGeom>
        </p:spPr>
      </p:pic>
      <p:sp>
        <p:nvSpPr>
          <p:cNvPr id="67" name="object 6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Reprint </a:t>
            </a:r>
            <a:r>
              <a:rPr dirty="0" spc="-10"/>
              <a:t>2026-</a:t>
            </a:r>
            <a:r>
              <a:rPr dirty="0" spc="-25"/>
              <a:t>27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78600" y="711695"/>
            <a:ext cx="50482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>
                <a:solidFill>
                  <a:srgbClr val="00AEEF"/>
                </a:solidFill>
                <a:latin typeface="Bookman Old Style"/>
                <a:cs typeface="Bookman Old Style"/>
              </a:rPr>
              <a:t>PHYSICS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34288" y="711695"/>
            <a:ext cx="16192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5">
                <a:solidFill>
                  <a:srgbClr val="00AEEF"/>
                </a:solidFill>
                <a:latin typeface="Bookman Old Style"/>
                <a:cs typeface="Bookman Old Style"/>
              </a:rPr>
              <a:t>24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46987" y="880878"/>
            <a:ext cx="6019800" cy="50800"/>
          </a:xfrm>
          <a:custGeom>
            <a:avLst/>
            <a:gdLst/>
            <a:ahLst/>
            <a:cxnLst/>
            <a:rect l="l" t="t" r="r" b="b"/>
            <a:pathLst>
              <a:path w="6019800" h="50800">
                <a:moveTo>
                  <a:pt x="6019799" y="0"/>
                </a:moveTo>
                <a:lnTo>
                  <a:pt x="0" y="0"/>
                </a:lnTo>
                <a:lnTo>
                  <a:pt x="0" y="50804"/>
                </a:lnTo>
                <a:lnTo>
                  <a:pt x="6019799" y="50804"/>
                </a:lnTo>
                <a:lnTo>
                  <a:pt x="6019799" y="0"/>
                </a:lnTo>
                <a:close/>
              </a:path>
            </a:pathLst>
          </a:custGeom>
          <a:solidFill>
            <a:srgbClr val="00AE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683000" y="1183626"/>
            <a:ext cx="74739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00AEEF"/>
                </a:solidFill>
                <a:latin typeface="Bookman Old Style"/>
                <a:cs typeface="Bookman Old Style"/>
              </a:rPr>
              <a:t>EXERCISES</a:t>
            </a:r>
            <a:endParaRPr sz="900">
              <a:latin typeface="Bookman Old Style"/>
              <a:cs typeface="Bookman Old Styl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31111" y="1457947"/>
            <a:ext cx="21336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 b="1">
                <a:solidFill>
                  <a:srgbClr val="00AEEF"/>
                </a:solidFill>
                <a:latin typeface="Bookman Old Style"/>
                <a:cs typeface="Bookman Old Style"/>
              </a:rPr>
              <a:t>2.1</a:t>
            </a:r>
            <a:endParaRPr sz="900">
              <a:latin typeface="Bookman Old Style"/>
              <a:cs typeface="Bookman Old Styl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88311" y="1457947"/>
            <a:ext cx="4601845" cy="19704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In</a:t>
            </a:r>
            <a:r>
              <a:rPr dirty="0" sz="900" spc="3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which</a:t>
            </a:r>
            <a:r>
              <a:rPr dirty="0" sz="900" spc="3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900" spc="3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 spc="3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following</a:t>
            </a:r>
            <a:r>
              <a:rPr dirty="0" sz="900" spc="3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examples</a:t>
            </a:r>
            <a:r>
              <a:rPr dirty="0" sz="900" spc="3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900" spc="3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motion,</a:t>
            </a:r>
            <a:r>
              <a:rPr dirty="0" sz="900" spc="3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can</a:t>
            </a:r>
            <a:r>
              <a:rPr dirty="0" sz="900" spc="3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 spc="3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body</a:t>
            </a:r>
            <a:r>
              <a:rPr dirty="0" sz="900" spc="3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be</a:t>
            </a:r>
            <a:r>
              <a:rPr dirty="0" sz="900" spc="3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Bookman Old Style"/>
                <a:cs typeface="Bookman Old Style"/>
              </a:rPr>
              <a:t>considered</a:t>
            </a:r>
            <a:r>
              <a:rPr dirty="0" sz="9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approximately</a:t>
            </a:r>
            <a:r>
              <a:rPr dirty="0" sz="900" spc="1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</a:t>
            </a:r>
            <a:r>
              <a:rPr dirty="0" sz="900" spc="1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point</a:t>
            </a:r>
            <a:r>
              <a:rPr dirty="0" sz="900" spc="1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Bookman Old Style"/>
                <a:cs typeface="Bookman Old Style"/>
              </a:rPr>
              <a:t>object:</a:t>
            </a:r>
            <a:endParaRPr sz="900">
              <a:latin typeface="Bookman Old Style"/>
              <a:cs typeface="Bookman Old Style"/>
            </a:endParaRPr>
          </a:p>
          <a:p>
            <a:pPr marL="200025" indent="-187325">
              <a:lnSpc>
                <a:spcPct val="100000"/>
              </a:lnSpc>
              <a:buAutoNum type="alphaLcParenBoth"/>
              <a:tabLst>
                <a:tab pos="200025" algn="l"/>
              </a:tabLst>
            </a:pP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</a:t>
            </a:r>
            <a:r>
              <a:rPr dirty="0" sz="900" spc="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railway</a:t>
            </a:r>
            <a:r>
              <a:rPr dirty="0" sz="900" spc="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carriage</a:t>
            </a:r>
            <a:r>
              <a:rPr dirty="0" sz="900" spc="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moving</a:t>
            </a:r>
            <a:r>
              <a:rPr dirty="0" sz="900" spc="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without</a:t>
            </a:r>
            <a:r>
              <a:rPr dirty="0" sz="900" spc="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jerks</a:t>
            </a:r>
            <a:r>
              <a:rPr dirty="0" sz="900" spc="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between</a:t>
            </a:r>
            <a:r>
              <a:rPr dirty="0" sz="900" spc="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two</a:t>
            </a:r>
            <a:r>
              <a:rPr dirty="0" sz="900" spc="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Bookman Old Style"/>
                <a:cs typeface="Bookman Old Style"/>
              </a:rPr>
              <a:t>stations.</a:t>
            </a:r>
            <a:endParaRPr sz="900">
              <a:latin typeface="Bookman Old Style"/>
              <a:cs typeface="Bookman Old Style"/>
            </a:endParaRPr>
          </a:p>
          <a:p>
            <a:pPr marL="201295" indent="-188595">
              <a:lnSpc>
                <a:spcPct val="100000"/>
              </a:lnSpc>
              <a:buAutoNum type="alphaLcParenBoth"/>
              <a:tabLst>
                <a:tab pos="201295" algn="l"/>
              </a:tabLst>
            </a:pP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</a:t>
            </a:r>
            <a:r>
              <a:rPr dirty="0" sz="900" spc="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monkey</a:t>
            </a:r>
            <a:r>
              <a:rPr dirty="0" sz="900" spc="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sitting</a:t>
            </a:r>
            <a:r>
              <a:rPr dirty="0" sz="900" spc="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on</a:t>
            </a:r>
            <a:r>
              <a:rPr dirty="0" sz="900" spc="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top</a:t>
            </a:r>
            <a:r>
              <a:rPr dirty="0" sz="900" spc="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900" spc="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</a:t>
            </a:r>
            <a:r>
              <a:rPr dirty="0" sz="900" spc="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man</a:t>
            </a:r>
            <a:r>
              <a:rPr dirty="0" sz="900" spc="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cycling</a:t>
            </a:r>
            <a:r>
              <a:rPr dirty="0" sz="900" spc="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smoothly</a:t>
            </a:r>
            <a:r>
              <a:rPr dirty="0" sz="900" spc="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on</a:t>
            </a:r>
            <a:r>
              <a:rPr dirty="0" sz="900" spc="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</a:t>
            </a:r>
            <a:r>
              <a:rPr dirty="0" sz="900" spc="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circular</a:t>
            </a:r>
            <a:r>
              <a:rPr dirty="0" sz="900" spc="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Bookman Old Style"/>
                <a:cs typeface="Bookman Old Style"/>
              </a:rPr>
              <a:t>track.</a:t>
            </a:r>
            <a:endParaRPr sz="900">
              <a:latin typeface="Bookman Old Style"/>
              <a:cs typeface="Bookman Old Style"/>
            </a:endParaRPr>
          </a:p>
          <a:p>
            <a:pPr marL="200025" indent="-187325">
              <a:lnSpc>
                <a:spcPct val="100000"/>
              </a:lnSpc>
              <a:buAutoNum type="alphaLcParenBoth"/>
              <a:tabLst>
                <a:tab pos="200025" algn="l"/>
              </a:tabLst>
            </a:pP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</a:t>
            </a:r>
            <a:r>
              <a:rPr dirty="0" sz="900" spc="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spinning</a:t>
            </a:r>
            <a:r>
              <a:rPr dirty="0" sz="900" spc="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cricket</a:t>
            </a:r>
            <a:r>
              <a:rPr dirty="0" sz="900" spc="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ball</a:t>
            </a:r>
            <a:r>
              <a:rPr dirty="0" sz="900" spc="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that</a:t>
            </a:r>
            <a:r>
              <a:rPr dirty="0" sz="900" spc="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turns</a:t>
            </a:r>
            <a:r>
              <a:rPr dirty="0" sz="900" spc="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sharply</a:t>
            </a:r>
            <a:r>
              <a:rPr dirty="0" sz="900" spc="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on</a:t>
            </a:r>
            <a:r>
              <a:rPr dirty="0" sz="900" spc="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hitting</a:t>
            </a:r>
            <a:r>
              <a:rPr dirty="0" sz="900" spc="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 spc="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Bookman Old Style"/>
                <a:cs typeface="Bookman Old Style"/>
              </a:rPr>
              <a:t>ground.</a:t>
            </a:r>
            <a:endParaRPr sz="900">
              <a:latin typeface="Bookman Old Style"/>
              <a:cs typeface="Bookman Old Style"/>
            </a:endParaRPr>
          </a:p>
          <a:p>
            <a:pPr marL="201295" indent="-188595">
              <a:lnSpc>
                <a:spcPct val="100000"/>
              </a:lnSpc>
              <a:buAutoNum type="alphaLcParenBoth"/>
              <a:tabLst>
                <a:tab pos="201295" algn="l"/>
              </a:tabLst>
            </a:pP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</a:t>
            </a:r>
            <a:r>
              <a:rPr dirty="0" sz="900" spc="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tumbling</a:t>
            </a:r>
            <a:r>
              <a:rPr dirty="0" sz="900" spc="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beaker</a:t>
            </a:r>
            <a:r>
              <a:rPr dirty="0" sz="900" spc="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that</a:t>
            </a:r>
            <a:r>
              <a:rPr dirty="0" sz="900" spc="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has</a:t>
            </a:r>
            <a:r>
              <a:rPr dirty="0" sz="900" spc="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slipped</a:t>
            </a:r>
            <a:r>
              <a:rPr dirty="0" sz="900" spc="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off</a:t>
            </a:r>
            <a:r>
              <a:rPr dirty="0" sz="900" spc="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 spc="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edge</a:t>
            </a:r>
            <a:r>
              <a:rPr dirty="0" sz="900" spc="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900" spc="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</a:t>
            </a:r>
            <a:r>
              <a:rPr dirty="0" sz="900" spc="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Bookman Old Style"/>
                <a:cs typeface="Bookman Old Style"/>
              </a:rPr>
              <a:t>table.</a:t>
            </a:r>
            <a:endParaRPr sz="900">
              <a:latin typeface="Bookman Old Style"/>
              <a:cs typeface="Bookman Old Style"/>
            </a:endParaRPr>
          </a:p>
          <a:p>
            <a:pPr algn="just" marL="12700" marR="10795">
              <a:lnSpc>
                <a:spcPct val="100000"/>
              </a:lnSpc>
              <a:spcBef>
                <a:spcPts val="190"/>
              </a:spcBef>
            </a:pP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 spc="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position-time</a:t>
            </a:r>
            <a:r>
              <a:rPr dirty="0" sz="900" spc="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(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x-t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)</a:t>
            </a:r>
            <a:r>
              <a:rPr dirty="0" sz="900" spc="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graphs</a:t>
            </a:r>
            <a:r>
              <a:rPr dirty="0" sz="900" spc="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for</a:t>
            </a:r>
            <a:r>
              <a:rPr dirty="0" sz="900" spc="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two</a:t>
            </a:r>
            <a:r>
              <a:rPr dirty="0" sz="900" spc="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children</a:t>
            </a:r>
            <a:r>
              <a:rPr dirty="0" sz="900" spc="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</a:t>
            </a:r>
            <a:r>
              <a:rPr dirty="0" sz="900" spc="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and</a:t>
            </a:r>
            <a:r>
              <a:rPr dirty="0" sz="900" spc="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B</a:t>
            </a:r>
            <a:r>
              <a:rPr dirty="0" sz="900" spc="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returning</a:t>
            </a:r>
            <a:r>
              <a:rPr dirty="0" sz="900" spc="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from</a:t>
            </a:r>
            <a:r>
              <a:rPr dirty="0" sz="900" spc="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their</a:t>
            </a:r>
            <a:r>
              <a:rPr dirty="0" sz="900" spc="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Bookman Old Style"/>
                <a:cs typeface="Bookman Old Style"/>
              </a:rPr>
              <a:t>school</a:t>
            </a:r>
            <a:r>
              <a:rPr dirty="0" sz="9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O</a:t>
            </a:r>
            <a:r>
              <a:rPr dirty="0" sz="900" spc="1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to</a:t>
            </a:r>
            <a:r>
              <a:rPr dirty="0" sz="900" spc="10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their</a:t>
            </a:r>
            <a:r>
              <a:rPr dirty="0" sz="900" spc="10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homes</a:t>
            </a:r>
            <a:r>
              <a:rPr dirty="0" sz="900" spc="10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P</a:t>
            </a:r>
            <a:r>
              <a:rPr dirty="0" sz="900" spc="10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and</a:t>
            </a:r>
            <a:r>
              <a:rPr dirty="0" sz="900" spc="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Q</a:t>
            </a:r>
            <a:r>
              <a:rPr dirty="0" sz="900" spc="1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respectively</a:t>
            </a:r>
            <a:r>
              <a:rPr dirty="0" sz="900" spc="10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are</a:t>
            </a:r>
            <a:r>
              <a:rPr dirty="0" sz="900" spc="10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shown</a:t>
            </a:r>
            <a:r>
              <a:rPr dirty="0" sz="900" spc="1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in</a:t>
            </a:r>
            <a:r>
              <a:rPr dirty="0" sz="900" spc="10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Fig.</a:t>
            </a:r>
            <a:r>
              <a:rPr dirty="0" sz="900" spc="10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2.9.</a:t>
            </a:r>
            <a:r>
              <a:rPr dirty="0" sz="900" spc="10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Choose</a:t>
            </a:r>
            <a:r>
              <a:rPr dirty="0" sz="900" spc="10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 spc="10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Bookman Old Style"/>
                <a:cs typeface="Bookman Old Style"/>
              </a:rPr>
              <a:t>correct</a:t>
            </a:r>
            <a:r>
              <a:rPr dirty="0" sz="9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entries</a:t>
            </a:r>
            <a:r>
              <a:rPr dirty="0" sz="900" spc="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in</a:t>
            </a:r>
            <a:r>
              <a:rPr dirty="0" sz="900" spc="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 spc="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brackets</a:t>
            </a:r>
            <a:r>
              <a:rPr dirty="0" sz="900" spc="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below</a:t>
            </a:r>
            <a:r>
              <a:rPr dirty="0" sz="900" spc="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50">
                <a:solidFill>
                  <a:srgbClr val="231F20"/>
                </a:solidFill>
                <a:latin typeface="Bookman Old Style"/>
                <a:cs typeface="Bookman Old Style"/>
              </a:rPr>
              <a:t>;</a:t>
            </a:r>
            <a:endParaRPr sz="900">
              <a:latin typeface="Bookman Old Style"/>
              <a:cs typeface="Bookman Old Style"/>
            </a:endParaRPr>
          </a:p>
          <a:p>
            <a:pPr marL="200025" indent="-187325">
              <a:lnSpc>
                <a:spcPct val="100000"/>
              </a:lnSpc>
              <a:buAutoNum type="alphaLcParenBoth"/>
              <a:tabLst>
                <a:tab pos="200025" algn="l"/>
              </a:tabLst>
            </a:pP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(A/B)</a:t>
            </a:r>
            <a:r>
              <a:rPr dirty="0" sz="900" spc="1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lives</a:t>
            </a:r>
            <a:r>
              <a:rPr dirty="0" sz="900" spc="1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closer</a:t>
            </a:r>
            <a:r>
              <a:rPr dirty="0" sz="900" spc="1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to</a:t>
            </a:r>
            <a:r>
              <a:rPr dirty="0" sz="900" spc="1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 spc="1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school</a:t>
            </a:r>
            <a:r>
              <a:rPr dirty="0" sz="900" spc="1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than</a:t>
            </a:r>
            <a:r>
              <a:rPr dirty="0" sz="900" spc="1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Bookman Old Style"/>
                <a:cs typeface="Bookman Old Style"/>
              </a:rPr>
              <a:t>(B/A)</a:t>
            </a:r>
            <a:endParaRPr sz="900">
              <a:latin typeface="Bookman Old Style"/>
              <a:cs typeface="Bookman Old Style"/>
            </a:endParaRPr>
          </a:p>
          <a:p>
            <a:pPr marL="201295" indent="-188595">
              <a:lnSpc>
                <a:spcPct val="100000"/>
              </a:lnSpc>
              <a:buAutoNum type="alphaLcParenBoth"/>
              <a:tabLst>
                <a:tab pos="201295" algn="l"/>
              </a:tabLst>
            </a:pP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(A/B)</a:t>
            </a:r>
            <a:r>
              <a:rPr dirty="0" sz="900" spc="11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starts</a:t>
            </a:r>
            <a:r>
              <a:rPr dirty="0" sz="900" spc="11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from</a:t>
            </a:r>
            <a:r>
              <a:rPr dirty="0" sz="900" spc="1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 spc="11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school</a:t>
            </a:r>
            <a:r>
              <a:rPr dirty="0" sz="900" spc="11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earlier</a:t>
            </a:r>
            <a:r>
              <a:rPr dirty="0" sz="900" spc="1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than</a:t>
            </a:r>
            <a:r>
              <a:rPr dirty="0" sz="900" spc="11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Bookman Old Style"/>
                <a:cs typeface="Bookman Old Style"/>
              </a:rPr>
              <a:t>(B/A)</a:t>
            </a:r>
            <a:endParaRPr sz="900">
              <a:latin typeface="Bookman Old Style"/>
              <a:cs typeface="Bookman Old Style"/>
            </a:endParaRPr>
          </a:p>
          <a:p>
            <a:pPr marL="200025" indent="-187325">
              <a:lnSpc>
                <a:spcPct val="100000"/>
              </a:lnSpc>
              <a:buAutoNum type="alphaLcParenBoth"/>
              <a:tabLst>
                <a:tab pos="200025" algn="l"/>
              </a:tabLst>
            </a:pP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(A/B)</a:t>
            </a:r>
            <a:r>
              <a:rPr dirty="0" sz="900" spc="1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walks</a:t>
            </a:r>
            <a:r>
              <a:rPr dirty="0" sz="900" spc="11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faster</a:t>
            </a:r>
            <a:r>
              <a:rPr dirty="0" sz="900" spc="1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than</a:t>
            </a:r>
            <a:r>
              <a:rPr dirty="0" sz="900" spc="11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Bookman Old Style"/>
                <a:cs typeface="Bookman Old Style"/>
              </a:rPr>
              <a:t>(B/A)</a:t>
            </a:r>
            <a:endParaRPr sz="900">
              <a:latin typeface="Bookman Old Style"/>
              <a:cs typeface="Bookman Old Style"/>
            </a:endParaRPr>
          </a:p>
          <a:p>
            <a:pPr marL="201295" indent="-188595">
              <a:lnSpc>
                <a:spcPct val="100000"/>
              </a:lnSpc>
              <a:buAutoNum type="alphaLcParenBoth"/>
              <a:tabLst>
                <a:tab pos="201295" algn="l"/>
              </a:tabLst>
            </a:pP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</a:t>
            </a:r>
            <a:r>
              <a:rPr dirty="0" sz="900" spc="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and</a:t>
            </a:r>
            <a:r>
              <a:rPr dirty="0" sz="900" spc="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B</a:t>
            </a:r>
            <a:r>
              <a:rPr dirty="0" sz="900" spc="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reach</a:t>
            </a:r>
            <a:r>
              <a:rPr dirty="0" sz="900" spc="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home</a:t>
            </a:r>
            <a:r>
              <a:rPr dirty="0" sz="900" spc="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at</a:t>
            </a:r>
            <a:r>
              <a:rPr dirty="0" sz="900" spc="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 spc="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(same/different)</a:t>
            </a:r>
            <a:r>
              <a:rPr dirty="0" sz="900" spc="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20">
                <a:solidFill>
                  <a:srgbClr val="231F20"/>
                </a:solidFill>
                <a:latin typeface="Bookman Old Style"/>
                <a:cs typeface="Bookman Old Style"/>
              </a:rPr>
              <a:t>time</a:t>
            </a:r>
            <a:endParaRPr sz="900">
              <a:latin typeface="Bookman Old Style"/>
              <a:cs typeface="Bookman Old Style"/>
            </a:endParaRPr>
          </a:p>
          <a:p>
            <a:pPr marL="200025" indent="-187325">
              <a:lnSpc>
                <a:spcPct val="100000"/>
              </a:lnSpc>
              <a:buAutoNum type="alphaLcParenBoth"/>
              <a:tabLst>
                <a:tab pos="200025" algn="l"/>
              </a:tabLst>
            </a:pP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(A/B)</a:t>
            </a:r>
            <a:r>
              <a:rPr dirty="0" sz="900" spc="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overtakes</a:t>
            </a:r>
            <a:r>
              <a:rPr dirty="0" sz="900" spc="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(B/A)</a:t>
            </a:r>
            <a:r>
              <a:rPr dirty="0" sz="900" spc="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on</a:t>
            </a:r>
            <a:r>
              <a:rPr dirty="0" sz="900" spc="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 spc="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road</a:t>
            </a:r>
            <a:r>
              <a:rPr dirty="0" sz="900" spc="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Bookman Old Style"/>
                <a:cs typeface="Bookman Old Style"/>
              </a:rPr>
              <a:t>(once/twice).</a:t>
            </a:r>
            <a:endParaRPr sz="900">
              <a:latin typeface="Bookman Old Style"/>
              <a:cs typeface="Bookman Old Styl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31111" y="2305291"/>
            <a:ext cx="21336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 b="1">
                <a:solidFill>
                  <a:srgbClr val="00AEEF"/>
                </a:solidFill>
                <a:latin typeface="Bookman Old Style"/>
                <a:cs typeface="Bookman Old Style"/>
              </a:rPr>
              <a:t>2.2</a:t>
            </a:r>
            <a:endParaRPr sz="9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31111" y="5091163"/>
            <a:ext cx="21336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 b="1">
                <a:solidFill>
                  <a:srgbClr val="00AEEF"/>
                </a:solidFill>
                <a:latin typeface="Bookman Old Style"/>
                <a:cs typeface="Bookman Old Style"/>
              </a:rPr>
              <a:t>2.3</a:t>
            </a:r>
            <a:endParaRPr sz="900">
              <a:latin typeface="Bookman Old Style"/>
              <a:cs typeface="Bookman Old Styl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31111" y="5664187"/>
            <a:ext cx="21336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 b="1">
                <a:solidFill>
                  <a:srgbClr val="00AEEF"/>
                </a:solidFill>
                <a:latin typeface="Bookman Old Style"/>
                <a:cs typeface="Bookman Old Style"/>
              </a:rPr>
              <a:t>2.4</a:t>
            </a:r>
            <a:endParaRPr sz="900">
              <a:latin typeface="Bookman Old Style"/>
              <a:cs typeface="Bookman Old Styl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31111" y="6240259"/>
            <a:ext cx="21336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 b="1">
                <a:solidFill>
                  <a:srgbClr val="00AEEF"/>
                </a:solidFill>
                <a:latin typeface="Bookman Old Style"/>
                <a:cs typeface="Bookman Old Style"/>
              </a:rPr>
              <a:t>2.5</a:t>
            </a:r>
            <a:endParaRPr sz="900">
              <a:latin typeface="Bookman Old Style"/>
              <a:cs typeface="Bookman Old Styl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531111" y="6676122"/>
            <a:ext cx="21336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 b="1">
                <a:solidFill>
                  <a:srgbClr val="00AEEF"/>
                </a:solidFill>
                <a:latin typeface="Bookman Old Style"/>
                <a:cs typeface="Bookman Old Style"/>
              </a:rPr>
              <a:t>2.6</a:t>
            </a:r>
            <a:endParaRPr sz="900">
              <a:latin typeface="Bookman Old Style"/>
              <a:cs typeface="Bookman Old Styl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31111" y="7934946"/>
            <a:ext cx="21336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 b="1">
                <a:solidFill>
                  <a:srgbClr val="00AEEF"/>
                </a:solidFill>
                <a:latin typeface="Bookman Old Style"/>
                <a:cs typeface="Bookman Old Style"/>
              </a:rPr>
              <a:t>2.7</a:t>
            </a:r>
            <a:endParaRPr sz="900">
              <a:latin typeface="Bookman Old Style"/>
              <a:cs typeface="Bookman Old Styl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956998" y="4902736"/>
            <a:ext cx="4655820" cy="4018279"/>
          </a:xfrm>
          <a:prstGeom prst="rect">
            <a:avLst/>
          </a:prstGeom>
        </p:spPr>
        <p:txBody>
          <a:bodyPr wrap="square" lIns="0" tIns="39370" rIns="0" bIns="0" rtlCol="0" vert="horz">
            <a:spAutoFit/>
          </a:bodyPr>
          <a:lstStyle/>
          <a:p>
            <a:pPr algn="just" marL="1887855">
              <a:lnSpc>
                <a:spcPct val="100000"/>
              </a:lnSpc>
              <a:spcBef>
                <a:spcPts val="310"/>
              </a:spcBef>
            </a:pPr>
            <a:r>
              <a:rPr dirty="0" sz="900" b="1" i="1">
                <a:solidFill>
                  <a:srgbClr val="00AEEF"/>
                </a:solidFill>
                <a:latin typeface="Bookman Old Style"/>
                <a:cs typeface="Bookman Old Style"/>
              </a:rPr>
              <a:t>Fig.</a:t>
            </a:r>
            <a:r>
              <a:rPr dirty="0" sz="900" spc="3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 spc="-25" b="1" i="1">
                <a:solidFill>
                  <a:srgbClr val="00AEEF"/>
                </a:solidFill>
                <a:latin typeface="Bookman Old Style"/>
                <a:cs typeface="Bookman Old Style"/>
              </a:rPr>
              <a:t>2.9</a:t>
            </a:r>
            <a:endParaRPr sz="900">
              <a:latin typeface="Bookman Old Style"/>
              <a:cs typeface="Bookman Old Style"/>
            </a:endParaRPr>
          </a:p>
          <a:p>
            <a:pPr algn="just" marL="43815" marR="30480">
              <a:lnSpc>
                <a:spcPct val="100000"/>
              </a:lnSpc>
              <a:spcBef>
                <a:spcPts val="190"/>
              </a:spcBef>
            </a:pP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</a:t>
            </a:r>
            <a:r>
              <a:rPr dirty="0" sz="900" spc="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woman</a:t>
            </a:r>
            <a:r>
              <a:rPr dirty="0" sz="900" spc="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starts</a:t>
            </a:r>
            <a:r>
              <a:rPr dirty="0" sz="900" spc="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from</a:t>
            </a:r>
            <a:r>
              <a:rPr dirty="0" sz="900" spc="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her</a:t>
            </a:r>
            <a:r>
              <a:rPr dirty="0" sz="900" spc="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home</a:t>
            </a:r>
            <a:r>
              <a:rPr dirty="0" sz="900" spc="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at</a:t>
            </a:r>
            <a:r>
              <a:rPr dirty="0" sz="900" spc="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9.00</a:t>
            </a:r>
            <a:r>
              <a:rPr dirty="0" sz="900" spc="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am,</a:t>
            </a:r>
            <a:r>
              <a:rPr dirty="0" sz="900" spc="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walks</a:t>
            </a:r>
            <a:r>
              <a:rPr dirty="0" sz="900" spc="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with</a:t>
            </a:r>
            <a:r>
              <a:rPr dirty="0" sz="900" spc="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</a:t>
            </a:r>
            <a:r>
              <a:rPr dirty="0" sz="900" spc="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speed</a:t>
            </a:r>
            <a:r>
              <a:rPr dirty="0" sz="900" spc="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900" spc="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5</a:t>
            </a:r>
            <a:r>
              <a:rPr dirty="0" sz="900" spc="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km</a:t>
            </a:r>
            <a:r>
              <a:rPr dirty="0" sz="900" spc="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30">
                <a:solidFill>
                  <a:srgbClr val="231F20"/>
                </a:solidFill>
                <a:latin typeface="Bookman Old Style"/>
                <a:cs typeface="Bookman Old Style"/>
              </a:rPr>
              <a:t>h</a:t>
            </a:r>
            <a:r>
              <a:rPr dirty="0" baseline="18518" sz="1350" spc="-44">
                <a:solidFill>
                  <a:srgbClr val="231F20"/>
                </a:solidFill>
                <a:latin typeface="Bookman Old Style"/>
                <a:cs typeface="Bookman Old Style"/>
              </a:rPr>
              <a:t>–</a:t>
            </a:r>
            <a:r>
              <a:rPr dirty="0" baseline="18518" sz="1350">
                <a:solidFill>
                  <a:srgbClr val="231F20"/>
                </a:solidFill>
                <a:latin typeface="Bookman Old Style"/>
                <a:cs typeface="Bookman Old Style"/>
              </a:rPr>
              <a:t>1</a:t>
            </a:r>
            <a:r>
              <a:rPr dirty="0" baseline="18518" sz="1350" spc="142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on</a:t>
            </a:r>
            <a:r>
              <a:rPr dirty="0" sz="900" spc="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50">
                <a:solidFill>
                  <a:srgbClr val="231F20"/>
                </a:solidFill>
                <a:latin typeface="Bookman Old Style"/>
                <a:cs typeface="Bookman Old Style"/>
              </a:rPr>
              <a:t>a</a:t>
            </a:r>
            <a:r>
              <a:rPr dirty="0" sz="9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straight</a:t>
            </a:r>
            <a:r>
              <a:rPr dirty="0" sz="900" spc="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road</a:t>
            </a:r>
            <a:r>
              <a:rPr dirty="0" sz="90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up</a:t>
            </a:r>
            <a:r>
              <a:rPr dirty="0" sz="90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to</a:t>
            </a:r>
            <a:r>
              <a:rPr dirty="0" sz="900" spc="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her</a:t>
            </a:r>
            <a:r>
              <a:rPr dirty="0" sz="90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office</a:t>
            </a:r>
            <a:r>
              <a:rPr dirty="0" sz="90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2.5</a:t>
            </a:r>
            <a:r>
              <a:rPr dirty="0" sz="900" spc="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km</a:t>
            </a:r>
            <a:r>
              <a:rPr dirty="0" sz="90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away,</a:t>
            </a:r>
            <a:r>
              <a:rPr dirty="0" sz="90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stays</a:t>
            </a:r>
            <a:r>
              <a:rPr dirty="0" sz="900" spc="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at</a:t>
            </a:r>
            <a:r>
              <a:rPr dirty="0" sz="90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office</a:t>
            </a:r>
            <a:r>
              <a:rPr dirty="0" sz="90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up</a:t>
            </a:r>
            <a:r>
              <a:rPr dirty="0" sz="900" spc="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to</a:t>
            </a:r>
            <a:r>
              <a:rPr dirty="0" sz="90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5.00</a:t>
            </a:r>
            <a:r>
              <a:rPr dirty="0" sz="90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pm,</a:t>
            </a:r>
            <a:r>
              <a:rPr dirty="0" sz="900" spc="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25">
                <a:solidFill>
                  <a:srgbClr val="231F20"/>
                </a:solidFill>
                <a:latin typeface="Bookman Old Style"/>
                <a:cs typeface="Bookman Old Style"/>
              </a:rPr>
              <a:t>and</a:t>
            </a:r>
            <a:r>
              <a:rPr dirty="0" sz="9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returns</a:t>
            </a:r>
            <a:r>
              <a:rPr dirty="0" sz="900" spc="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home</a:t>
            </a:r>
            <a:r>
              <a:rPr dirty="0" sz="900" spc="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by</a:t>
            </a:r>
            <a:r>
              <a:rPr dirty="0" sz="900" spc="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an</a:t>
            </a:r>
            <a:r>
              <a:rPr dirty="0" sz="900" spc="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auto</a:t>
            </a:r>
            <a:r>
              <a:rPr dirty="0" sz="900" spc="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with</a:t>
            </a:r>
            <a:r>
              <a:rPr dirty="0" sz="900" spc="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</a:t>
            </a:r>
            <a:r>
              <a:rPr dirty="0" sz="900" spc="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speed</a:t>
            </a:r>
            <a:r>
              <a:rPr dirty="0" sz="900" spc="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900" spc="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25</a:t>
            </a:r>
            <a:r>
              <a:rPr dirty="0" sz="900" spc="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km</a:t>
            </a:r>
            <a:r>
              <a:rPr dirty="0" sz="900" spc="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Bookman Old Style"/>
                <a:cs typeface="Bookman Old Style"/>
              </a:rPr>
              <a:t>h</a:t>
            </a:r>
            <a:r>
              <a:rPr dirty="0" baseline="18518" sz="1350" spc="-15">
                <a:solidFill>
                  <a:srgbClr val="231F20"/>
                </a:solidFill>
                <a:latin typeface="Bookman Old Style"/>
                <a:cs typeface="Bookman Old Style"/>
              </a:rPr>
              <a:t>–</a:t>
            </a:r>
            <a:r>
              <a:rPr dirty="0" baseline="18518" sz="1350">
                <a:solidFill>
                  <a:srgbClr val="231F20"/>
                </a:solidFill>
                <a:latin typeface="Bookman Old Style"/>
                <a:cs typeface="Bookman Old Style"/>
              </a:rPr>
              <a:t>1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.</a:t>
            </a:r>
            <a:r>
              <a:rPr dirty="0" sz="900" spc="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Choose</a:t>
            </a:r>
            <a:r>
              <a:rPr dirty="0" sz="900" spc="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suitable</a:t>
            </a:r>
            <a:r>
              <a:rPr dirty="0" sz="900" spc="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scales</a:t>
            </a:r>
            <a:r>
              <a:rPr dirty="0" sz="900" spc="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25">
                <a:solidFill>
                  <a:srgbClr val="231F20"/>
                </a:solidFill>
                <a:latin typeface="Bookman Old Style"/>
                <a:cs typeface="Bookman Old Style"/>
              </a:rPr>
              <a:t>and</a:t>
            </a:r>
            <a:r>
              <a:rPr dirty="0" sz="9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plot</a:t>
            </a:r>
            <a:r>
              <a:rPr dirty="0" sz="900" spc="1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 spc="11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x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-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t</a:t>
            </a:r>
            <a:r>
              <a:rPr dirty="0" sz="900" spc="1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graph</a:t>
            </a:r>
            <a:r>
              <a:rPr dirty="0" sz="900" spc="1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900" spc="1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her</a:t>
            </a:r>
            <a:r>
              <a:rPr dirty="0" sz="900" spc="1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Bookman Old Style"/>
                <a:cs typeface="Bookman Old Style"/>
              </a:rPr>
              <a:t>motion.</a:t>
            </a:r>
            <a:endParaRPr sz="900">
              <a:latin typeface="Bookman Old Style"/>
              <a:cs typeface="Bookman Old Style"/>
            </a:endParaRPr>
          </a:p>
          <a:p>
            <a:pPr algn="just" marL="43815" marR="31115">
              <a:lnSpc>
                <a:spcPct val="100000"/>
              </a:lnSpc>
              <a:spcBef>
                <a:spcPts val="195"/>
              </a:spcBef>
            </a:pP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</a:t>
            </a:r>
            <a:r>
              <a:rPr dirty="0" sz="900" spc="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drunkard</a:t>
            </a:r>
            <a:r>
              <a:rPr dirty="0" sz="900" spc="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walking</a:t>
            </a:r>
            <a:r>
              <a:rPr dirty="0" sz="900" spc="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in</a:t>
            </a:r>
            <a:r>
              <a:rPr dirty="0" sz="900" spc="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</a:t>
            </a:r>
            <a:r>
              <a:rPr dirty="0" sz="900" spc="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narrow</a:t>
            </a:r>
            <a:r>
              <a:rPr dirty="0" sz="900" spc="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lane</a:t>
            </a:r>
            <a:r>
              <a:rPr dirty="0" sz="900" spc="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takes</a:t>
            </a:r>
            <a:r>
              <a:rPr dirty="0" sz="900" spc="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5</a:t>
            </a:r>
            <a:r>
              <a:rPr dirty="0" sz="900" spc="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steps</a:t>
            </a:r>
            <a:r>
              <a:rPr dirty="0" sz="900" spc="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forward</a:t>
            </a:r>
            <a:r>
              <a:rPr dirty="0" sz="900" spc="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and</a:t>
            </a:r>
            <a:r>
              <a:rPr dirty="0" sz="900" spc="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3</a:t>
            </a:r>
            <a:r>
              <a:rPr dirty="0" sz="900" spc="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steps</a:t>
            </a:r>
            <a:r>
              <a:rPr dirty="0" sz="900" spc="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Bookman Old Style"/>
                <a:cs typeface="Bookman Old Style"/>
              </a:rPr>
              <a:t>backward,</a:t>
            </a:r>
            <a:r>
              <a:rPr dirty="0" sz="9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followed</a:t>
            </a:r>
            <a:r>
              <a:rPr dirty="0" sz="900" spc="-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Bookman Old Style"/>
                <a:cs typeface="Bookman Old Style"/>
              </a:rPr>
              <a:t>again</a:t>
            </a:r>
            <a:r>
              <a:rPr dirty="0" sz="900" spc="-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by</a:t>
            </a:r>
            <a:r>
              <a:rPr dirty="0" sz="900" spc="-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5</a:t>
            </a:r>
            <a:r>
              <a:rPr dirty="0" sz="900" spc="-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steps</a:t>
            </a:r>
            <a:r>
              <a:rPr dirty="0" sz="900" spc="-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Bookman Old Style"/>
                <a:cs typeface="Bookman Old Style"/>
              </a:rPr>
              <a:t>forward</a:t>
            </a:r>
            <a:r>
              <a:rPr dirty="0" sz="900" spc="-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and</a:t>
            </a:r>
            <a:r>
              <a:rPr dirty="0" sz="900" spc="-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3</a:t>
            </a:r>
            <a:r>
              <a:rPr dirty="0" sz="900" spc="-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steps</a:t>
            </a:r>
            <a:r>
              <a:rPr dirty="0" sz="900" spc="-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Bookman Old Style"/>
                <a:cs typeface="Bookman Old Style"/>
              </a:rPr>
              <a:t>backward,</a:t>
            </a:r>
            <a:r>
              <a:rPr dirty="0" sz="900" spc="-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and</a:t>
            </a:r>
            <a:r>
              <a:rPr dirty="0" sz="900" spc="-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so</a:t>
            </a:r>
            <a:r>
              <a:rPr dirty="0" sz="900" spc="-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on.</a:t>
            </a:r>
            <a:r>
              <a:rPr dirty="0" sz="900" spc="-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Bookman Old Style"/>
                <a:cs typeface="Bookman Old Style"/>
              </a:rPr>
              <a:t>Each</a:t>
            </a:r>
            <a:r>
              <a:rPr dirty="0" sz="900" spc="-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step</a:t>
            </a:r>
            <a:r>
              <a:rPr dirty="0" sz="900" spc="-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is</a:t>
            </a:r>
            <a:r>
              <a:rPr dirty="0" sz="900" spc="-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1</a:t>
            </a:r>
            <a:r>
              <a:rPr dirty="0" sz="900" spc="-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50">
                <a:solidFill>
                  <a:srgbClr val="231F20"/>
                </a:solidFill>
                <a:latin typeface="Bookman Old Style"/>
                <a:cs typeface="Bookman Old Style"/>
              </a:rPr>
              <a:t>m</a:t>
            </a:r>
            <a:r>
              <a:rPr dirty="0" sz="9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long</a:t>
            </a:r>
            <a:r>
              <a:rPr dirty="0" sz="900" spc="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and</a:t>
            </a:r>
            <a:r>
              <a:rPr dirty="0" sz="900" spc="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requires</a:t>
            </a:r>
            <a:r>
              <a:rPr dirty="0" sz="900" spc="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1</a:t>
            </a:r>
            <a:r>
              <a:rPr dirty="0" sz="900" spc="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s.</a:t>
            </a:r>
            <a:r>
              <a:rPr dirty="0" sz="900" spc="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Plot</a:t>
            </a:r>
            <a:r>
              <a:rPr dirty="0" sz="900" spc="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 spc="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x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-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t</a:t>
            </a:r>
            <a:r>
              <a:rPr dirty="0" sz="900" spc="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graph</a:t>
            </a:r>
            <a:r>
              <a:rPr dirty="0" sz="900" spc="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900" spc="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his</a:t>
            </a:r>
            <a:r>
              <a:rPr dirty="0" sz="900" spc="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motion.</a:t>
            </a:r>
            <a:r>
              <a:rPr dirty="0" sz="900" spc="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Determine</a:t>
            </a:r>
            <a:r>
              <a:rPr dirty="0" sz="900" spc="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graphically</a:t>
            </a:r>
            <a:r>
              <a:rPr dirty="0" sz="900" spc="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25">
                <a:solidFill>
                  <a:srgbClr val="231F20"/>
                </a:solidFill>
                <a:latin typeface="Bookman Old Style"/>
                <a:cs typeface="Bookman Old Style"/>
              </a:rPr>
              <a:t>and</a:t>
            </a:r>
            <a:r>
              <a:rPr dirty="0" sz="9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otherwise</a:t>
            </a:r>
            <a:r>
              <a:rPr dirty="0" sz="900" spc="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how</a:t>
            </a:r>
            <a:r>
              <a:rPr dirty="0" sz="900" spc="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long</a:t>
            </a:r>
            <a:r>
              <a:rPr dirty="0" sz="900" spc="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 spc="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drunkard</a:t>
            </a:r>
            <a:r>
              <a:rPr dirty="0" sz="900" spc="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takes</a:t>
            </a:r>
            <a:r>
              <a:rPr dirty="0" sz="900" spc="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to</a:t>
            </a:r>
            <a:r>
              <a:rPr dirty="0" sz="900" spc="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fall</a:t>
            </a:r>
            <a:r>
              <a:rPr dirty="0" sz="900" spc="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in</a:t>
            </a:r>
            <a:r>
              <a:rPr dirty="0" sz="900" spc="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</a:t>
            </a:r>
            <a:r>
              <a:rPr dirty="0" sz="900" spc="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pit</a:t>
            </a:r>
            <a:r>
              <a:rPr dirty="0" sz="900" spc="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13</a:t>
            </a:r>
            <a:r>
              <a:rPr dirty="0" sz="900" spc="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m</a:t>
            </a:r>
            <a:r>
              <a:rPr dirty="0" sz="900" spc="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away</a:t>
            </a:r>
            <a:r>
              <a:rPr dirty="0" sz="900" spc="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from</a:t>
            </a:r>
            <a:r>
              <a:rPr dirty="0" sz="900" spc="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 spc="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Bookman Old Style"/>
                <a:cs typeface="Bookman Old Style"/>
              </a:rPr>
              <a:t>start.</a:t>
            </a:r>
            <a:endParaRPr sz="900">
              <a:latin typeface="Bookman Old Style"/>
              <a:cs typeface="Bookman Old Style"/>
            </a:endParaRPr>
          </a:p>
          <a:p>
            <a:pPr algn="just" marL="43815" marR="30480">
              <a:lnSpc>
                <a:spcPct val="100000"/>
              </a:lnSpc>
              <a:spcBef>
                <a:spcPts val="215"/>
              </a:spcBef>
            </a:pP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</a:t>
            </a:r>
            <a:r>
              <a:rPr dirty="0" sz="900" spc="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car</a:t>
            </a:r>
            <a:r>
              <a:rPr dirty="0" sz="900" spc="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moving</a:t>
            </a:r>
            <a:r>
              <a:rPr dirty="0" sz="900" spc="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along</a:t>
            </a:r>
            <a:r>
              <a:rPr dirty="0" sz="900" spc="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</a:t>
            </a:r>
            <a:r>
              <a:rPr dirty="0" sz="900" spc="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straight</a:t>
            </a:r>
            <a:r>
              <a:rPr dirty="0" sz="900" spc="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highway</a:t>
            </a:r>
            <a:r>
              <a:rPr dirty="0" sz="900" spc="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with</a:t>
            </a:r>
            <a:r>
              <a:rPr dirty="0" sz="900" spc="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speed</a:t>
            </a:r>
            <a:r>
              <a:rPr dirty="0" sz="900" spc="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900" spc="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126</a:t>
            </a:r>
            <a:r>
              <a:rPr dirty="0" sz="900" spc="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km</a:t>
            </a:r>
            <a:r>
              <a:rPr dirty="0" sz="900" spc="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Bookman Old Style"/>
                <a:cs typeface="Bookman Old Style"/>
              </a:rPr>
              <a:t>h</a:t>
            </a:r>
            <a:r>
              <a:rPr dirty="0" baseline="18518" sz="1350" spc="-15">
                <a:solidFill>
                  <a:srgbClr val="231F20"/>
                </a:solidFill>
                <a:latin typeface="Bookman Old Style"/>
                <a:cs typeface="Bookman Old Style"/>
              </a:rPr>
              <a:t>–</a:t>
            </a:r>
            <a:r>
              <a:rPr dirty="0" baseline="18518" sz="1350">
                <a:solidFill>
                  <a:srgbClr val="231F20"/>
                </a:solidFill>
                <a:latin typeface="Bookman Old Style"/>
                <a:cs typeface="Bookman Old Style"/>
              </a:rPr>
              <a:t>1</a:t>
            </a:r>
            <a:r>
              <a:rPr dirty="0" baseline="18518" sz="1350" spc="157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is</a:t>
            </a:r>
            <a:r>
              <a:rPr dirty="0" sz="900" spc="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brought</a:t>
            </a:r>
            <a:r>
              <a:rPr dirty="0" sz="900" spc="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to</a:t>
            </a:r>
            <a:r>
              <a:rPr dirty="0" sz="900" spc="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50">
                <a:solidFill>
                  <a:srgbClr val="231F20"/>
                </a:solidFill>
                <a:latin typeface="Bookman Old Style"/>
                <a:cs typeface="Bookman Old Style"/>
              </a:rPr>
              <a:t>a</a:t>
            </a:r>
            <a:r>
              <a:rPr dirty="0" sz="9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stop</a:t>
            </a:r>
            <a:r>
              <a:rPr dirty="0" sz="900" spc="2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within</a:t>
            </a:r>
            <a:r>
              <a:rPr dirty="0" sz="900" spc="20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</a:t>
            </a:r>
            <a:r>
              <a:rPr dirty="0" sz="900" spc="20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distance</a:t>
            </a:r>
            <a:r>
              <a:rPr dirty="0" sz="900" spc="2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900" spc="20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200</a:t>
            </a:r>
            <a:r>
              <a:rPr dirty="0" sz="900" spc="20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m.</a:t>
            </a:r>
            <a:r>
              <a:rPr dirty="0" sz="900" spc="20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What</a:t>
            </a:r>
            <a:r>
              <a:rPr dirty="0" sz="900" spc="2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is</a:t>
            </a:r>
            <a:r>
              <a:rPr dirty="0" sz="900" spc="20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 spc="20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retardation</a:t>
            </a:r>
            <a:r>
              <a:rPr dirty="0" sz="900" spc="20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900" spc="2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 spc="20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car</a:t>
            </a:r>
            <a:r>
              <a:rPr dirty="0" sz="900" spc="20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Bookman Old Style"/>
                <a:cs typeface="Bookman Old Style"/>
              </a:rPr>
              <a:t>(assumed</a:t>
            </a:r>
            <a:r>
              <a:rPr dirty="0" sz="9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uniform),</a:t>
            </a:r>
            <a:r>
              <a:rPr dirty="0" sz="900" spc="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and</a:t>
            </a:r>
            <a:r>
              <a:rPr dirty="0" sz="900" spc="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how</a:t>
            </a:r>
            <a:r>
              <a:rPr dirty="0" sz="900" spc="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long</a:t>
            </a:r>
            <a:r>
              <a:rPr dirty="0" sz="900" spc="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does</a:t>
            </a:r>
            <a:r>
              <a:rPr dirty="0" sz="900" spc="1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it</a:t>
            </a:r>
            <a:r>
              <a:rPr dirty="0" sz="900" spc="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take</a:t>
            </a:r>
            <a:r>
              <a:rPr dirty="0" sz="900" spc="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for</a:t>
            </a:r>
            <a:r>
              <a:rPr dirty="0" sz="900" spc="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 spc="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car</a:t>
            </a:r>
            <a:r>
              <a:rPr dirty="0" sz="900" spc="1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to</a:t>
            </a:r>
            <a:r>
              <a:rPr dirty="0" sz="900" spc="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stop</a:t>
            </a:r>
            <a:r>
              <a:rPr dirty="0" sz="900" spc="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50">
                <a:solidFill>
                  <a:srgbClr val="231F20"/>
                </a:solidFill>
                <a:latin typeface="Bookman Old Style"/>
                <a:cs typeface="Bookman Old Style"/>
              </a:rPr>
              <a:t>?</a:t>
            </a:r>
            <a:endParaRPr sz="900">
              <a:latin typeface="Bookman Old Style"/>
              <a:cs typeface="Bookman Old Style"/>
            </a:endParaRPr>
          </a:p>
          <a:p>
            <a:pPr algn="just" marL="43815">
              <a:lnSpc>
                <a:spcPct val="100000"/>
              </a:lnSpc>
              <a:spcBef>
                <a:spcPts val="190"/>
              </a:spcBef>
            </a:pP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</a:t>
            </a:r>
            <a:r>
              <a:rPr dirty="0" sz="90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player</a:t>
            </a:r>
            <a:r>
              <a:rPr dirty="0" sz="90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throws</a:t>
            </a:r>
            <a:r>
              <a:rPr dirty="0" sz="90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</a:t>
            </a:r>
            <a:r>
              <a:rPr dirty="0" sz="90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ball</a:t>
            </a:r>
            <a:r>
              <a:rPr dirty="0" sz="90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upwards</a:t>
            </a:r>
            <a:r>
              <a:rPr dirty="0" sz="90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with</a:t>
            </a:r>
            <a:r>
              <a:rPr dirty="0" sz="90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an</a:t>
            </a:r>
            <a:r>
              <a:rPr dirty="0" sz="900" spc="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initial</a:t>
            </a:r>
            <a:r>
              <a:rPr dirty="0" sz="90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speed</a:t>
            </a:r>
            <a:r>
              <a:rPr dirty="0" sz="90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90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29.4</a:t>
            </a:r>
            <a:r>
              <a:rPr dirty="0" sz="90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m</a:t>
            </a:r>
            <a:r>
              <a:rPr dirty="0" sz="90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Bookman Old Style"/>
                <a:cs typeface="Bookman Old Style"/>
              </a:rPr>
              <a:t>s</a:t>
            </a:r>
            <a:r>
              <a:rPr dirty="0" baseline="33333" sz="750" spc="-15">
                <a:solidFill>
                  <a:srgbClr val="231F20"/>
                </a:solidFill>
                <a:latin typeface="Bookman Old Style"/>
                <a:cs typeface="Bookman Old Style"/>
              </a:rPr>
              <a:t>–</a:t>
            </a:r>
            <a:r>
              <a:rPr dirty="0" baseline="33333" sz="750" spc="-37">
                <a:solidFill>
                  <a:srgbClr val="231F20"/>
                </a:solidFill>
                <a:latin typeface="Bookman Old Style"/>
                <a:cs typeface="Bookman Old Style"/>
              </a:rPr>
              <a:t>1</a:t>
            </a:r>
            <a:r>
              <a:rPr dirty="0" sz="900" spc="-25">
                <a:solidFill>
                  <a:srgbClr val="231F20"/>
                </a:solidFill>
                <a:latin typeface="Bookman Old Style"/>
                <a:cs typeface="Bookman Old Style"/>
              </a:rPr>
              <a:t>.</a:t>
            </a:r>
            <a:endParaRPr sz="900">
              <a:latin typeface="Bookman Old Style"/>
              <a:cs typeface="Bookman Old Style"/>
            </a:endParaRPr>
          </a:p>
          <a:p>
            <a:pPr algn="just" marL="231140" indent="-187325">
              <a:lnSpc>
                <a:spcPct val="100000"/>
              </a:lnSpc>
              <a:buAutoNum type="alphaLcParenBoth"/>
              <a:tabLst>
                <a:tab pos="231140" algn="l"/>
              </a:tabLst>
            </a:pP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What</a:t>
            </a:r>
            <a:r>
              <a:rPr dirty="0" sz="900" spc="1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is</a:t>
            </a:r>
            <a:r>
              <a:rPr dirty="0" sz="900" spc="10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 spc="10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direction</a:t>
            </a:r>
            <a:r>
              <a:rPr dirty="0" sz="900" spc="10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900" spc="10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acceleration</a:t>
            </a:r>
            <a:r>
              <a:rPr dirty="0" sz="900" spc="10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during</a:t>
            </a:r>
            <a:r>
              <a:rPr dirty="0" sz="900" spc="10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 spc="1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upward</a:t>
            </a:r>
            <a:r>
              <a:rPr dirty="0" sz="900" spc="10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motion</a:t>
            </a:r>
            <a:r>
              <a:rPr dirty="0" sz="900" spc="10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900" spc="10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 spc="10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ball</a:t>
            </a:r>
            <a:r>
              <a:rPr dirty="0" sz="900" spc="10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50">
                <a:solidFill>
                  <a:srgbClr val="231F20"/>
                </a:solidFill>
                <a:latin typeface="Bookman Old Style"/>
                <a:cs typeface="Bookman Old Style"/>
              </a:rPr>
              <a:t>?</a:t>
            </a:r>
            <a:endParaRPr sz="900">
              <a:latin typeface="Bookman Old Style"/>
              <a:cs typeface="Bookman Old Style"/>
            </a:endParaRPr>
          </a:p>
          <a:p>
            <a:pPr algn="just" marL="231140" indent="-187325">
              <a:lnSpc>
                <a:spcPct val="100000"/>
              </a:lnSpc>
              <a:buAutoNum type="alphaLcParenBoth"/>
              <a:tabLst>
                <a:tab pos="231140" algn="l"/>
              </a:tabLst>
            </a:pPr>
            <a:r>
              <a:rPr dirty="0" sz="900" spc="-20">
                <a:solidFill>
                  <a:srgbClr val="231F20"/>
                </a:solidFill>
                <a:latin typeface="Bookman Old Style"/>
                <a:cs typeface="Bookman Old Style"/>
              </a:rPr>
              <a:t>What</a:t>
            </a:r>
            <a:r>
              <a:rPr dirty="0" sz="90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Bookman Old Style"/>
                <a:cs typeface="Bookman Old Style"/>
              </a:rPr>
              <a:t>are</a:t>
            </a:r>
            <a:r>
              <a:rPr dirty="0" sz="9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25">
                <a:solidFill>
                  <a:srgbClr val="231F20"/>
                </a:solidFill>
                <a:latin typeface="Bookman Old Style"/>
                <a:cs typeface="Bookman Old Style"/>
              </a:rPr>
              <a:t>velocity</a:t>
            </a:r>
            <a:r>
              <a:rPr dirty="0" sz="9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20">
                <a:solidFill>
                  <a:srgbClr val="231F20"/>
                </a:solidFill>
                <a:latin typeface="Bookman Old Style"/>
                <a:cs typeface="Bookman Old Style"/>
              </a:rPr>
              <a:t>and</a:t>
            </a:r>
            <a:r>
              <a:rPr dirty="0" sz="9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30">
                <a:solidFill>
                  <a:srgbClr val="231F20"/>
                </a:solidFill>
                <a:latin typeface="Bookman Old Style"/>
                <a:cs typeface="Bookman Old Style"/>
              </a:rPr>
              <a:t>acceleration</a:t>
            </a:r>
            <a:r>
              <a:rPr dirty="0" sz="9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9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25">
                <a:solidFill>
                  <a:srgbClr val="231F20"/>
                </a:solidFill>
                <a:latin typeface="Bookman Old Style"/>
                <a:cs typeface="Bookman Old Style"/>
              </a:rPr>
              <a:t>ball</a:t>
            </a:r>
            <a:r>
              <a:rPr dirty="0" sz="9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at</a:t>
            </a:r>
            <a:r>
              <a:rPr dirty="0" sz="9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30">
                <a:solidFill>
                  <a:srgbClr val="231F20"/>
                </a:solidFill>
                <a:latin typeface="Bookman Old Style"/>
                <a:cs typeface="Bookman Old Style"/>
              </a:rPr>
              <a:t>highest</a:t>
            </a:r>
            <a:r>
              <a:rPr dirty="0" sz="9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25">
                <a:solidFill>
                  <a:srgbClr val="231F20"/>
                </a:solidFill>
                <a:latin typeface="Bookman Old Style"/>
                <a:cs typeface="Bookman Old Style"/>
              </a:rPr>
              <a:t>point</a:t>
            </a:r>
            <a:r>
              <a:rPr dirty="0" sz="9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9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Bookman Old Style"/>
                <a:cs typeface="Bookman Old Style"/>
              </a:rPr>
              <a:t>its</a:t>
            </a:r>
            <a:r>
              <a:rPr dirty="0" sz="9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30">
                <a:solidFill>
                  <a:srgbClr val="231F20"/>
                </a:solidFill>
                <a:latin typeface="Bookman Old Style"/>
                <a:cs typeface="Bookman Old Style"/>
              </a:rPr>
              <a:t>motion</a:t>
            </a:r>
            <a:r>
              <a:rPr dirty="0" sz="9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50">
                <a:solidFill>
                  <a:srgbClr val="231F20"/>
                </a:solidFill>
                <a:latin typeface="Bookman Old Style"/>
                <a:cs typeface="Bookman Old Style"/>
              </a:rPr>
              <a:t>?</a:t>
            </a:r>
            <a:endParaRPr sz="900">
              <a:latin typeface="Bookman Old Style"/>
              <a:cs typeface="Bookman Old Style"/>
            </a:endParaRPr>
          </a:p>
          <a:p>
            <a:pPr algn="just" marL="230504" marR="33020" indent="-187325">
              <a:lnSpc>
                <a:spcPct val="100000"/>
              </a:lnSpc>
              <a:buAutoNum type="alphaLcParenBoth"/>
              <a:tabLst>
                <a:tab pos="232410" algn="l"/>
              </a:tabLst>
            </a:pP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Choose</a:t>
            </a:r>
            <a:r>
              <a:rPr dirty="0" sz="900" spc="1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 spc="1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x</a:t>
            </a:r>
            <a:r>
              <a:rPr dirty="0" sz="900" spc="1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=</a:t>
            </a:r>
            <a:r>
              <a:rPr dirty="0" sz="900" spc="1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0</a:t>
            </a:r>
            <a:r>
              <a:rPr dirty="0" sz="900" spc="1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m</a:t>
            </a:r>
            <a:r>
              <a:rPr dirty="0" sz="900" spc="1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and</a:t>
            </a:r>
            <a:r>
              <a:rPr dirty="0" sz="900" spc="1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t</a:t>
            </a:r>
            <a:r>
              <a:rPr dirty="0" sz="900" spc="1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=</a:t>
            </a:r>
            <a:r>
              <a:rPr dirty="0" sz="900" spc="1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0</a:t>
            </a:r>
            <a:r>
              <a:rPr dirty="0" sz="900" spc="1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s</a:t>
            </a:r>
            <a:r>
              <a:rPr dirty="0" sz="900" spc="1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to</a:t>
            </a:r>
            <a:r>
              <a:rPr dirty="0" sz="900" spc="1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be</a:t>
            </a:r>
            <a:r>
              <a:rPr dirty="0" sz="900" spc="1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 spc="1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location</a:t>
            </a:r>
            <a:r>
              <a:rPr dirty="0" sz="900" spc="1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and</a:t>
            </a:r>
            <a:r>
              <a:rPr dirty="0" sz="900" spc="1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time</a:t>
            </a:r>
            <a:r>
              <a:rPr dirty="0" sz="900" spc="1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900" spc="1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 spc="1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ball</a:t>
            </a:r>
            <a:r>
              <a:rPr dirty="0" sz="900" spc="1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at</a:t>
            </a:r>
            <a:r>
              <a:rPr dirty="0" sz="900" spc="1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25">
                <a:solidFill>
                  <a:srgbClr val="231F20"/>
                </a:solidFill>
                <a:latin typeface="Bookman Old Style"/>
                <a:cs typeface="Bookman Old Style"/>
              </a:rPr>
              <a:t>its</a:t>
            </a:r>
            <a:r>
              <a:rPr dirty="0" sz="9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highest</a:t>
            </a:r>
            <a:r>
              <a:rPr dirty="0" sz="900" spc="229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point,</a:t>
            </a:r>
            <a:r>
              <a:rPr dirty="0" sz="900" spc="229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vertically</a:t>
            </a:r>
            <a:r>
              <a:rPr dirty="0" sz="900" spc="229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downward</a:t>
            </a:r>
            <a:r>
              <a:rPr dirty="0" sz="900" spc="229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direction</a:t>
            </a:r>
            <a:r>
              <a:rPr dirty="0" sz="900" spc="229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to</a:t>
            </a:r>
            <a:r>
              <a:rPr dirty="0" sz="900" spc="229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be</a:t>
            </a:r>
            <a:r>
              <a:rPr dirty="0" sz="900" spc="2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 spc="229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positive</a:t>
            </a:r>
            <a:r>
              <a:rPr dirty="0" sz="900" spc="229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direction</a:t>
            </a:r>
            <a:r>
              <a:rPr dirty="0" sz="900" spc="229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25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9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x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-axis,</a:t>
            </a:r>
            <a:r>
              <a:rPr dirty="0" sz="900" spc="2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and</a:t>
            </a:r>
            <a:r>
              <a:rPr dirty="0" sz="900" spc="2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give</a:t>
            </a:r>
            <a:r>
              <a:rPr dirty="0" sz="900" spc="2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 spc="2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signs</a:t>
            </a:r>
            <a:r>
              <a:rPr dirty="0" sz="900" spc="2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900" spc="2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position,</a:t>
            </a:r>
            <a:r>
              <a:rPr dirty="0" sz="900" spc="2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velocity</a:t>
            </a:r>
            <a:r>
              <a:rPr dirty="0" sz="900" spc="2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and</a:t>
            </a:r>
            <a:r>
              <a:rPr dirty="0" sz="900" spc="2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acceleration</a:t>
            </a:r>
            <a:r>
              <a:rPr dirty="0" sz="900" spc="2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900" spc="2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 spc="2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20">
                <a:solidFill>
                  <a:srgbClr val="231F20"/>
                </a:solidFill>
                <a:latin typeface="Bookman Old Style"/>
                <a:cs typeface="Bookman Old Style"/>
              </a:rPr>
              <a:t>ball</a:t>
            </a:r>
            <a:r>
              <a:rPr dirty="0" sz="9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2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during</a:t>
            </a:r>
            <a:r>
              <a:rPr dirty="0" sz="900" spc="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its</a:t>
            </a:r>
            <a:r>
              <a:rPr dirty="0" sz="900" spc="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upward,</a:t>
            </a:r>
            <a:r>
              <a:rPr dirty="0" sz="900" spc="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and</a:t>
            </a:r>
            <a:r>
              <a:rPr dirty="0" sz="900" spc="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downward</a:t>
            </a:r>
            <a:r>
              <a:rPr dirty="0" sz="900" spc="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Bookman Old Style"/>
                <a:cs typeface="Bookman Old Style"/>
              </a:rPr>
              <a:t>motion.</a:t>
            </a:r>
            <a:endParaRPr sz="900">
              <a:latin typeface="Bookman Old Style"/>
              <a:cs typeface="Bookman Old Style"/>
            </a:endParaRPr>
          </a:p>
          <a:p>
            <a:pPr algn="just" marL="232410" marR="33020" indent="-189230">
              <a:lnSpc>
                <a:spcPct val="100000"/>
              </a:lnSpc>
              <a:buAutoNum type="alphaLcParenBoth"/>
              <a:tabLst>
                <a:tab pos="232410" algn="l"/>
              </a:tabLst>
            </a:pP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To</a:t>
            </a:r>
            <a:r>
              <a:rPr dirty="0" sz="900" spc="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what</a:t>
            </a:r>
            <a:r>
              <a:rPr dirty="0" sz="900" spc="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height</a:t>
            </a:r>
            <a:r>
              <a:rPr dirty="0" sz="900" spc="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does</a:t>
            </a:r>
            <a:r>
              <a:rPr dirty="0" sz="900" spc="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 spc="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ball</a:t>
            </a:r>
            <a:r>
              <a:rPr dirty="0" sz="900" spc="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rise</a:t>
            </a:r>
            <a:r>
              <a:rPr dirty="0" sz="900" spc="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and</a:t>
            </a:r>
            <a:r>
              <a:rPr dirty="0" sz="900" spc="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after</a:t>
            </a:r>
            <a:r>
              <a:rPr dirty="0" sz="900" spc="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how</a:t>
            </a:r>
            <a:r>
              <a:rPr dirty="0" sz="900" spc="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long</a:t>
            </a:r>
            <a:r>
              <a:rPr dirty="0" sz="900" spc="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does</a:t>
            </a:r>
            <a:r>
              <a:rPr dirty="0" sz="900" spc="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 spc="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ball</a:t>
            </a:r>
            <a:r>
              <a:rPr dirty="0" sz="900" spc="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return</a:t>
            </a:r>
            <a:r>
              <a:rPr dirty="0" sz="900" spc="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to</a:t>
            </a:r>
            <a:r>
              <a:rPr dirty="0" sz="900" spc="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25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player’s</a:t>
            </a:r>
            <a:r>
              <a:rPr dirty="0" sz="90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hands</a:t>
            </a:r>
            <a:r>
              <a:rPr dirty="0" sz="90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?</a:t>
            </a:r>
            <a:r>
              <a:rPr dirty="0" sz="90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(Take</a:t>
            </a:r>
            <a:r>
              <a:rPr dirty="0" sz="900" spc="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g</a:t>
            </a:r>
            <a:r>
              <a:rPr dirty="0" sz="900" spc="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=</a:t>
            </a:r>
            <a:r>
              <a:rPr dirty="0" sz="900" spc="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9.8</a:t>
            </a:r>
            <a:r>
              <a:rPr dirty="0" sz="900" spc="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m</a:t>
            </a:r>
            <a:r>
              <a:rPr dirty="0" sz="90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Bookman Old Style"/>
                <a:cs typeface="Bookman Old Style"/>
              </a:rPr>
              <a:t>s</a:t>
            </a:r>
            <a:r>
              <a:rPr dirty="0" baseline="33333" sz="750" spc="-15">
                <a:solidFill>
                  <a:srgbClr val="231F20"/>
                </a:solidFill>
                <a:latin typeface="Bookman Old Style"/>
                <a:cs typeface="Bookman Old Style"/>
              </a:rPr>
              <a:t>–</a:t>
            </a:r>
            <a:r>
              <a:rPr dirty="0" baseline="33333" sz="750">
                <a:solidFill>
                  <a:srgbClr val="231F20"/>
                </a:solidFill>
                <a:latin typeface="Bookman Old Style"/>
                <a:cs typeface="Bookman Old Style"/>
              </a:rPr>
              <a:t>2</a:t>
            </a:r>
            <a:r>
              <a:rPr dirty="0" baseline="33333" sz="750" spc="262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and</a:t>
            </a:r>
            <a:r>
              <a:rPr dirty="0" sz="90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neglect</a:t>
            </a:r>
            <a:r>
              <a:rPr dirty="0" sz="90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air</a:t>
            </a:r>
            <a:r>
              <a:rPr dirty="0" sz="900" spc="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Bookman Old Style"/>
                <a:cs typeface="Bookman Old Style"/>
              </a:rPr>
              <a:t>resistance).</a:t>
            </a:r>
            <a:endParaRPr sz="900">
              <a:latin typeface="Bookman Old Style"/>
              <a:cs typeface="Bookman Old Style"/>
            </a:endParaRPr>
          </a:p>
          <a:p>
            <a:pPr marL="43815" marR="30480">
              <a:lnSpc>
                <a:spcPct val="100000"/>
              </a:lnSpc>
              <a:spcBef>
                <a:spcPts val="195"/>
              </a:spcBef>
            </a:pP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Read</a:t>
            </a:r>
            <a:r>
              <a:rPr dirty="0" sz="900" spc="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each</a:t>
            </a:r>
            <a:r>
              <a:rPr dirty="0" sz="900" spc="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statement</a:t>
            </a:r>
            <a:r>
              <a:rPr dirty="0" sz="900" spc="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below</a:t>
            </a:r>
            <a:r>
              <a:rPr dirty="0" sz="900" spc="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carefully</a:t>
            </a:r>
            <a:r>
              <a:rPr dirty="0" sz="900" spc="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and</a:t>
            </a:r>
            <a:r>
              <a:rPr dirty="0" sz="900" spc="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state</a:t>
            </a:r>
            <a:r>
              <a:rPr dirty="0" sz="90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with</a:t>
            </a:r>
            <a:r>
              <a:rPr dirty="0" sz="900" spc="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reasons</a:t>
            </a:r>
            <a:r>
              <a:rPr dirty="0" sz="900" spc="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and</a:t>
            </a:r>
            <a:r>
              <a:rPr dirty="0" sz="900" spc="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examples,</a:t>
            </a:r>
            <a:r>
              <a:rPr dirty="0" sz="900" spc="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if</a:t>
            </a:r>
            <a:r>
              <a:rPr dirty="0" sz="900" spc="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it</a:t>
            </a:r>
            <a:r>
              <a:rPr dirty="0" sz="90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25">
                <a:solidFill>
                  <a:srgbClr val="231F20"/>
                </a:solidFill>
                <a:latin typeface="Bookman Old Style"/>
                <a:cs typeface="Bookman Old Style"/>
              </a:rPr>
              <a:t>is</a:t>
            </a:r>
            <a:r>
              <a:rPr dirty="0" sz="9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true</a:t>
            </a:r>
            <a:r>
              <a:rPr dirty="0" sz="900" spc="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or</a:t>
            </a:r>
            <a:r>
              <a:rPr dirty="0" sz="900" spc="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false</a:t>
            </a:r>
            <a:r>
              <a:rPr dirty="0" sz="900" spc="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50">
                <a:solidFill>
                  <a:srgbClr val="231F20"/>
                </a:solidFill>
                <a:latin typeface="Bookman Old Style"/>
                <a:cs typeface="Bookman Old Style"/>
              </a:rPr>
              <a:t>;</a:t>
            </a:r>
            <a:endParaRPr sz="900">
              <a:latin typeface="Bookman Old Style"/>
              <a:cs typeface="Bookman Old Style"/>
            </a:endParaRPr>
          </a:p>
          <a:p>
            <a:pPr marL="38100">
              <a:lnSpc>
                <a:spcPct val="100000"/>
              </a:lnSpc>
            </a:pP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</a:t>
            </a:r>
            <a:r>
              <a:rPr dirty="0" sz="900" spc="1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particle</a:t>
            </a:r>
            <a:r>
              <a:rPr dirty="0" sz="900" spc="1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in</a:t>
            </a:r>
            <a:r>
              <a:rPr dirty="0" sz="900" spc="1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one-dimensional</a:t>
            </a:r>
            <a:r>
              <a:rPr dirty="0" sz="900" spc="1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Bookman Old Style"/>
                <a:cs typeface="Bookman Old Style"/>
              </a:rPr>
              <a:t>motion</a:t>
            </a:r>
            <a:endParaRPr sz="900">
              <a:latin typeface="Bookman Old Style"/>
              <a:cs typeface="Bookman Old Style"/>
            </a:endParaRPr>
          </a:p>
          <a:p>
            <a:pPr marL="231140" indent="-187325">
              <a:lnSpc>
                <a:spcPct val="100000"/>
              </a:lnSpc>
              <a:buAutoNum type="alphaLcParenBoth"/>
              <a:tabLst>
                <a:tab pos="231140" algn="l"/>
              </a:tabLst>
            </a:pP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with</a:t>
            </a:r>
            <a:r>
              <a:rPr dirty="0" sz="900" spc="1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zero</a:t>
            </a:r>
            <a:r>
              <a:rPr dirty="0" sz="900" spc="1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speed</a:t>
            </a:r>
            <a:r>
              <a:rPr dirty="0" sz="900" spc="11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at</a:t>
            </a:r>
            <a:r>
              <a:rPr dirty="0" sz="900" spc="1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an</a:t>
            </a:r>
            <a:r>
              <a:rPr dirty="0" sz="900" spc="11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instant</a:t>
            </a:r>
            <a:r>
              <a:rPr dirty="0" sz="900" spc="1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may</a:t>
            </a:r>
            <a:r>
              <a:rPr dirty="0" sz="900" spc="11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have</a:t>
            </a:r>
            <a:r>
              <a:rPr dirty="0" sz="900" spc="1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Bookman Old Style"/>
                <a:cs typeface="Bookman Old Style"/>
              </a:rPr>
              <a:t>non-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zero</a:t>
            </a:r>
            <a:r>
              <a:rPr dirty="0" sz="900" spc="1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acceleration</a:t>
            </a:r>
            <a:r>
              <a:rPr dirty="0" sz="900" spc="11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at</a:t>
            </a:r>
            <a:r>
              <a:rPr dirty="0" sz="900" spc="1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that</a:t>
            </a:r>
            <a:r>
              <a:rPr dirty="0" sz="900" spc="11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Bookman Old Style"/>
                <a:cs typeface="Bookman Old Style"/>
              </a:rPr>
              <a:t>instant</a:t>
            </a:r>
            <a:endParaRPr sz="900">
              <a:latin typeface="Bookman Old Style"/>
              <a:cs typeface="Bookman Old Style"/>
            </a:endParaRPr>
          </a:p>
          <a:p>
            <a:pPr marL="232410" indent="-188595">
              <a:lnSpc>
                <a:spcPct val="100000"/>
              </a:lnSpc>
              <a:buAutoNum type="alphaLcParenBoth"/>
              <a:tabLst>
                <a:tab pos="232410" algn="l"/>
              </a:tabLst>
            </a:pP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with</a:t>
            </a:r>
            <a:r>
              <a:rPr dirty="0" sz="900" spc="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zero</a:t>
            </a:r>
            <a:r>
              <a:rPr dirty="0" sz="900" spc="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speed</a:t>
            </a:r>
            <a:r>
              <a:rPr dirty="0" sz="900" spc="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may</a:t>
            </a:r>
            <a:r>
              <a:rPr dirty="0" sz="900" spc="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have</a:t>
            </a:r>
            <a:r>
              <a:rPr dirty="0" sz="900" spc="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Bookman Old Style"/>
                <a:cs typeface="Bookman Old Style"/>
              </a:rPr>
              <a:t>non-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zero</a:t>
            </a:r>
            <a:r>
              <a:rPr dirty="0" sz="900" spc="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Bookman Old Style"/>
                <a:cs typeface="Bookman Old Style"/>
              </a:rPr>
              <a:t>velocity,</a:t>
            </a:r>
            <a:endParaRPr sz="900">
              <a:latin typeface="Bookman Old Style"/>
              <a:cs typeface="Bookman Old Style"/>
            </a:endParaRPr>
          </a:p>
          <a:p>
            <a:pPr marL="231140" indent="-187325">
              <a:lnSpc>
                <a:spcPct val="100000"/>
              </a:lnSpc>
              <a:buAutoNum type="alphaLcParenBoth"/>
              <a:tabLst>
                <a:tab pos="231140" algn="l"/>
              </a:tabLst>
            </a:pP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with</a:t>
            </a:r>
            <a:r>
              <a:rPr dirty="0" sz="900" spc="10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constant</a:t>
            </a:r>
            <a:r>
              <a:rPr dirty="0" sz="900" spc="10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speed</a:t>
            </a:r>
            <a:r>
              <a:rPr dirty="0" sz="900" spc="10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must</a:t>
            </a:r>
            <a:r>
              <a:rPr dirty="0" sz="900" spc="10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have</a:t>
            </a:r>
            <a:r>
              <a:rPr dirty="0" sz="900" spc="10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zero</a:t>
            </a:r>
            <a:r>
              <a:rPr dirty="0" sz="900" spc="1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Bookman Old Style"/>
                <a:cs typeface="Bookman Old Style"/>
              </a:rPr>
              <a:t>acceleration,</a:t>
            </a:r>
            <a:endParaRPr sz="900">
              <a:latin typeface="Bookman Old Style"/>
              <a:cs typeface="Bookman Old Style"/>
            </a:endParaRPr>
          </a:p>
          <a:p>
            <a:pPr marL="232410" indent="-188595">
              <a:lnSpc>
                <a:spcPct val="100000"/>
              </a:lnSpc>
              <a:buAutoNum type="alphaLcParenBoth"/>
              <a:tabLst>
                <a:tab pos="232410" algn="l"/>
              </a:tabLst>
            </a:pP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with</a:t>
            </a:r>
            <a:r>
              <a:rPr dirty="0" sz="900" spc="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positive</a:t>
            </a:r>
            <a:r>
              <a:rPr dirty="0" sz="900" spc="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value</a:t>
            </a:r>
            <a:r>
              <a:rPr dirty="0" sz="900" spc="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900" spc="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acceleration</a:t>
            </a:r>
            <a:r>
              <a:rPr dirty="0" sz="900" spc="1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must</a:t>
            </a:r>
            <a:r>
              <a:rPr dirty="0" sz="900" spc="1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be</a:t>
            </a:r>
            <a:r>
              <a:rPr dirty="0" sz="900" spc="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speeding</a:t>
            </a:r>
            <a:r>
              <a:rPr dirty="0" sz="900" spc="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25">
                <a:solidFill>
                  <a:srgbClr val="231F20"/>
                </a:solidFill>
                <a:latin typeface="Bookman Old Style"/>
                <a:cs typeface="Bookman Old Style"/>
              </a:rPr>
              <a:t>up.</a:t>
            </a:r>
            <a:endParaRPr sz="900">
              <a:latin typeface="Bookman Old Style"/>
              <a:cs typeface="Bookman Old Style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193480" y="3454389"/>
            <a:ext cx="1755775" cy="1482090"/>
            <a:chOff x="3193480" y="3454389"/>
            <a:chExt cx="1755775" cy="1482090"/>
          </a:xfrm>
        </p:grpSpPr>
        <p:sp>
          <p:nvSpPr>
            <p:cNvPr id="16" name="object 16"/>
            <p:cNvSpPr/>
            <p:nvPr/>
          </p:nvSpPr>
          <p:spPr>
            <a:xfrm>
              <a:off x="3301784" y="3467056"/>
              <a:ext cx="0" cy="1340485"/>
            </a:xfrm>
            <a:custGeom>
              <a:avLst/>
              <a:gdLst/>
              <a:ahLst/>
              <a:cxnLst/>
              <a:rect l="l" t="t" r="r" b="b"/>
              <a:pathLst>
                <a:path w="0" h="1340485">
                  <a:moveTo>
                    <a:pt x="0" y="0"/>
                  </a:moveTo>
                  <a:lnTo>
                    <a:pt x="0" y="1340396"/>
                  </a:lnTo>
                </a:path>
              </a:pathLst>
            </a:custGeom>
            <a:ln w="8098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3270858" y="3459494"/>
              <a:ext cx="62230" cy="50165"/>
            </a:xfrm>
            <a:custGeom>
              <a:avLst/>
              <a:gdLst/>
              <a:ahLst/>
              <a:cxnLst/>
              <a:rect l="l" t="t" r="r" b="b"/>
              <a:pathLst>
                <a:path w="62229" h="50164">
                  <a:moveTo>
                    <a:pt x="61790" y="49548"/>
                  </a:moveTo>
                  <a:lnTo>
                    <a:pt x="30925" y="0"/>
                  </a:lnTo>
                  <a:lnTo>
                    <a:pt x="0" y="49548"/>
                  </a:lnTo>
                </a:path>
              </a:pathLst>
            </a:custGeom>
            <a:ln w="10211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3299103" y="4806843"/>
              <a:ext cx="1637664" cy="0"/>
            </a:xfrm>
            <a:custGeom>
              <a:avLst/>
              <a:gdLst/>
              <a:ahLst/>
              <a:cxnLst/>
              <a:rect l="l" t="t" r="r" b="b"/>
              <a:pathLst>
                <a:path w="1637664" h="0">
                  <a:moveTo>
                    <a:pt x="1637382" y="0"/>
                  </a:moveTo>
                  <a:lnTo>
                    <a:pt x="0" y="0"/>
                  </a:lnTo>
                </a:path>
              </a:pathLst>
            </a:custGeom>
            <a:ln w="8104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4894530" y="4775925"/>
              <a:ext cx="49530" cy="62230"/>
            </a:xfrm>
            <a:custGeom>
              <a:avLst/>
              <a:gdLst/>
              <a:ahLst/>
              <a:cxnLst/>
              <a:rect l="l" t="t" r="r" b="b"/>
              <a:pathLst>
                <a:path w="49529" h="62229">
                  <a:moveTo>
                    <a:pt x="0" y="61805"/>
                  </a:moveTo>
                  <a:lnTo>
                    <a:pt x="49511" y="30918"/>
                  </a:lnTo>
                  <a:lnTo>
                    <a:pt x="0" y="0"/>
                  </a:lnTo>
                </a:path>
              </a:pathLst>
            </a:custGeom>
            <a:ln w="10209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3306994" y="3934121"/>
              <a:ext cx="1437640" cy="866140"/>
            </a:xfrm>
            <a:custGeom>
              <a:avLst/>
              <a:gdLst/>
              <a:ahLst/>
              <a:cxnLst/>
              <a:rect l="l" t="t" r="r" b="b"/>
              <a:pathLst>
                <a:path w="1437639" h="866139">
                  <a:moveTo>
                    <a:pt x="1437142" y="0"/>
                  </a:moveTo>
                  <a:lnTo>
                    <a:pt x="0" y="865799"/>
                  </a:lnTo>
                </a:path>
              </a:pathLst>
            </a:custGeom>
            <a:ln w="12096">
              <a:solidFill>
                <a:srgbClr val="00AEE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3901224" y="3695497"/>
              <a:ext cx="454025" cy="1115695"/>
            </a:xfrm>
            <a:custGeom>
              <a:avLst/>
              <a:gdLst/>
              <a:ahLst/>
              <a:cxnLst/>
              <a:rect l="l" t="t" r="r" b="b"/>
              <a:pathLst>
                <a:path w="454025" h="1115695">
                  <a:moveTo>
                    <a:pt x="453555" y="0"/>
                  </a:moveTo>
                  <a:lnTo>
                    <a:pt x="0" y="1115401"/>
                  </a:lnTo>
                </a:path>
              </a:pathLst>
            </a:custGeom>
            <a:ln w="10122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3304702" y="3944874"/>
              <a:ext cx="67945" cy="1270"/>
            </a:xfrm>
            <a:custGeom>
              <a:avLst/>
              <a:gdLst/>
              <a:ahLst/>
              <a:cxnLst/>
              <a:rect l="l" t="t" r="r" b="b"/>
              <a:pathLst>
                <a:path w="67945" h="1270">
                  <a:moveTo>
                    <a:pt x="67543" y="0"/>
                  </a:moveTo>
                  <a:lnTo>
                    <a:pt x="0" y="701"/>
                  </a:lnTo>
                  <a:lnTo>
                    <a:pt x="67543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3304709" y="3944885"/>
              <a:ext cx="67945" cy="1270"/>
            </a:xfrm>
            <a:custGeom>
              <a:avLst/>
              <a:gdLst/>
              <a:ahLst/>
              <a:cxnLst/>
              <a:rect l="l" t="t" r="r" b="b"/>
              <a:pathLst>
                <a:path w="67945" h="1270">
                  <a:moveTo>
                    <a:pt x="67548" y="0"/>
                  </a:moveTo>
                  <a:lnTo>
                    <a:pt x="0" y="731"/>
                  </a:lnTo>
                </a:path>
              </a:pathLst>
            </a:custGeom>
            <a:ln w="5064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3303544" y="3692774"/>
              <a:ext cx="67945" cy="1270"/>
            </a:xfrm>
            <a:custGeom>
              <a:avLst/>
              <a:gdLst/>
              <a:ahLst/>
              <a:cxnLst/>
              <a:rect l="l" t="t" r="r" b="b"/>
              <a:pathLst>
                <a:path w="67945" h="1270">
                  <a:moveTo>
                    <a:pt x="67543" y="0"/>
                  </a:moveTo>
                  <a:lnTo>
                    <a:pt x="0" y="731"/>
                  </a:lnTo>
                  <a:lnTo>
                    <a:pt x="67543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3303551" y="3692814"/>
              <a:ext cx="67945" cy="1270"/>
            </a:xfrm>
            <a:custGeom>
              <a:avLst/>
              <a:gdLst/>
              <a:ahLst/>
              <a:cxnLst/>
              <a:rect l="l" t="t" r="r" b="b"/>
              <a:pathLst>
                <a:path w="67945" h="1270">
                  <a:moveTo>
                    <a:pt x="67518" y="0"/>
                  </a:moveTo>
                  <a:lnTo>
                    <a:pt x="0" y="701"/>
                  </a:lnTo>
                </a:path>
              </a:pathLst>
            </a:custGeom>
            <a:ln w="5064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3193478" y="3527576"/>
              <a:ext cx="1637030" cy="1409065"/>
            </a:xfrm>
            <a:custGeom>
              <a:avLst/>
              <a:gdLst/>
              <a:ahLst/>
              <a:cxnLst/>
              <a:rect l="l" t="t" r="r" b="b"/>
              <a:pathLst>
                <a:path w="1637029" h="1409064">
                  <a:moveTo>
                    <a:pt x="63334" y="173558"/>
                  </a:moveTo>
                  <a:lnTo>
                    <a:pt x="62077" y="168440"/>
                  </a:lnTo>
                  <a:lnTo>
                    <a:pt x="61988" y="168097"/>
                  </a:lnTo>
                  <a:lnTo>
                    <a:pt x="56680" y="158711"/>
                  </a:lnTo>
                  <a:lnTo>
                    <a:pt x="53733" y="155765"/>
                  </a:lnTo>
                  <a:lnTo>
                    <a:pt x="53733" y="185166"/>
                  </a:lnTo>
                  <a:lnTo>
                    <a:pt x="52692" y="190169"/>
                  </a:lnTo>
                  <a:lnTo>
                    <a:pt x="35712" y="207721"/>
                  </a:lnTo>
                  <a:lnTo>
                    <a:pt x="27851" y="207721"/>
                  </a:lnTo>
                  <a:lnTo>
                    <a:pt x="12649" y="195224"/>
                  </a:lnTo>
                  <a:lnTo>
                    <a:pt x="10668" y="191198"/>
                  </a:lnTo>
                  <a:lnTo>
                    <a:pt x="9690" y="186296"/>
                  </a:lnTo>
                  <a:lnTo>
                    <a:pt x="9766" y="173926"/>
                  </a:lnTo>
                  <a:lnTo>
                    <a:pt x="10668" y="169379"/>
                  </a:lnTo>
                  <a:lnTo>
                    <a:pt x="14681" y="161124"/>
                  </a:lnTo>
                  <a:lnTo>
                    <a:pt x="17335" y="157975"/>
                  </a:lnTo>
                  <a:lnTo>
                    <a:pt x="23977" y="153746"/>
                  </a:lnTo>
                  <a:lnTo>
                    <a:pt x="27978" y="152679"/>
                  </a:lnTo>
                  <a:lnTo>
                    <a:pt x="36931" y="152679"/>
                  </a:lnTo>
                  <a:lnTo>
                    <a:pt x="40932" y="153746"/>
                  </a:lnTo>
                  <a:lnTo>
                    <a:pt x="40741" y="153746"/>
                  </a:lnTo>
                  <a:lnTo>
                    <a:pt x="46482" y="157429"/>
                  </a:lnTo>
                  <a:lnTo>
                    <a:pt x="48818" y="160362"/>
                  </a:lnTo>
                  <a:lnTo>
                    <a:pt x="52692" y="168986"/>
                  </a:lnTo>
                  <a:lnTo>
                    <a:pt x="53632" y="173558"/>
                  </a:lnTo>
                  <a:lnTo>
                    <a:pt x="53733" y="185166"/>
                  </a:lnTo>
                  <a:lnTo>
                    <a:pt x="53733" y="155765"/>
                  </a:lnTo>
                  <a:lnTo>
                    <a:pt x="52882" y="154901"/>
                  </a:lnTo>
                  <a:lnTo>
                    <a:pt x="49187" y="152679"/>
                  </a:lnTo>
                  <a:lnTo>
                    <a:pt x="43446" y="149288"/>
                  </a:lnTo>
                  <a:lnTo>
                    <a:pt x="43573" y="149288"/>
                  </a:lnTo>
                  <a:lnTo>
                    <a:pt x="38150" y="147891"/>
                  </a:lnTo>
                  <a:lnTo>
                    <a:pt x="26390" y="147891"/>
                  </a:lnTo>
                  <a:lnTo>
                    <a:pt x="0" y="188582"/>
                  </a:lnTo>
                  <a:lnTo>
                    <a:pt x="2616" y="195872"/>
                  </a:lnTo>
                  <a:lnTo>
                    <a:pt x="13004" y="207721"/>
                  </a:lnTo>
                  <a:lnTo>
                    <a:pt x="19659" y="211112"/>
                  </a:lnTo>
                  <a:lnTo>
                    <a:pt x="27736" y="211899"/>
                  </a:lnTo>
                  <a:lnTo>
                    <a:pt x="27609" y="216687"/>
                  </a:lnTo>
                  <a:lnTo>
                    <a:pt x="40322" y="227355"/>
                  </a:lnTo>
                  <a:lnTo>
                    <a:pt x="48006" y="227355"/>
                  </a:lnTo>
                  <a:lnTo>
                    <a:pt x="53238" y="225590"/>
                  </a:lnTo>
                  <a:lnTo>
                    <a:pt x="59093" y="222021"/>
                  </a:lnTo>
                  <a:lnTo>
                    <a:pt x="56718" y="218452"/>
                  </a:lnTo>
                  <a:lnTo>
                    <a:pt x="54495" y="219735"/>
                  </a:lnTo>
                  <a:lnTo>
                    <a:pt x="52539" y="220611"/>
                  </a:lnTo>
                  <a:lnTo>
                    <a:pt x="50838" y="221170"/>
                  </a:lnTo>
                  <a:lnTo>
                    <a:pt x="49098" y="221678"/>
                  </a:lnTo>
                  <a:lnTo>
                    <a:pt x="46799" y="222021"/>
                  </a:lnTo>
                  <a:lnTo>
                    <a:pt x="43091" y="222021"/>
                  </a:lnTo>
                  <a:lnTo>
                    <a:pt x="40538" y="221170"/>
                  </a:lnTo>
                  <a:lnTo>
                    <a:pt x="40157" y="220891"/>
                  </a:lnTo>
                  <a:lnTo>
                    <a:pt x="36817" y="217970"/>
                  </a:lnTo>
                  <a:lnTo>
                    <a:pt x="35928" y="215950"/>
                  </a:lnTo>
                  <a:lnTo>
                    <a:pt x="36017" y="211899"/>
                  </a:lnTo>
                  <a:lnTo>
                    <a:pt x="44132" y="210896"/>
                  </a:lnTo>
                  <a:lnTo>
                    <a:pt x="50241" y="207721"/>
                  </a:lnTo>
                  <a:lnTo>
                    <a:pt x="50711" y="207479"/>
                  </a:lnTo>
                  <a:lnTo>
                    <a:pt x="60756" y="195872"/>
                  </a:lnTo>
                  <a:lnTo>
                    <a:pt x="61010" y="195224"/>
                  </a:lnTo>
                  <a:lnTo>
                    <a:pt x="63309" y="188582"/>
                  </a:lnTo>
                  <a:lnTo>
                    <a:pt x="63334" y="173558"/>
                  </a:lnTo>
                  <a:close/>
                </a:path>
                <a:path w="1637029" h="1409064">
                  <a:moveTo>
                    <a:pt x="72720" y="412521"/>
                  </a:moveTo>
                  <a:lnTo>
                    <a:pt x="69824" y="407428"/>
                  </a:lnTo>
                  <a:lnTo>
                    <a:pt x="65252" y="404685"/>
                  </a:lnTo>
                  <a:lnTo>
                    <a:pt x="63512" y="403656"/>
                  </a:lnTo>
                  <a:lnTo>
                    <a:pt x="63512" y="414528"/>
                  </a:lnTo>
                  <a:lnTo>
                    <a:pt x="63512" y="422452"/>
                  </a:lnTo>
                  <a:lnTo>
                    <a:pt x="62687" y="425843"/>
                  </a:lnTo>
                  <a:lnTo>
                    <a:pt x="56591" y="432396"/>
                  </a:lnTo>
                  <a:lnTo>
                    <a:pt x="52603" y="432663"/>
                  </a:lnTo>
                  <a:lnTo>
                    <a:pt x="36842" y="432663"/>
                  </a:lnTo>
                  <a:lnTo>
                    <a:pt x="36766" y="409321"/>
                  </a:lnTo>
                  <a:lnTo>
                    <a:pt x="36664" y="407949"/>
                  </a:lnTo>
                  <a:lnTo>
                    <a:pt x="36626" y="407428"/>
                  </a:lnTo>
                  <a:lnTo>
                    <a:pt x="38100" y="406425"/>
                  </a:lnTo>
                  <a:lnTo>
                    <a:pt x="40017" y="404964"/>
                  </a:lnTo>
                  <a:lnTo>
                    <a:pt x="45923" y="404685"/>
                  </a:lnTo>
                  <a:lnTo>
                    <a:pt x="52057" y="404685"/>
                  </a:lnTo>
                  <a:lnTo>
                    <a:pt x="56324" y="405422"/>
                  </a:lnTo>
                  <a:lnTo>
                    <a:pt x="59245" y="407949"/>
                  </a:lnTo>
                  <a:lnTo>
                    <a:pt x="62179" y="410603"/>
                  </a:lnTo>
                  <a:lnTo>
                    <a:pt x="63512" y="414528"/>
                  </a:lnTo>
                  <a:lnTo>
                    <a:pt x="63512" y="403656"/>
                  </a:lnTo>
                  <a:lnTo>
                    <a:pt x="60159" y="401662"/>
                  </a:lnTo>
                  <a:lnTo>
                    <a:pt x="54762" y="401116"/>
                  </a:lnTo>
                  <a:lnTo>
                    <a:pt x="19710" y="401116"/>
                  </a:lnTo>
                  <a:lnTo>
                    <a:pt x="19710" y="403860"/>
                  </a:lnTo>
                  <a:lnTo>
                    <a:pt x="28371" y="404507"/>
                  </a:lnTo>
                  <a:lnTo>
                    <a:pt x="27965" y="407428"/>
                  </a:lnTo>
                  <a:lnTo>
                    <a:pt x="27889" y="407949"/>
                  </a:lnTo>
                  <a:lnTo>
                    <a:pt x="27825" y="455282"/>
                  </a:lnTo>
                  <a:lnTo>
                    <a:pt x="25539" y="459854"/>
                  </a:lnTo>
                  <a:lnTo>
                    <a:pt x="22974" y="460222"/>
                  </a:lnTo>
                  <a:lnTo>
                    <a:pt x="19710" y="460463"/>
                  </a:lnTo>
                  <a:lnTo>
                    <a:pt x="19710" y="463232"/>
                  </a:lnTo>
                  <a:lnTo>
                    <a:pt x="46329" y="463232"/>
                  </a:lnTo>
                  <a:lnTo>
                    <a:pt x="46329" y="460463"/>
                  </a:lnTo>
                  <a:lnTo>
                    <a:pt x="45427" y="460463"/>
                  </a:lnTo>
                  <a:lnTo>
                    <a:pt x="38912" y="460032"/>
                  </a:lnTo>
                  <a:lnTo>
                    <a:pt x="36753" y="455282"/>
                  </a:lnTo>
                  <a:lnTo>
                    <a:pt x="36626" y="455002"/>
                  </a:lnTo>
                  <a:lnTo>
                    <a:pt x="36842" y="451383"/>
                  </a:lnTo>
                  <a:lnTo>
                    <a:pt x="36842" y="436054"/>
                  </a:lnTo>
                  <a:lnTo>
                    <a:pt x="54978" y="436054"/>
                  </a:lnTo>
                  <a:lnTo>
                    <a:pt x="61531" y="435406"/>
                  </a:lnTo>
                  <a:lnTo>
                    <a:pt x="65125" y="432663"/>
                  </a:lnTo>
                  <a:lnTo>
                    <a:pt x="66078" y="431939"/>
                  </a:lnTo>
                  <a:lnTo>
                    <a:pt x="70370" y="428739"/>
                  </a:lnTo>
                  <a:lnTo>
                    <a:pt x="72720" y="423646"/>
                  </a:lnTo>
                  <a:lnTo>
                    <a:pt x="72720" y="412521"/>
                  </a:lnTo>
                  <a:close/>
                </a:path>
                <a:path w="1637029" h="1409064">
                  <a:moveTo>
                    <a:pt x="73266" y="1612"/>
                  </a:moveTo>
                  <a:lnTo>
                    <a:pt x="71526" y="0"/>
                  </a:lnTo>
                  <a:lnTo>
                    <a:pt x="69342" y="0"/>
                  </a:lnTo>
                  <a:lnTo>
                    <a:pt x="63309" y="2235"/>
                  </a:lnTo>
                  <a:lnTo>
                    <a:pt x="57404" y="7594"/>
                  </a:lnTo>
                  <a:lnTo>
                    <a:pt x="52235" y="14109"/>
                  </a:lnTo>
                  <a:lnTo>
                    <a:pt x="48463" y="19786"/>
                  </a:lnTo>
                  <a:lnTo>
                    <a:pt x="41998" y="889"/>
                  </a:lnTo>
                  <a:lnTo>
                    <a:pt x="39522" y="889"/>
                  </a:lnTo>
                  <a:lnTo>
                    <a:pt x="35864" y="2349"/>
                  </a:lnTo>
                  <a:lnTo>
                    <a:pt x="32054" y="3263"/>
                  </a:lnTo>
                  <a:lnTo>
                    <a:pt x="28130" y="3352"/>
                  </a:lnTo>
                  <a:lnTo>
                    <a:pt x="27762" y="6096"/>
                  </a:lnTo>
                  <a:lnTo>
                    <a:pt x="34798" y="7010"/>
                  </a:lnTo>
                  <a:lnTo>
                    <a:pt x="36144" y="11099"/>
                  </a:lnTo>
                  <a:lnTo>
                    <a:pt x="40259" y="21882"/>
                  </a:lnTo>
                  <a:lnTo>
                    <a:pt x="37236" y="27063"/>
                  </a:lnTo>
                  <a:lnTo>
                    <a:pt x="32054" y="37096"/>
                  </a:lnTo>
                  <a:lnTo>
                    <a:pt x="25146" y="37096"/>
                  </a:lnTo>
                  <a:lnTo>
                    <a:pt x="19964" y="36639"/>
                  </a:lnTo>
                  <a:lnTo>
                    <a:pt x="17030" y="37833"/>
                  </a:lnTo>
                  <a:lnTo>
                    <a:pt x="17030" y="43929"/>
                  </a:lnTo>
                  <a:lnTo>
                    <a:pt x="18948" y="45783"/>
                  </a:lnTo>
                  <a:lnTo>
                    <a:pt x="21577" y="45783"/>
                  </a:lnTo>
                  <a:lnTo>
                    <a:pt x="28016" y="43624"/>
                  </a:lnTo>
                  <a:lnTo>
                    <a:pt x="33604" y="38354"/>
                  </a:lnTo>
                  <a:lnTo>
                    <a:pt x="38239" y="31800"/>
                  </a:lnTo>
                  <a:lnTo>
                    <a:pt x="41808" y="25793"/>
                  </a:lnTo>
                  <a:lnTo>
                    <a:pt x="47358" y="39103"/>
                  </a:lnTo>
                  <a:lnTo>
                    <a:pt x="50012" y="45783"/>
                  </a:lnTo>
                  <a:lnTo>
                    <a:pt x="61658" y="45783"/>
                  </a:lnTo>
                  <a:lnTo>
                    <a:pt x="66687" y="42951"/>
                  </a:lnTo>
                  <a:lnTo>
                    <a:pt x="69430" y="40017"/>
                  </a:lnTo>
                  <a:lnTo>
                    <a:pt x="67411" y="38188"/>
                  </a:lnTo>
                  <a:lnTo>
                    <a:pt x="65862" y="39293"/>
                  </a:lnTo>
                  <a:lnTo>
                    <a:pt x="64401" y="40208"/>
                  </a:lnTo>
                  <a:lnTo>
                    <a:pt x="55562" y="40208"/>
                  </a:lnTo>
                  <a:lnTo>
                    <a:pt x="52387" y="27978"/>
                  </a:lnTo>
                  <a:lnTo>
                    <a:pt x="50101" y="23050"/>
                  </a:lnTo>
                  <a:lnTo>
                    <a:pt x="62877" y="8839"/>
                  </a:lnTo>
                  <a:lnTo>
                    <a:pt x="70154" y="8839"/>
                  </a:lnTo>
                  <a:lnTo>
                    <a:pt x="73266" y="7099"/>
                  </a:lnTo>
                  <a:lnTo>
                    <a:pt x="73266" y="1612"/>
                  </a:lnTo>
                  <a:close/>
                </a:path>
                <a:path w="1637029" h="1409064">
                  <a:moveTo>
                    <a:pt x="132054" y="1366723"/>
                  </a:moveTo>
                  <a:lnTo>
                    <a:pt x="130746" y="1355813"/>
                  </a:lnTo>
                  <a:lnTo>
                    <a:pt x="130721" y="1355598"/>
                  </a:lnTo>
                  <a:lnTo>
                    <a:pt x="126365" y="1345247"/>
                  </a:lnTo>
                  <a:lnTo>
                    <a:pt x="126263" y="1345018"/>
                  </a:lnTo>
                  <a:lnTo>
                    <a:pt x="123964" y="1342732"/>
                  </a:lnTo>
                  <a:lnTo>
                    <a:pt x="122097" y="1340929"/>
                  </a:lnTo>
                  <a:lnTo>
                    <a:pt x="122097" y="1366723"/>
                  </a:lnTo>
                  <a:lnTo>
                    <a:pt x="121716" y="1374495"/>
                  </a:lnTo>
                  <a:lnTo>
                    <a:pt x="121678" y="1375219"/>
                  </a:lnTo>
                  <a:lnTo>
                    <a:pt x="119735" y="1384490"/>
                  </a:lnTo>
                  <a:lnTo>
                    <a:pt x="115227" y="1392059"/>
                  </a:lnTo>
                  <a:lnTo>
                    <a:pt x="115011" y="1392059"/>
                  </a:lnTo>
                  <a:lnTo>
                    <a:pt x="107340" y="1395018"/>
                  </a:lnTo>
                  <a:lnTo>
                    <a:pt x="92405" y="1362087"/>
                  </a:lnTo>
                  <a:lnTo>
                    <a:pt x="93027" y="1355813"/>
                  </a:lnTo>
                  <a:lnTo>
                    <a:pt x="103809" y="1338922"/>
                  </a:lnTo>
                  <a:lnTo>
                    <a:pt x="107073" y="1338922"/>
                  </a:lnTo>
                  <a:lnTo>
                    <a:pt x="115176" y="1341843"/>
                  </a:lnTo>
                  <a:lnTo>
                    <a:pt x="119710" y="1349032"/>
                  </a:lnTo>
                  <a:lnTo>
                    <a:pt x="121666" y="1358112"/>
                  </a:lnTo>
                  <a:lnTo>
                    <a:pt x="122097" y="1366723"/>
                  </a:lnTo>
                  <a:lnTo>
                    <a:pt x="122097" y="1340929"/>
                  </a:lnTo>
                  <a:lnTo>
                    <a:pt x="120040" y="1338922"/>
                  </a:lnTo>
                  <a:lnTo>
                    <a:pt x="118491" y="1337411"/>
                  </a:lnTo>
                  <a:lnTo>
                    <a:pt x="118846" y="1337411"/>
                  </a:lnTo>
                  <a:lnTo>
                    <a:pt x="106794" y="1334350"/>
                  </a:lnTo>
                  <a:lnTo>
                    <a:pt x="82423" y="1366723"/>
                  </a:lnTo>
                  <a:lnTo>
                    <a:pt x="82499" y="1375219"/>
                  </a:lnTo>
                  <a:lnTo>
                    <a:pt x="84086" y="1382966"/>
                  </a:lnTo>
                  <a:lnTo>
                    <a:pt x="88392" y="1389341"/>
                  </a:lnTo>
                  <a:lnTo>
                    <a:pt x="92684" y="1395653"/>
                  </a:lnTo>
                  <a:lnTo>
                    <a:pt x="99415" y="1399578"/>
                  </a:lnTo>
                  <a:lnTo>
                    <a:pt x="115265" y="1399578"/>
                  </a:lnTo>
                  <a:lnTo>
                    <a:pt x="122555" y="1395107"/>
                  </a:lnTo>
                  <a:lnTo>
                    <a:pt x="126758" y="1388249"/>
                  </a:lnTo>
                  <a:lnTo>
                    <a:pt x="130695" y="1382052"/>
                  </a:lnTo>
                  <a:lnTo>
                    <a:pt x="131889" y="1375727"/>
                  </a:lnTo>
                  <a:lnTo>
                    <a:pt x="131991" y="1375219"/>
                  </a:lnTo>
                  <a:lnTo>
                    <a:pt x="132054" y="1366723"/>
                  </a:lnTo>
                  <a:close/>
                </a:path>
                <a:path w="1637029" h="1409064">
                  <a:moveTo>
                    <a:pt x="650163" y="907300"/>
                  </a:moveTo>
                  <a:lnTo>
                    <a:pt x="642937" y="906932"/>
                  </a:lnTo>
                  <a:lnTo>
                    <a:pt x="641565" y="901484"/>
                  </a:lnTo>
                  <a:lnTo>
                    <a:pt x="639318" y="895807"/>
                  </a:lnTo>
                  <a:lnTo>
                    <a:pt x="635876" y="887056"/>
                  </a:lnTo>
                  <a:lnTo>
                    <a:pt x="634225" y="882853"/>
                  </a:lnTo>
                  <a:lnTo>
                    <a:pt x="624535" y="858164"/>
                  </a:lnTo>
                  <a:lnTo>
                    <a:pt x="624535" y="882853"/>
                  </a:lnTo>
                  <a:lnTo>
                    <a:pt x="604050" y="882853"/>
                  </a:lnTo>
                  <a:lnTo>
                    <a:pt x="614172" y="855789"/>
                  </a:lnTo>
                  <a:lnTo>
                    <a:pt x="624535" y="882853"/>
                  </a:lnTo>
                  <a:lnTo>
                    <a:pt x="624535" y="858164"/>
                  </a:lnTo>
                  <a:lnTo>
                    <a:pt x="623608" y="855789"/>
                  </a:lnTo>
                  <a:lnTo>
                    <a:pt x="620534" y="847953"/>
                  </a:lnTo>
                  <a:lnTo>
                    <a:pt x="612063" y="847953"/>
                  </a:lnTo>
                  <a:lnTo>
                    <a:pt x="596823" y="887056"/>
                  </a:lnTo>
                  <a:lnTo>
                    <a:pt x="593013" y="897267"/>
                  </a:lnTo>
                  <a:lnTo>
                    <a:pt x="588657" y="905040"/>
                  </a:lnTo>
                  <a:lnTo>
                    <a:pt x="587070" y="906106"/>
                  </a:lnTo>
                  <a:lnTo>
                    <a:pt x="582714" y="907122"/>
                  </a:lnTo>
                  <a:lnTo>
                    <a:pt x="581710" y="907300"/>
                  </a:lnTo>
                  <a:lnTo>
                    <a:pt x="581710" y="910043"/>
                  </a:lnTo>
                  <a:lnTo>
                    <a:pt x="606120" y="910043"/>
                  </a:lnTo>
                  <a:lnTo>
                    <a:pt x="606120" y="907300"/>
                  </a:lnTo>
                  <a:lnTo>
                    <a:pt x="602627" y="906932"/>
                  </a:lnTo>
                  <a:lnTo>
                    <a:pt x="602132" y="906932"/>
                  </a:lnTo>
                  <a:lnTo>
                    <a:pt x="598106" y="905929"/>
                  </a:lnTo>
                  <a:lnTo>
                    <a:pt x="598170" y="899096"/>
                  </a:lnTo>
                  <a:lnTo>
                    <a:pt x="600202" y="893826"/>
                  </a:lnTo>
                  <a:lnTo>
                    <a:pt x="602729" y="887056"/>
                  </a:lnTo>
                  <a:lnTo>
                    <a:pt x="626211" y="887056"/>
                  </a:lnTo>
                  <a:lnTo>
                    <a:pt x="630288" y="897724"/>
                  </a:lnTo>
                  <a:lnTo>
                    <a:pt x="630834" y="899096"/>
                  </a:lnTo>
                  <a:lnTo>
                    <a:pt x="631634" y="901204"/>
                  </a:lnTo>
                  <a:lnTo>
                    <a:pt x="631634" y="906297"/>
                  </a:lnTo>
                  <a:lnTo>
                    <a:pt x="627545" y="906932"/>
                  </a:lnTo>
                  <a:lnTo>
                    <a:pt x="624535" y="907300"/>
                  </a:lnTo>
                  <a:lnTo>
                    <a:pt x="624535" y="910043"/>
                  </a:lnTo>
                  <a:lnTo>
                    <a:pt x="650163" y="910043"/>
                  </a:lnTo>
                  <a:lnTo>
                    <a:pt x="650163" y="907300"/>
                  </a:lnTo>
                  <a:close/>
                </a:path>
                <a:path w="1637029" h="1409064">
                  <a:moveTo>
                    <a:pt x="960513" y="975093"/>
                  </a:moveTo>
                  <a:lnTo>
                    <a:pt x="954024" y="971067"/>
                  </a:lnTo>
                  <a:lnTo>
                    <a:pt x="952398" y="970064"/>
                  </a:lnTo>
                  <a:lnTo>
                    <a:pt x="950302" y="969746"/>
                  </a:lnTo>
                  <a:lnTo>
                    <a:pt x="950302" y="978623"/>
                  </a:lnTo>
                  <a:lnTo>
                    <a:pt x="950302" y="989203"/>
                  </a:lnTo>
                  <a:lnTo>
                    <a:pt x="948016" y="993863"/>
                  </a:lnTo>
                  <a:lnTo>
                    <a:pt x="943622" y="996302"/>
                  </a:lnTo>
                  <a:lnTo>
                    <a:pt x="939634" y="998588"/>
                  </a:lnTo>
                  <a:lnTo>
                    <a:pt x="933627" y="999134"/>
                  </a:lnTo>
                  <a:lnTo>
                    <a:pt x="926223" y="999134"/>
                  </a:lnTo>
                  <a:lnTo>
                    <a:pt x="920305" y="998867"/>
                  </a:lnTo>
                  <a:lnTo>
                    <a:pt x="918387" y="996784"/>
                  </a:lnTo>
                  <a:lnTo>
                    <a:pt x="916686" y="994867"/>
                  </a:lnTo>
                  <a:lnTo>
                    <a:pt x="916736" y="971067"/>
                  </a:lnTo>
                  <a:lnTo>
                    <a:pt x="937729" y="971067"/>
                  </a:lnTo>
                  <a:lnTo>
                    <a:pt x="947737" y="973505"/>
                  </a:lnTo>
                  <a:lnTo>
                    <a:pt x="950302" y="978623"/>
                  </a:lnTo>
                  <a:lnTo>
                    <a:pt x="950302" y="969746"/>
                  </a:lnTo>
                  <a:lnTo>
                    <a:pt x="944079" y="968781"/>
                  </a:lnTo>
                  <a:lnTo>
                    <a:pt x="944079" y="968590"/>
                  </a:lnTo>
                  <a:lnTo>
                    <a:pt x="950036" y="967498"/>
                  </a:lnTo>
                  <a:lnTo>
                    <a:pt x="950747" y="967498"/>
                  </a:lnTo>
                  <a:lnTo>
                    <a:pt x="957224" y="963383"/>
                  </a:lnTo>
                  <a:lnTo>
                    <a:pt x="957224" y="949274"/>
                  </a:lnTo>
                  <a:lnTo>
                    <a:pt x="952830" y="944702"/>
                  </a:lnTo>
                  <a:lnTo>
                    <a:pt x="951534" y="944245"/>
                  </a:lnTo>
                  <a:lnTo>
                    <a:pt x="947737" y="942911"/>
                  </a:lnTo>
                  <a:lnTo>
                    <a:pt x="947737" y="945527"/>
                  </a:lnTo>
                  <a:lnTo>
                    <a:pt x="947737" y="967498"/>
                  </a:lnTo>
                  <a:lnTo>
                    <a:pt x="916736" y="967498"/>
                  </a:lnTo>
                  <a:lnTo>
                    <a:pt x="916686" y="947712"/>
                  </a:lnTo>
                  <a:lnTo>
                    <a:pt x="918476" y="946073"/>
                  </a:lnTo>
                  <a:lnTo>
                    <a:pt x="920673" y="944245"/>
                  </a:lnTo>
                  <a:lnTo>
                    <a:pt x="937704" y="944245"/>
                  </a:lnTo>
                  <a:lnTo>
                    <a:pt x="947737" y="945527"/>
                  </a:lnTo>
                  <a:lnTo>
                    <a:pt x="947737" y="942911"/>
                  </a:lnTo>
                  <a:lnTo>
                    <a:pt x="942555" y="941070"/>
                  </a:lnTo>
                  <a:lnTo>
                    <a:pt x="935520" y="940892"/>
                  </a:lnTo>
                  <a:lnTo>
                    <a:pt x="899337" y="940892"/>
                  </a:lnTo>
                  <a:lnTo>
                    <a:pt x="899337" y="943597"/>
                  </a:lnTo>
                  <a:lnTo>
                    <a:pt x="900798" y="943787"/>
                  </a:lnTo>
                  <a:lnTo>
                    <a:pt x="908304" y="944245"/>
                  </a:lnTo>
                  <a:lnTo>
                    <a:pt x="907834" y="947712"/>
                  </a:lnTo>
                  <a:lnTo>
                    <a:pt x="907808" y="995057"/>
                  </a:lnTo>
                  <a:lnTo>
                    <a:pt x="898969" y="1000239"/>
                  </a:lnTo>
                  <a:lnTo>
                    <a:pt x="899337" y="1000239"/>
                  </a:lnTo>
                  <a:lnTo>
                    <a:pt x="899337" y="1002982"/>
                  </a:lnTo>
                  <a:lnTo>
                    <a:pt x="937717" y="1002982"/>
                  </a:lnTo>
                  <a:lnTo>
                    <a:pt x="945184" y="1002703"/>
                  </a:lnTo>
                  <a:lnTo>
                    <a:pt x="952296" y="999134"/>
                  </a:lnTo>
                  <a:lnTo>
                    <a:pt x="956945" y="996784"/>
                  </a:lnTo>
                  <a:lnTo>
                    <a:pt x="960513" y="991298"/>
                  </a:lnTo>
                  <a:lnTo>
                    <a:pt x="960513" y="975093"/>
                  </a:lnTo>
                  <a:close/>
                </a:path>
                <a:path w="1637029" h="1409064">
                  <a:moveTo>
                    <a:pt x="1636471" y="1363675"/>
                  </a:moveTo>
                  <a:lnTo>
                    <a:pt x="1623606" y="1363675"/>
                  </a:lnTo>
                  <a:lnTo>
                    <a:pt x="1626438" y="1347254"/>
                  </a:lnTo>
                  <a:lnTo>
                    <a:pt x="1623085" y="1347254"/>
                  </a:lnTo>
                  <a:lnTo>
                    <a:pt x="1621167" y="1356817"/>
                  </a:lnTo>
                  <a:lnTo>
                    <a:pt x="1618234" y="1363306"/>
                  </a:lnTo>
                  <a:lnTo>
                    <a:pt x="1607515" y="1363675"/>
                  </a:lnTo>
                  <a:lnTo>
                    <a:pt x="1607058" y="1366393"/>
                  </a:lnTo>
                  <a:lnTo>
                    <a:pt x="1614792" y="1366393"/>
                  </a:lnTo>
                  <a:lnTo>
                    <a:pt x="1609674" y="1395310"/>
                  </a:lnTo>
                  <a:lnTo>
                    <a:pt x="1609039" y="1398333"/>
                  </a:lnTo>
                  <a:lnTo>
                    <a:pt x="1609039" y="1406893"/>
                  </a:lnTo>
                  <a:lnTo>
                    <a:pt x="1615071" y="1408544"/>
                  </a:lnTo>
                  <a:lnTo>
                    <a:pt x="1625066" y="1408544"/>
                  </a:lnTo>
                  <a:lnTo>
                    <a:pt x="1630273" y="1406347"/>
                  </a:lnTo>
                  <a:lnTo>
                    <a:pt x="1633905" y="1402778"/>
                  </a:lnTo>
                  <a:lnTo>
                    <a:pt x="1631924" y="1400492"/>
                  </a:lnTo>
                  <a:lnTo>
                    <a:pt x="1629460" y="1402689"/>
                  </a:lnTo>
                  <a:lnTo>
                    <a:pt x="1626438" y="1404607"/>
                  </a:lnTo>
                  <a:lnTo>
                    <a:pt x="1619338" y="1404607"/>
                  </a:lnTo>
                  <a:lnTo>
                    <a:pt x="1617776" y="1402054"/>
                  </a:lnTo>
                  <a:lnTo>
                    <a:pt x="1617776" y="1396136"/>
                  </a:lnTo>
                  <a:lnTo>
                    <a:pt x="1618691" y="1391196"/>
                  </a:lnTo>
                  <a:lnTo>
                    <a:pt x="1623085" y="1366393"/>
                  </a:lnTo>
                  <a:lnTo>
                    <a:pt x="1636014" y="1366393"/>
                  </a:lnTo>
                  <a:lnTo>
                    <a:pt x="1636471" y="1363675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7" name="object 2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4273" y="2476958"/>
            <a:ext cx="5987215" cy="5987215"/>
          </a:xfrm>
          <a:prstGeom prst="rect">
            <a:avLst/>
          </a:prstGeom>
        </p:spPr>
      </p:pic>
      <p:sp>
        <p:nvSpPr>
          <p:cNvPr id="28" name="object 2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Reprint </a:t>
            </a:r>
            <a:r>
              <a:rPr dirty="0" spc="-10"/>
              <a:t>2026-</a:t>
            </a:r>
            <a:r>
              <a:rPr dirty="0" spc="-25"/>
              <a:t>27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7087" y="711695"/>
            <a:ext cx="164592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00AEEF"/>
                </a:solidFill>
                <a:latin typeface="Bookman Old Style"/>
                <a:cs typeface="Bookman Old Style"/>
              </a:rPr>
              <a:t>MOTION</a:t>
            </a:r>
            <a:r>
              <a:rPr dirty="0" sz="800" spc="22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800">
                <a:solidFill>
                  <a:srgbClr val="00AEEF"/>
                </a:solidFill>
                <a:latin typeface="Bookman Old Style"/>
                <a:cs typeface="Bookman Old Style"/>
              </a:rPr>
              <a:t>IN</a:t>
            </a:r>
            <a:r>
              <a:rPr dirty="0" sz="800" spc="22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800">
                <a:solidFill>
                  <a:srgbClr val="00AEEF"/>
                </a:solidFill>
                <a:latin typeface="Bookman Old Style"/>
                <a:cs typeface="Bookman Old Style"/>
              </a:rPr>
              <a:t>A</a:t>
            </a:r>
            <a:r>
              <a:rPr dirty="0" sz="800" spc="22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800">
                <a:solidFill>
                  <a:srgbClr val="00AEEF"/>
                </a:solidFill>
                <a:latin typeface="Bookman Old Style"/>
                <a:cs typeface="Bookman Old Style"/>
              </a:rPr>
              <a:t>STRAIGHT</a:t>
            </a:r>
            <a:r>
              <a:rPr dirty="0" sz="800" spc="225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800" spc="-20">
                <a:solidFill>
                  <a:srgbClr val="00AEEF"/>
                </a:solidFill>
                <a:latin typeface="Bookman Old Style"/>
                <a:cs typeface="Bookman Old Style"/>
              </a:rPr>
              <a:t>LINE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465823" y="711695"/>
            <a:ext cx="16192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5">
                <a:solidFill>
                  <a:srgbClr val="00AEEF"/>
                </a:solidFill>
                <a:latin typeface="Bookman Old Style"/>
                <a:cs typeface="Bookman Old Style"/>
              </a:rPr>
              <a:t>25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89787" y="880878"/>
            <a:ext cx="6019800" cy="50800"/>
          </a:xfrm>
          <a:custGeom>
            <a:avLst/>
            <a:gdLst/>
            <a:ahLst/>
            <a:cxnLst/>
            <a:rect l="l" t="t" r="r" b="b"/>
            <a:pathLst>
              <a:path w="6019800" h="50800">
                <a:moveTo>
                  <a:pt x="6019799" y="0"/>
                </a:moveTo>
                <a:lnTo>
                  <a:pt x="0" y="0"/>
                </a:lnTo>
                <a:lnTo>
                  <a:pt x="0" y="50804"/>
                </a:lnTo>
                <a:lnTo>
                  <a:pt x="6019799" y="50804"/>
                </a:lnTo>
                <a:lnTo>
                  <a:pt x="6019799" y="0"/>
                </a:lnTo>
                <a:close/>
              </a:path>
            </a:pathLst>
          </a:custGeom>
          <a:solidFill>
            <a:srgbClr val="00AE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86103" y="1028179"/>
            <a:ext cx="21336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 b="1">
                <a:solidFill>
                  <a:srgbClr val="00AEEF"/>
                </a:solidFill>
                <a:latin typeface="Bookman Old Style"/>
                <a:cs typeface="Bookman Old Style"/>
              </a:rPr>
              <a:t>2.8</a:t>
            </a:r>
            <a:endParaRPr sz="900">
              <a:latin typeface="Bookman Old Style"/>
              <a:cs typeface="Bookman Old Styl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43303" y="1028179"/>
            <a:ext cx="4599305" cy="15589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</a:t>
            </a:r>
            <a:r>
              <a:rPr dirty="0" sz="900" spc="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ball</a:t>
            </a:r>
            <a:r>
              <a:rPr dirty="0" sz="900" spc="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is</a:t>
            </a:r>
            <a:r>
              <a:rPr dirty="0" sz="900" spc="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dropped</a:t>
            </a:r>
            <a:r>
              <a:rPr dirty="0" sz="900" spc="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from</a:t>
            </a:r>
            <a:r>
              <a:rPr dirty="0" sz="900" spc="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</a:t>
            </a:r>
            <a:r>
              <a:rPr dirty="0" sz="900" spc="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height</a:t>
            </a:r>
            <a:r>
              <a:rPr dirty="0" sz="900" spc="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900" spc="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90</a:t>
            </a:r>
            <a:r>
              <a:rPr dirty="0" sz="900" spc="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m</a:t>
            </a:r>
            <a:r>
              <a:rPr dirty="0" sz="900" spc="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on</a:t>
            </a:r>
            <a:r>
              <a:rPr dirty="0" sz="900" spc="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</a:t>
            </a:r>
            <a:r>
              <a:rPr dirty="0" sz="900" spc="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floor.</a:t>
            </a:r>
            <a:r>
              <a:rPr dirty="0" sz="900" spc="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At</a:t>
            </a:r>
            <a:r>
              <a:rPr dirty="0" sz="900" spc="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each</a:t>
            </a:r>
            <a:r>
              <a:rPr dirty="0" sz="900" spc="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collision</a:t>
            </a:r>
            <a:r>
              <a:rPr dirty="0" sz="900" spc="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with</a:t>
            </a:r>
            <a:r>
              <a:rPr dirty="0" sz="900" spc="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 spc="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Bookman Old Style"/>
                <a:cs typeface="Bookman Old Style"/>
              </a:rPr>
              <a:t>floor,</a:t>
            </a:r>
            <a:r>
              <a:rPr dirty="0" sz="9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 spc="2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ball</a:t>
            </a:r>
            <a:r>
              <a:rPr dirty="0" sz="900" spc="2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loses</a:t>
            </a:r>
            <a:r>
              <a:rPr dirty="0" sz="900" spc="2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one</a:t>
            </a:r>
            <a:r>
              <a:rPr dirty="0" sz="900" spc="2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tenth</a:t>
            </a:r>
            <a:r>
              <a:rPr dirty="0" sz="900" spc="25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900" spc="2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its</a:t>
            </a:r>
            <a:r>
              <a:rPr dirty="0" sz="900" spc="2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speed.</a:t>
            </a:r>
            <a:r>
              <a:rPr dirty="0" sz="900" spc="2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Plot</a:t>
            </a:r>
            <a:r>
              <a:rPr dirty="0" sz="900" spc="2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 spc="25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speed-time</a:t>
            </a:r>
            <a:r>
              <a:rPr dirty="0" sz="900" spc="2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graph</a:t>
            </a:r>
            <a:r>
              <a:rPr dirty="0" sz="900" spc="2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900" spc="2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its</a:t>
            </a:r>
            <a:r>
              <a:rPr dirty="0" sz="900" spc="2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Bookman Old Style"/>
                <a:cs typeface="Bookman Old Style"/>
              </a:rPr>
              <a:t>motion</a:t>
            </a:r>
            <a:r>
              <a:rPr dirty="0" sz="9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between</a:t>
            </a:r>
            <a:r>
              <a:rPr dirty="0" sz="90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t</a:t>
            </a:r>
            <a:r>
              <a:rPr dirty="0" sz="900" spc="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=</a:t>
            </a:r>
            <a:r>
              <a:rPr dirty="0" sz="900" spc="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0</a:t>
            </a:r>
            <a:r>
              <a:rPr dirty="0" sz="900" spc="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to</a:t>
            </a:r>
            <a:r>
              <a:rPr dirty="0" sz="900" spc="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12</a:t>
            </a:r>
            <a:r>
              <a:rPr dirty="0" sz="900" spc="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25">
                <a:solidFill>
                  <a:srgbClr val="231F20"/>
                </a:solidFill>
                <a:latin typeface="Bookman Old Style"/>
                <a:cs typeface="Bookman Old Style"/>
              </a:rPr>
              <a:t>s.</a:t>
            </a:r>
            <a:endParaRPr sz="900">
              <a:latin typeface="Bookman Old Style"/>
              <a:cs typeface="Bookman Old Style"/>
            </a:endParaRPr>
          </a:p>
          <a:p>
            <a:pPr algn="just" marL="12700">
              <a:lnSpc>
                <a:spcPct val="100000"/>
              </a:lnSpc>
              <a:spcBef>
                <a:spcPts val="190"/>
              </a:spcBef>
            </a:pP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Explain</a:t>
            </a:r>
            <a:r>
              <a:rPr dirty="0" sz="900" spc="1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clearly,</a:t>
            </a:r>
            <a:r>
              <a:rPr dirty="0" sz="900" spc="1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with</a:t>
            </a:r>
            <a:r>
              <a:rPr dirty="0" sz="900" spc="1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examples,</a:t>
            </a:r>
            <a:r>
              <a:rPr dirty="0" sz="900" spc="1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 spc="11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distinction</a:t>
            </a:r>
            <a:r>
              <a:rPr dirty="0" sz="900" spc="1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between</a:t>
            </a:r>
            <a:r>
              <a:rPr dirty="0" sz="900" spc="1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50">
                <a:solidFill>
                  <a:srgbClr val="231F20"/>
                </a:solidFill>
                <a:latin typeface="Bookman Old Style"/>
                <a:cs typeface="Bookman Old Style"/>
              </a:rPr>
              <a:t>:</a:t>
            </a:r>
            <a:endParaRPr sz="900">
              <a:latin typeface="Bookman Old Style"/>
              <a:cs typeface="Bookman Old Style"/>
            </a:endParaRPr>
          </a:p>
          <a:p>
            <a:pPr algn="just" marL="199390" marR="8890" indent="-187325">
              <a:lnSpc>
                <a:spcPct val="100000"/>
              </a:lnSpc>
              <a:buAutoNum type="alphaLcParenBoth"/>
              <a:tabLst>
                <a:tab pos="201295" algn="l"/>
              </a:tabLst>
            </a:pP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magnitude</a:t>
            </a:r>
            <a:r>
              <a:rPr dirty="0" sz="900" spc="-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900" spc="-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Bookman Old Style"/>
                <a:cs typeface="Bookman Old Style"/>
              </a:rPr>
              <a:t>displacement</a:t>
            </a:r>
            <a:r>
              <a:rPr dirty="0" sz="900" spc="-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(sometimes</a:t>
            </a:r>
            <a:r>
              <a:rPr dirty="0" sz="900" spc="-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called</a:t>
            </a:r>
            <a:r>
              <a:rPr dirty="0" sz="900" spc="-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distance)</a:t>
            </a:r>
            <a:r>
              <a:rPr dirty="0" sz="900" spc="-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over</a:t>
            </a:r>
            <a:r>
              <a:rPr dirty="0" sz="900" spc="-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an</a:t>
            </a:r>
            <a:r>
              <a:rPr dirty="0" sz="900" spc="-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interval</a:t>
            </a:r>
            <a:r>
              <a:rPr dirty="0" sz="900" spc="-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900" spc="-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Bookman Old Style"/>
                <a:cs typeface="Bookman Old Style"/>
              </a:rPr>
              <a:t>time,</a:t>
            </a:r>
            <a:r>
              <a:rPr dirty="0" sz="9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and</a:t>
            </a:r>
            <a:r>
              <a:rPr dirty="0" sz="900" spc="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 spc="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total</a:t>
            </a:r>
            <a:r>
              <a:rPr dirty="0" sz="900" spc="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length</a:t>
            </a:r>
            <a:r>
              <a:rPr dirty="0" sz="900" spc="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900" spc="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path</a:t>
            </a:r>
            <a:r>
              <a:rPr dirty="0" sz="900" spc="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covered</a:t>
            </a:r>
            <a:r>
              <a:rPr dirty="0" sz="900" spc="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by</a:t>
            </a:r>
            <a:r>
              <a:rPr dirty="0" sz="900" spc="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</a:t>
            </a:r>
            <a:r>
              <a:rPr dirty="0" sz="900" spc="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particle</a:t>
            </a:r>
            <a:r>
              <a:rPr dirty="0" sz="900" spc="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over</a:t>
            </a:r>
            <a:r>
              <a:rPr dirty="0" sz="900" spc="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 spc="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same</a:t>
            </a:r>
            <a:r>
              <a:rPr dirty="0" sz="900" spc="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Bookman Old Style"/>
                <a:cs typeface="Bookman Old Style"/>
              </a:rPr>
              <a:t>interval;</a:t>
            </a:r>
            <a:endParaRPr sz="900">
              <a:latin typeface="Bookman Old Style"/>
              <a:cs typeface="Bookman Old Style"/>
            </a:endParaRPr>
          </a:p>
          <a:p>
            <a:pPr algn="just" marL="201295" marR="8255" indent="-189230">
              <a:lnSpc>
                <a:spcPct val="100000"/>
              </a:lnSpc>
              <a:buAutoNum type="alphaLcParenBoth"/>
              <a:tabLst>
                <a:tab pos="201295" algn="l"/>
              </a:tabLst>
            </a:pP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magnitude</a:t>
            </a:r>
            <a:r>
              <a:rPr dirty="0" sz="900" spc="1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900" spc="1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average</a:t>
            </a:r>
            <a:r>
              <a:rPr dirty="0" sz="900" spc="1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velocity</a:t>
            </a:r>
            <a:r>
              <a:rPr dirty="0" sz="900" spc="1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over</a:t>
            </a:r>
            <a:r>
              <a:rPr dirty="0" sz="900" spc="1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an</a:t>
            </a:r>
            <a:r>
              <a:rPr dirty="0" sz="900" spc="10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interval</a:t>
            </a:r>
            <a:r>
              <a:rPr dirty="0" sz="900" spc="1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900" spc="1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time,</a:t>
            </a:r>
            <a:r>
              <a:rPr dirty="0" sz="900" spc="1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and</a:t>
            </a:r>
            <a:r>
              <a:rPr dirty="0" sz="900" spc="1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 spc="10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average</a:t>
            </a:r>
            <a:r>
              <a:rPr dirty="0" sz="900" spc="1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Bookman Old Style"/>
                <a:cs typeface="Bookman Old Style"/>
              </a:rPr>
              <a:t>speed</a:t>
            </a:r>
            <a:r>
              <a:rPr dirty="0" sz="9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over</a:t>
            </a:r>
            <a:r>
              <a:rPr dirty="0" sz="900" spc="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 spc="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same</a:t>
            </a:r>
            <a:r>
              <a:rPr dirty="0" sz="900" spc="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interval.</a:t>
            </a:r>
            <a:r>
              <a:rPr dirty="0" sz="900" spc="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[Average</a:t>
            </a:r>
            <a:r>
              <a:rPr dirty="0" sz="900" spc="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speed</a:t>
            </a:r>
            <a:r>
              <a:rPr dirty="0" sz="900" spc="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900" spc="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</a:t>
            </a:r>
            <a:r>
              <a:rPr dirty="0" sz="900" spc="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particle</a:t>
            </a:r>
            <a:r>
              <a:rPr dirty="0" sz="900" spc="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over</a:t>
            </a:r>
            <a:r>
              <a:rPr dirty="0" sz="900" spc="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an</a:t>
            </a:r>
            <a:r>
              <a:rPr dirty="0" sz="900" spc="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interval</a:t>
            </a:r>
            <a:r>
              <a:rPr dirty="0" sz="900" spc="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900" spc="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time</a:t>
            </a:r>
            <a:r>
              <a:rPr dirty="0" sz="900" spc="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25">
                <a:solidFill>
                  <a:srgbClr val="231F20"/>
                </a:solidFill>
                <a:latin typeface="Bookman Old Style"/>
                <a:cs typeface="Bookman Old Style"/>
              </a:rPr>
              <a:t>is</a:t>
            </a:r>
            <a:r>
              <a:rPr dirty="0" sz="9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defined</a:t>
            </a:r>
            <a:r>
              <a:rPr dirty="0" sz="90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as</a:t>
            </a:r>
            <a:r>
              <a:rPr dirty="0" sz="90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total</a:t>
            </a:r>
            <a:r>
              <a:rPr dirty="0" sz="900" spc="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path</a:t>
            </a:r>
            <a:r>
              <a:rPr dirty="0" sz="90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length</a:t>
            </a:r>
            <a:r>
              <a:rPr dirty="0" sz="90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divided</a:t>
            </a:r>
            <a:r>
              <a:rPr dirty="0" sz="900" spc="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by</a:t>
            </a:r>
            <a:r>
              <a:rPr dirty="0" sz="90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time</a:t>
            </a:r>
            <a:r>
              <a:rPr dirty="0" sz="900" spc="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interval].</a:t>
            </a:r>
            <a:r>
              <a:rPr dirty="0" sz="90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Show</a:t>
            </a:r>
            <a:r>
              <a:rPr dirty="0" sz="90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in</a:t>
            </a:r>
            <a:r>
              <a:rPr dirty="0" sz="900" spc="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both</a:t>
            </a:r>
            <a:r>
              <a:rPr dirty="0" sz="90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25">
                <a:solidFill>
                  <a:srgbClr val="231F20"/>
                </a:solidFill>
                <a:latin typeface="Bookman Old Style"/>
                <a:cs typeface="Bookman Old Style"/>
              </a:rPr>
              <a:t>(a)</a:t>
            </a:r>
            <a:r>
              <a:rPr dirty="0" sz="9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and</a:t>
            </a:r>
            <a:r>
              <a:rPr dirty="0" sz="900" spc="20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(b)</a:t>
            </a:r>
            <a:r>
              <a:rPr dirty="0" sz="900" spc="20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that</a:t>
            </a:r>
            <a:r>
              <a:rPr dirty="0" sz="900" spc="20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 spc="20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second</a:t>
            </a:r>
            <a:r>
              <a:rPr dirty="0" sz="900" spc="2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Bookman Old Style"/>
                <a:cs typeface="Bookman Old Style"/>
              </a:rPr>
              <a:t>quantity</a:t>
            </a:r>
            <a:endParaRPr sz="900">
              <a:latin typeface="Bookman Old Style"/>
              <a:cs typeface="Bookman Old Style"/>
            </a:endParaRPr>
          </a:p>
          <a:p>
            <a:pPr algn="just" marL="201295">
              <a:lnSpc>
                <a:spcPct val="100000"/>
              </a:lnSpc>
            </a:pP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is</a:t>
            </a:r>
            <a:r>
              <a:rPr dirty="0" sz="900" spc="1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either</a:t>
            </a:r>
            <a:r>
              <a:rPr dirty="0" sz="900" spc="1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greater</a:t>
            </a:r>
            <a:r>
              <a:rPr dirty="0" sz="900" spc="1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than</a:t>
            </a:r>
            <a:r>
              <a:rPr dirty="0" sz="900" spc="1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or</a:t>
            </a:r>
            <a:r>
              <a:rPr dirty="0" sz="900" spc="1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equal</a:t>
            </a:r>
            <a:r>
              <a:rPr dirty="0" sz="900" spc="1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25">
                <a:solidFill>
                  <a:srgbClr val="231F20"/>
                </a:solidFill>
                <a:latin typeface="Bookman Old Style"/>
                <a:cs typeface="Bookman Old Style"/>
              </a:rPr>
              <a:t>to</a:t>
            </a:r>
            <a:endParaRPr sz="900">
              <a:latin typeface="Bookman Old Style"/>
              <a:cs typeface="Bookman Old Styl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86103" y="1464043"/>
            <a:ext cx="21336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 b="1">
                <a:solidFill>
                  <a:srgbClr val="00AEEF"/>
                </a:solidFill>
                <a:latin typeface="Bookman Old Style"/>
                <a:cs typeface="Bookman Old Style"/>
              </a:rPr>
              <a:t>2.9</a:t>
            </a:r>
            <a:endParaRPr sz="900">
              <a:latin typeface="Bookman Old Style"/>
              <a:cs typeface="Bookman Old Styl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48003" y="2561323"/>
            <a:ext cx="2679065" cy="3232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696595" marR="61594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 spc="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first.</a:t>
            </a:r>
            <a:r>
              <a:rPr dirty="0" sz="900" spc="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When</a:t>
            </a:r>
            <a:r>
              <a:rPr dirty="0" sz="900" spc="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is</a:t>
            </a:r>
            <a:r>
              <a:rPr dirty="0" sz="900" spc="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 spc="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equality</a:t>
            </a:r>
            <a:r>
              <a:rPr dirty="0" sz="900" spc="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20">
                <a:solidFill>
                  <a:srgbClr val="231F20"/>
                </a:solidFill>
                <a:latin typeface="Bookman Old Style"/>
                <a:cs typeface="Bookman Old Style"/>
              </a:rPr>
              <a:t>sign</a:t>
            </a:r>
            <a:r>
              <a:rPr dirty="0" sz="9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true</a:t>
            </a:r>
            <a:r>
              <a:rPr dirty="0" sz="900" spc="3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?</a:t>
            </a:r>
            <a:r>
              <a:rPr dirty="0" sz="900" spc="3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[For</a:t>
            </a:r>
            <a:r>
              <a:rPr dirty="0" sz="900" spc="3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simplicity,</a:t>
            </a:r>
            <a:r>
              <a:rPr dirty="0" sz="900" spc="3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Bookman Old Style"/>
                <a:cs typeface="Bookman Old Style"/>
              </a:rPr>
              <a:t>consider</a:t>
            </a:r>
            <a:r>
              <a:rPr dirty="0" sz="9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one-dimensional</a:t>
            </a:r>
            <a:r>
              <a:rPr dirty="0" sz="900" spc="1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motion</a:t>
            </a:r>
            <a:r>
              <a:rPr dirty="0" sz="900" spc="1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Bookman Old Style"/>
                <a:cs typeface="Bookman Old Style"/>
              </a:rPr>
              <a:t>only].</a:t>
            </a:r>
            <a:endParaRPr sz="900">
              <a:latin typeface="Bookman Old Style"/>
              <a:cs typeface="Bookman Old Style"/>
            </a:endParaRPr>
          </a:p>
          <a:p>
            <a:pPr algn="just" marL="508000" marR="61594" indent="-457200">
              <a:lnSpc>
                <a:spcPct val="100000"/>
              </a:lnSpc>
              <a:spcBef>
                <a:spcPts val="190"/>
              </a:spcBef>
            </a:pPr>
            <a:r>
              <a:rPr dirty="0" sz="900" b="1">
                <a:solidFill>
                  <a:srgbClr val="00AEEF"/>
                </a:solidFill>
                <a:latin typeface="Bookman Old Style"/>
                <a:cs typeface="Bookman Old Style"/>
              </a:rPr>
              <a:t>2.10</a:t>
            </a:r>
            <a:r>
              <a:rPr dirty="0" sz="900" spc="265">
                <a:solidFill>
                  <a:srgbClr val="00AEEF"/>
                </a:solidFill>
                <a:latin typeface="Times New Roman"/>
                <a:cs typeface="Times New Roman"/>
              </a:rPr>
              <a:t>  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</a:t>
            </a:r>
            <a:r>
              <a:rPr dirty="0" sz="900" spc="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man</a:t>
            </a:r>
            <a:r>
              <a:rPr dirty="0" sz="900" spc="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walks</a:t>
            </a:r>
            <a:r>
              <a:rPr dirty="0" sz="900" spc="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on</a:t>
            </a:r>
            <a:r>
              <a:rPr dirty="0" sz="900" spc="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</a:t>
            </a:r>
            <a:r>
              <a:rPr dirty="0" sz="900" spc="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straight</a:t>
            </a:r>
            <a:r>
              <a:rPr dirty="0" sz="900" spc="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road</a:t>
            </a:r>
            <a:r>
              <a:rPr dirty="0" sz="900" spc="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20">
                <a:solidFill>
                  <a:srgbClr val="231F20"/>
                </a:solidFill>
                <a:latin typeface="Bookman Old Style"/>
                <a:cs typeface="Bookman Old Style"/>
              </a:rPr>
              <a:t>from</a:t>
            </a:r>
            <a:r>
              <a:rPr dirty="0" sz="9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20">
                <a:solidFill>
                  <a:srgbClr val="231F20"/>
                </a:solidFill>
                <a:latin typeface="Bookman Old Style"/>
                <a:cs typeface="Bookman Old Style"/>
              </a:rPr>
              <a:t>his</a:t>
            </a:r>
            <a:r>
              <a:rPr dirty="0" sz="900" spc="-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20">
                <a:solidFill>
                  <a:srgbClr val="231F20"/>
                </a:solidFill>
                <a:latin typeface="Bookman Old Style"/>
                <a:cs typeface="Bookman Old Style"/>
              </a:rPr>
              <a:t>home</a:t>
            </a:r>
            <a:r>
              <a:rPr dirty="0" sz="900" spc="-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to</a:t>
            </a:r>
            <a:r>
              <a:rPr dirty="0" sz="900" spc="-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</a:t>
            </a:r>
            <a:r>
              <a:rPr dirty="0" sz="900" spc="-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20">
                <a:solidFill>
                  <a:srgbClr val="231F20"/>
                </a:solidFill>
                <a:latin typeface="Bookman Old Style"/>
                <a:cs typeface="Bookman Old Style"/>
              </a:rPr>
              <a:t>market</a:t>
            </a:r>
            <a:r>
              <a:rPr dirty="0" sz="90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20">
                <a:solidFill>
                  <a:srgbClr val="231F20"/>
                </a:solidFill>
                <a:latin typeface="Bookman Old Style"/>
                <a:cs typeface="Bookman Old Style"/>
              </a:rPr>
              <a:t>2.5</a:t>
            </a:r>
            <a:r>
              <a:rPr dirty="0" sz="900" spc="-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Bookman Old Style"/>
                <a:cs typeface="Bookman Old Style"/>
              </a:rPr>
              <a:t>km</a:t>
            </a:r>
            <a:r>
              <a:rPr dirty="0" sz="900" spc="-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20">
                <a:solidFill>
                  <a:srgbClr val="231F20"/>
                </a:solidFill>
                <a:latin typeface="Bookman Old Style"/>
                <a:cs typeface="Bookman Old Style"/>
              </a:rPr>
              <a:t>away</a:t>
            </a:r>
            <a:r>
              <a:rPr dirty="0" sz="900" spc="-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20">
                <a:solidFill>
                  <a:srgbClr val="231F20"/>
                </a:solidFill>
                <a:latin typeface="Bookman Old Style"/>
                <a:cs typeface="Bookman Old Style"/>
              </a:rPr>
              <a:t>with</a:t>
            </a:r>
            <a:r>
              <a:rPr dirty="0" sz="9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</a:t>
            </a:r>
            <a:r>
              <a:rPr dirty="0" sz="900" spc="3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speed</a:t>
            </a:r>
            <a:r>
              <a:rPr dirty="0" sz="900" spc="3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900" spc="3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5</a:t>
            </a:r>
            <a:r>
              <a:rPr dirty="0" sz="900" spc="3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km</a:t>
            </a:r>
            <a:r>
              <a:rPr dirty="0" sz="900" spc="3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h</a:t>
            </a:r>
            <a:r>
              <a:rPr dirty="0" baseline="18518" sz="1350">
                <a:solidFill>
                  <a:srgbClr val="231F20"/>
                </a:solidFill>
                <a:latin typeface="Bookman Old Style"/>
                <a:cs typeface="Bookman Old Style"/>
              </a:rPr>
              <a:t>–1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.</a:t>
            </a:r>
            <a:r>
              <a:rPr dirty="0" sz="900" spc="3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Finding</a:t>
            </a:r>
            <a:r>
              <a:rPr dirty="0" sz="900" spc="3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25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market</a:t>
            </a:r>
            <a:r>
              <a:rPr dirty="0" sz="9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closed,</a:t>
            </a:r>
            <a:r>
              <a:rPr dirty="0" sz="900" spc="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he</a:t>
            </a:r>
            <a:r>
              <a:rPr dirty="0" sz="9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instantly</a:t>
            </a:r>
            <a:r>
              <a:rPr dirty="0" sz="900" spc="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turns</a:t>
            </a:r>
            <a:r>
              <a:rPr dirty="0" sz="9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25">
                <a:solidFill>
                  <a:srgbClr val="231F20"/>
                </a:solidFill>
                <a:latin typeface="Bookman Old Style"/>
                <a:cs typeface="Bookman Old Style"/>
              </a:rPr>
              <a:t>and</a:t>
            </a:r>
            <a:r>
              <a:rPr dirty="0" sz="9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walks</a:t>
            </a:r>
            <a:r>
              <a:rPr dirty="0" sz="900" spc="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back</a:t>
            </a:r>
            <a:r>
              <a:rPr dirty="0" sz="900" spc="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home</a:t>
            </a:r>
            <a:r>
              <a:rPr dirty="0" sz="900" spc="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with</a:t>
            </a:r>
            <a:r>
              <a:rPr dirty="0" sz="900" spc="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</a:t>
            </a:r>
            <a:r>
              <a:rPr dirty="0" sz="900" spc="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speed</a:t>
            </a:r>
            <a:r>
              <a:rPr dirty="0" sz="900" spc="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900" spc="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25">
                <a:solidFill>
                  <a:srgbClr val="231F20"/>
                </a:solidFill>
                <a:latin typeface="Bookman Old Style"/>
                <a:cs typeface="Bookman Old Style"/>
              </a:rPr>
              <a:t>7.5</a:t>
            </a:r>
            <a:r>
              <a:rPr dirty="0" sz="9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km</a:t>
            </a:r>
            <a:r>
              <a:rPr dirty="0" sz="90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h</a:t>
            </a:r>
            <a:r>
              <a:rPr dirty="0" baseline="18518" sz="1350">
                <a:solidFill>
                  <a:srgbClr val="231F20"/>
                </a:solidFill>
                <a:latin typeface="Bookman Old Style"/>
                <a:cs typeface="Bookman Old Style"/>
              </a:rPr>
              <a:t>–1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.</a:t>
            </a:r>
            <a:r>
              <a:rPr dirty="0" sz="900" spc="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What</a:t>
            </a:r>
            <a:r>
              <a:rPr dirty="0" sz="900" spc="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is</a:t>
            </a:r>
            <a:r>
              <a:rPr dirty="0" sz="900" spc="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25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endParaRPr sz="900">
              <a:latin typeface="Bookman Old Style"/>
              <a:cs typeface="Bookman Old Style"/>
            </a:endParaRPr>
          </a:p>
          <a:p>
            <a:pPr algn="just" marL="695325" indent="-187325">
              <a:lnSpc>
                <a:spcPct val="100000"/>
              </a:lnSpc>
              <a:buAutoNum type="alphaLcParenBoth"/>
              <a:tabLst>
                <a:tab pos="695325" algn="l"/>
              </a:tabLst>
            </a:pP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magnitude</a:t>
            </a:r>
            <a:r>
              <a:rPr dirty="0" sz="9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900" spc="-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average</a:t>
            </a:r>
            <a:r>
              <a:rPr dirty="0" sz="9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velocity,</a:t>
            </a:r>
            <a:r>
              <a:rPr dirty="0" sz="900" spc="-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25">
                <a:solidFill>
                  <a:srgbClr val="231F20"/>
                </a:solidFill>
                <a:latin typeface="Bookman Old Style"/>
                <a:cs typeface="Bookman Old Style"/>
              </a:rPr>
              <a:t>and</a:t>
            </a:r>
            <a:endParaRPr sz="900">
              <a:latin typeface="Bookman Old Style"/>
              <a:cs typeface="Bookman Old Style"/>
            </a:endParaRPr>
          </a:p>
          <a:p>
            <a:pPr algn="just" marL="696595" marR="64769" indent="-189230">
              <a:lnSpc>
                <a:spcPct val="100000"/>
              </a:lnSpc>
              <a:buAutoNum type="alphaLcParenBoth"/>
              <a:tabLst>
                <a:tab pos="696595" algn="l"/>
              </a:tabLst>
            </a:pP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average</a:t>
            </a:r>
            <a:r>
              <a:rPr dirty="0" sz="900" spc="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speed</a:t>
            </a:r>
            <a:r>
              <a:rPr dirty="0" sz="900" spc="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900" spc="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 spc="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man</a:t>
            </a:r>
            <a:r>
              <a:rPr dirty="0" sz="900" spc="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over</a:t>
            </a:r>
            <a:r>
              <a:rPr dirty="0" sz="900" spc="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25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interval</a:t>
            </a:r>
            <a:r>
              <a:rPr dirty="0" sz="90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90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time</a:t>
            </a:r>
            <a:r>
              <a:rPr dirty="0" sz="90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(i)</a:t>
            </a:r>
            <a:r>
              <a:rPr dirty="0" sz="900" spc="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0</a:t>
            </a:r>
            <a:r>
              <a:rPr dirty="0" sz="90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to</a:t>
            </a:r>
            <a:r>
              <a:rPr dirty="0" sz="90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30</a:t>
            </a:r>
            <a:r>
              <a:rPr dirty="0" sz="900" spc="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min,</a:t>
            </a:r>
            <a:r>
              <a:rPr dirty="0" sz="90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20">
                <a:solidFill>
                  <a:srgbClr val="231F20"/>
                </a:solidFill>
                <a:latin typeface="Bookman Old Style"/>
                <a:cs typeface="Bookman Old Style"/>
              </a:rPr>
              <a:t>(ii)</a:t>
            </a:r>
            <a:endParaRPr sz="900">
              <a:latin typeface="Bookman Old Style"/>
              <a:cs typeface="Bookman Old Style"/>
            </a:endParaRPr>
          </a:p>
          <a:p>
            <a:pPr algn="just" marL="696595" marR="55880">
              <a:lnSpc>
                <a:spcPct val="100000"/>
              </a:lnSpc>
            </a:pP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0</a:t>
            </a:r>
            <a:r>
              <a:rPr dirty="0" sz="900" spc="2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to</a:t>
            </a:r>
            <a:r>
              <a:rPr dirty="0" sz="900" spc="25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50</a:t>
            </a:r>
            <a:r>
              <a:rPr dirty="0" sz="900" spc="2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min,</a:t>
            </a:r>
            <a:r>
              <a:rPr dirty="0" sz="900" spc="25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(iii)</a:t>
            </a:r>
            <a:r>
              <a:rPr dirty="0" sz="900" spc="2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0</a:t>
            </a:r>
            <a:r>
              <a:rPr dirty="0" sz="900" spc="25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to</a:t>
            </a:r>
            <a:r>
              <a:rPr dirty="0" sz="900" spc="2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40</a:t>
            </a:r>
            <a:r>
              <a:rPr dirty="0" sz="900" spc="25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min</a:t>
            </a:r>
            <a:r>
              <a:rPr dirty="0" sz="900" spc="2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50">
                <a:solidFill>
                  <a:srgbClr val="231F20"/>
                </a:solidFill>
                <a:latin typeface="Bookman Old Style"/>
                <a:cs typeface="Bookman Old Style"/>
              </a:rPr>
              <a:t>?</a:t>
            </a:r>
            <a:r>
              <a:rPr dirty="0" sz="9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[Note:</a:t>
            </a:r>
            <a:r>
              <a:rPr dirty="0" sz="900" spc="-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20">
                <a:solidFill>
                  <a:srgbClr val="231F20"/>
                </a:solidFill>
                <a:latin typeface="Bookman Old Style"/>
                <a:cs typeface="Bookman Old Style"/>
              </a:rPr>
              <a:t>You</a:t>
            </a:r>
            <a:r>
              <a:rPr dirty="0" sz="900" spc="-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will</a:t>
            </a:r>
            <a:r>
              <a:rPr dirty="0" sz="900" spc="-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appreciate</a:t>
            </a:r>
            <a:r>
              <a:rPr dirty="0" sz="900" spc="-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from</a:t>
            </a:r>
            <a:r>
              <a:rPr dirty="0" sz="900" spc="-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20">
                <a:solidFill>
                  <a:srgbClr val="231F20"/>
                </a:solidFill>
                <a:latin typeface="Bookman Old Style"/>
                <a:cs typeface="Bookman Old Style"/>
              </a:rPr>
              <a:t>this</a:t>
            </a:r>
            <a:r>
              <a:rPr dirty="0" sz="9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exercise</a:t>
            </a:r>
            <a:r>
              <a:rPr dirty="0" sz="900" spc="1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why</a:t>
            </a:r>
            <a:r>
              <a:rPr dirty="0" sz="900" spc="1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it</a:t>
            </a:r>
            <a:r>
              <a:rPr dirty="0" sz="900" spc="1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is</a:t>
            </a:r>
            <a:r>
              <a:rPr dirty="0" sz="900" spc="1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better</a:t>
            </a:r>
            <a:r>
              <a:rPr dirty="0" sz="900" spc="1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to</a:t>
            </a:r>
            <a:r>
              <a:rPr dirty="0" sz="900" spc="1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Bookman Old Style"/>
                <a:cs typeface="Bookman Old Style"/>
              </a:rPr>
              <a:t>define</a:t>
            </a:r>
            <a:r>
              <a:rPr dirty="0" sz="9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average</a:t>
            </a:r>
            <a:r>
              <a:rPr dirty="0" sz="900" spc="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speed</a:t>
            </a:r>
            <a:r>
              <a:rPr dirty="0" sz="900" spc="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as</a:t>
            </a:r>
            <a:r>
              <a:rPr dirty="0" sz="900" spc="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total</a:t>
            </a:r>
            <a:r>
              <a:rPr dirty="0" sz="900" spc="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path</a:t>
            </a:r>
            <a:r>
              <a:rPr dirty="0" sz="900" spc="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Bookman Old Style"/>
                <a:cs typeface="Bookman Old Style"/>
              </a:rPr>
              <a:t>length</a:t>
            </a:r>
            <a:r>
              <a:rPr dirty="0" sz="9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60">
                <a:solidFill>
                  <a:srgbClr val="231F20"/>
                </a:solidFill>
                <a:latin typeface="Bookman Old Style"/>
                <a:cs typeface="Bookman Old Style"/>
              </a:rPr>
              <a:t>divided</a:t>
            </a:r>
            <a:r>
              <a:rPr dirty="0" sz="900" spc="4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by</a:t>
            </a:r>
            <a:r>
              <a:rPr dirty="0" sz="900" spc="4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60">
                <a:solidFill>
                  <a:srgbClr val="231F20"/>
                </a:solidFill>
                <a:latin typeface="Bookman Old Style"/>
                <a:cs typeface="Bookman Old Style"/>
              </a:rPr>
              <a:t>time,</a:t>
            </a:r>
            <a:r>
              <a:rPr dirty="0" sz="900" spc="4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and</a:t>
            </a:r>
            <a:r>
              <a:rPr dirty="0" sz="900" spc="4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50">
                <a:solidFill>
                  <a:srgbClr val="231F20"/>
                </a:solidFill>
                <a:latin typeface="Bookman Old Style"/>
                <a:cs typeface="Bookman Old Style"/>
              </a:rPr>
              <a:t>not</a:t>
            </a:r>
            <a:r>
              <a:rPr dirty="0" sz="900" spc="4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25">
                <a:solidFill>
                  <a:srgbClr val="231F20"/>
                </a:solidFill>
                <a:latin typeface="Bookman Old Style"/>
                <a:cs typeface="Bookman Old Style"/>
              </a:rPr>
              <a:t>as</a:t>
            </a:r>
            <a:r>
              <a:rPr dirty="0" sz="9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magnitude</a:t>
            </a:r>
            <a:r>
              <a:rPr dirty="0" sz="9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900" spc="-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average</a:t>
            </a:r>
            <a:r>
              <a:rPr dirty="0" sz="9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velocity.</a:t>
            </a:r>
            <a:r>
              <a:rPr dirty="0" sz="900" spc="-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25">
                <a:solidFill>
                  <a:srgbClr val="231F20"/>
                </a:solidFill>
                <a:latin typeface="Bookman Old Style"/>
                <a:cs typeface="Bookman Old Style"/>
              </a:rPr>
              <a:t>You</a:t>
            </a:r>
            <a:r>
              <a:rPr dirty="0" sz="9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would</a:t>
            </a:r>
            <a:r>
              <a:rPr dirty="0" sz="900" spc="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not</a:t>
            </a:r>
            <a:r>
              <a:rPr dirty="0" sz="900" spc="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like</a:t>
            </a:r>
            <a:r>
              <a:rPr dirty="0" sz="900" spc="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to</a:t>
            </a:r>
            <a:r>
              <a:rPr dirty="0" sz="900" spc="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tell</a:t>
            </a:r>
            <a:r>
              <a:rPr dirty="0" sz="900" spc="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 spc="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tired</a:t>
            </a:r>
            <a:r>
              <a:rPr dirty="0" sz="900" spc="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25">
                <a:solidFill>
                  <a:srgbClr val="231F20"/>
                </a:solidFill>
                <a:latin typeface="Bookman Old Style"/>
                <a:cs typeface="Bookman Old Style"/>
              </a:rPr>
              <a:t>man</a:t>
            </a:r>
            <a:r>
              <a:rPr dirty="0" sz="9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on</a:t>
            </a:r>
            <a:r>
              <a:rPr dirty="0" sz="900" spc="40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his</a:t>
            </a:r>
            <a:r>
              <a:rPr dirty="0" sz="900" spc="409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55">
                <a:solidFill>
                  <a:srgbClr val="231F20"/>
                </a:solidFill>
                <a:latin typeface="Bookman Old Style"/>
                <a:cs typeface="Bookman Old Style"/>
              </a:rPr>
              <a:t>return</a:t>
            </a:r>
            <a:r>
              <a:rPr dirty="0" sz="900" spc="409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50">
                <a:solidFill>
                  <a:srgbClr val="231F20"/>
                </a:solidFill>
                <a:latin typeface="Bookman Old Style"/>
                <a:cs typeface="Bookman Old Style"/>
              </a:rPr>
              <a:t>home</a:t>
            </a:r>
            <a:r>
              <a:rPr dirty="0" sz="900" spc="409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55">
                <a:solidFill>
                  <a:srgbClr val="231F20"/>
                </a:solidFill>
                <a:latin typeface="Bookman Old Style"/>
                <a:cs typeface="Bookman Old Style"/>
              </a:rPr>
              <a:t>that</a:t>
            </a:r>
            <a:r>
              <a:rPr dirty="0" sz="900" spc="409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45">
                <a:solidFill>
                  <a:srgbClr val="231F20"/>
                </a:solidFill>
                <a:latin typeface="Bookman Old Style"/>
                <a:cs typeface="Bookman Old Style"/>
              </a:rPr>
              <a:t>his</a:t>
            </a:r>
            <a:r>
              <a:rPr dirty="0" sz="900" spc="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average</a:t>
            </a:r>
            <a:r>
              <a:rPr dirty="0" sz="900" spc="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speed</a:t>
            </a:r>
            <a:r>
              <a:rPr dirty="0" sz="900" spc="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was</a:t>
            </a:r>
            <a:r>
              <a:rPr dirty="0" sz="900" spc="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zero</a:t>
            </a:r>
            <a:r>
              <a:rPr dirty="0" sz="900" spc="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25">
                <a:solidFill>
                  <a:srgbClr val="231F20"/>
                </a:solidFill>
                <a:latin typeface="Bookman Old Style"/>
                <a:cs typeface="Bookman Old Style"/>
              </a:rPr>
              <a:t>!]</a:t>
            </a:r>
            <a:endParaRPr sz="900">
              <a:latin typeface="Bookman Old Style"/>
              <a:cs typeface="Bookman Old Style"/>
            </a:endParaRPr>
          </a:p>
          <a:p>
            <a:pPr algn="just" marL="508000" marR="55880" indent="-457200">
              <a:lnSpc>
                <a:spcPct val="100000"/>
              </a:lnSpc>
              <a:spcBef>
                <a:spcPts val="215"/>
              </a:spcBef>
            </a:pPr>
            <a:r>
              <a:rPr dirty="0" sz="900" b="1">
                <a:solidFill>
                  <a:srgbClr val="00AEEF"/>
                </a:solidFill>
                <a:latin typeface="Bookman Old Style"/>
                <a:cs typeface="Bookman Old Style"/>
              </a:rPr>
              <a:t>2.11</a:t>
            </a:r>
            <a:r>
              <a:rPr dirty="0" sz="900" spc="275">
                <a:solidFill>
                  <a:srgbClr val="00AEEF"/>
                </a:solidFill>
                <a:latin typeface="Times New Roman"/>
                <a:cs typeface="Times New Roman"/>
              </a:rPr>
              <a:t>  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In</a:t>
            </a:r>
            <a:r>
              <a:rPr dirty="0" sz="900" spc="2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Exercises</a:t>
            </a:r>
            <a:r>
              <a:rPr dirty="0" sz="900" spc="2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2.9</a:t>
            </a:r>
            <a:r>
              <a:rPr dirty="0" sz="900" spc="2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and</a:t>
            </a:r>
            <a:r>
              <a:rPr dirty="0" sz="900" spc="229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2.10,</a:t>
            </a:r>
            <a:r>
              <a:rPr dirty="0" sz="900" spc="2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we</a:t>
            </a:r>
            <a:r>
              <a:rPr dirty="0" sz="900" spc="2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20">
                <a:solidFill>
                  <a:srgbClr val="231F20"/>
                </a:solidFill>
                <a:latin typeface="Bookman Old Style"/>
                <a:cs typeface="Bookman Old Style"/>
              </a:rPr>
              <a:t>have</a:t>
            </a:r>
            <a:r>
              <a:rPr dirty="0" sz="9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60">
                <a:solidFill>
                  <a:srgbClr val="231F20"/>
                </a:solidFill>
                <a:latin typeface="Bookman Old Style"/>
                <a:cs typeface="Bookman Old Style"/>
              </a:rPr>
              <a:t>carefully</a:t>
            </a:r>
            <a:r>
              <a:rPr dirty="0" sz="900" spc="4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60">
                <a:solidFill>
                  <a:srgbClr val="231F20"/>
                </a:solidFill>
                <a:latin typeface="Bookman Old Style"/>
                <a:cs typeface="Bookman Old Style"/>
              </a:rPr>
              <a:t>distinguished</a:t>
            </a:r>
            <a:r>
              <a:rPr dirty="0" sz="900" spc="4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65">
                <a:solidFill>
                  <a:srgbClr val="231F20"/>
                </a:solidFill>
                <a:latin typeface="Bookman Old Style"/>
                <a:cs typeface="Bookman Old Style"/>
              </a:rPr>
              <a:t>between</a:t>
            </a:r>
            <a:endParaRPr sz="9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86103" y="5767819"/>
            <a:ext cx="3081020" cy="22447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469900" marR="5080">
              <a:lnSpc>
                <a:spcPct val="100000"/>
              </a:lnSpc>
              <a:spcBef>
                <a:spcPts val="100"/>
              </a:spcBef>
            </a:pP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average</a:t>
            </a:r>
            <a:r>
              <a:rPr dirty="0" sz="900" spc="4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speed</a:t>
            </a:r>
            <a:r>
              <a:rPr dirty="0" sz="900" spc="4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and</a:t>
            </a:r>
            <a:r>
              <a:rPr dirty="0" sz="900" spc="48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magnitude</a:t>
            </a:r>
            <a:r>
              <a:rPr dirty="0" sz="900" spc="4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900" spc="4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0" i="1">
                <a:solidFill>
                  <a:srgbClr val="231F20"/>
                </a:solidFill>
                <a:latin typeface="Bookman Old Style"/>
                <a:cs typeface="Bookman Old Style"/>
              </a:rPr>
              <a:t>average</a:t>
            </a:r>
            <a:r>
              <a:rPr dirty="0" sz="9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velocity.</a:t>
            </a:r>
            <a:r>
              <a:rPr dirty="0" sz="900" spc="-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No</a:t>
            </a:r>
            <a:r>
              <a:rPr dirty="0" sz="900" spc="-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such</a:t>
            </a:r>
            <a:r>
              <a:rPr dirty="0" sz="9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distinction</a:t>
            </a:r>
            <a:r>
              <a:rPr dirty="0" sz="900" spc="-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is</a:t>
            </a:r>
            <a:r>
              <a:rPr dirty="0" sz="9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necessary</a:t>
            </a:r>
            <a:r>
              <a:rPr dirty="0" sz="900" spc="-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20">
                <a:solidFill>
                  <a:srgbClr val="231F20"/>
                </a:solidFill>
                <a:latin typeface="Bookman Old Style"/>
                <a:cs typeface="Bookman Old Style"/>
              </a:rPr>
              <a:t>when</a:t>
            </a:r>
            <a:r>
              <a:rPr dirty="0" sz="9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we</a:t>
            </a:r>
            <a:r>
              <a:rPr dirty="0" sz="900" spc="140">
                <a:solidFill>
                  <a:srgbClr val="231F20"/>
                </a:solidFill>
                <a:latin typeface="Times New Roman"/>
                <a:cs typeface="Times New Roman"/>
              </a:rPr>
              <a:t>  </a:t>
            </a:r>
            <a:r>
              <a:rPr dirty="0" sz="900" spc="70">
                <a:solidFill>
                  <a:srgbClr val="231F20"/>
                </a:solidFill>
                <a:latin typeface="Bookman Old Style"/>
                <a:cs typeface="Bookman Old Style"/>
              </a:rPr>
              <a:t>consider</a:t>
            </a:r>
            <a:r>
              <a:rPr dirty="0" sz="900" spc="155">
                <a:solidFill>
                  <a:srgbClr val="231F20"/>
                </a:solidFill>
                <a:latin typeface="Times New Roman"/>
                <a:cs typeface="Times New Roman"/>
              </a:rPr>
              <a:t>  </a:t>
            </a:r>
            <a:r>
              <a:rPr dirty="0" sz="900" spc="70">
                <a:solidFill>
                  <a:srgbClr val="231F20"/>
                </a:solidFill>
                <a:latin typeface="Bookman Old Style"/>
                <a:cs typeface="Bookman Old Style"/>
              </a:rPr>
              <a:t>instantaneous</a:t>
            </a:r>
            <a:r>
              <a:rPr dirty="0" sz="900" spc="155">
                <a:solidFill>
                  <a:srgbClr val="231F20"/>
                </a:solidFill>
                <a:latin typeface="Times New Roman"/>
                <a:cs typeface="Times New Roman"/>
              </a:rPr>
              <a:t>  </a:t>
            </a:r>
            <a:r>
              <a:rPr dirty="0" sz="900" spc="60">
                <a:solidFill>
                  <a:srgbClr val="231F20"/>
                </a:solidFill>
                <a:latin typeface="Bookman Old Style"/>
                <a:cs typeface="Bookman Old Style"/>
              </a:rPr>
              <a:t>speed</a:t>
            </a:r>
            <a:r>
              <a:rPr dirty="0" sz="900" spc="155">
                <a:solidFill>
                  <a:srgbClr val="231F20"/>
                </a:solidFill>
                <a:latin typeface="Times New Roman"/>
                <a:cs typeface="Times New Roman"/>
              </a:rPr>
              <a:t>  </a:t>
            </a:r>
            <a:r>
              <a:rPr dirty="0" sz="900" spc="-25">
                <a:solidFill>
                  <a:srgbClr val="231F20"/>
                </a:solidFill>
                <a:latin typeface="Bookman Old Style"/>
                <a:cs typeface="Bookman Old Style"/>
              </a:rPr>
              <a:t>and</a:t>
            </a:r>
            <a:r>
              <a:rPr dirty="0" sz="9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Bookman Old Style"/>
                <a:cs typeface="Bookman Old Style"/>
              </a:rPr>
              <a:t>magnitude</a:t>
            </a:r>
            <a:r>
              <a:rPr dirty="0" sz="900" spc="-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9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Bookman Old Style"/>
                <a:cs typeface="Bookman Old Style"/>
              </a:rPr>
              <a:t>velocity.</a:t>
            </a:r>
            <a:r>
              <a:rPr dirty="0" sz="9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 spc="-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Bookman Old Style"/>
                <a:cs typeface="Bookman Old Style"/>
              </a:rPr>
              <a:t>instantaneous</a:t>
            </a:r>
            <a:r>
              <a:rPr dirty="0" sz="9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Bookman Old Style"/>
                <a:cs typeface="Bookman Old Style"/>
              </a:rPr>
              <a:t>speed</a:t>
            </a:r>
            <a:r>
              <a:rPr dirty="0" sz="9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is</a:t>
            </a:r>
            <a:r>
              <a:rPr dirty="0" sz="900" spc="180">
                <a:solidFill>
                  <a:srgbClr val="231F20"/>
                </a:solidFill>
                <a:latin typeface="Times New Roman"/>
                <a:cs typeface="Times New Roman"/>
              </a:rPr>
              <a:t>  </a:t>
            </a:r>
            <a:r>
              <a:rPr dirty="0" sz="900" spc="55">
                <a:solidFill>
                  <a:srgbClr val="231F20"/>
                </a:solidFill>
                <a:latin typeface="Bookman Old Style"/>
                <a:cs typeface="Bookman Old Style"/>
              </a:rPr>
              <a:t>always</a:t>
            </a:r>
            <a:r>
              <a:rPr dirty="0" sz="900" spc="185">
                <a:solidFill>
                  <a:srgbClr val="231F20"/>
                </a:solidFill>
                <a:latin typeface="Times New Roman"/>
                <a:cs typeface="Times New Roman"/>
              </a:rPr>
              <a:t>  </a:t>
            </a:r>
            <a:r>
              <a:rPr dirty="0" sz="900" spc="55">
                <a:solidFill>
                  <a:srgbClr val="231F20"/>
                </a:solidFill>
                <a:latin typeface="Bookman Old Style"/>
                <a:cs typeface="Bookman Old Style"/>
              </a:rPr>
              <a:t>equal</a:t>
            </a:r>
            <a:r>
              <a:rPr dirty="0" sz="900" spc="180">
                <a:solidFill>
                  <a:srgbClr val="231F20"/>
                </a:solidFill>
                <a:latin typeface="Times New Roman"/>
                <a:cs typeface="Times New Roman"/>
              </a:rPr>
              <a:t> 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to</a:t>
            </a:r>
            <a:r>
              <a:rPr dirty="0" sz="900" spc="185">
                <a:solidFill>
                  <a:srgbClr val="231F20"/>
                </a:solidFill>
                <a:latin typeface="Times New Roman"/>
                <a:cs typeface="Times New Roman"/>
              </a:rPr>
              <a:t>  </a:t>
            </a:r>
            <a:r>
              <a:rPr dirty="0" sz="900" spc="5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 spc="185">
                <a:solidFill>
                  <a:srgbClr val="231F20"/>
                </a:solidFill>
                <a:latin typeface="Times New Roman"/>
                <a:cs typeface="Times New Roman"/>
              </a:rPr>
              <a:t>  </a:t>
            </a:r>
            <a:r>
              <a:rPr dirty="0" sz="900" spc="60">
                <a:solidFill>
                  <a:srgbClr val="231F20"/>
                </a:solidFill>
                <a:latin typeface="Bookman Old Style"/>
                <a:cs typeface="Bookman Old Style"/>
              </a:rPr>
              <a:t>magnitude</a:t>
            </a:r>
            <a:r>
              <a:rPr dirty="0" sz="900" spc="180">
                <a:solidFill>
                  <a:srgbClr val="231F20"/>
                </a:solidFill>
                <a:latin typeface="Times New Roman"/>
                <a:cs typeface="Times New Roman"/>
              </a:rPr>
              <a:t>  </a:t>
            </a:r>
            <a:r>
              <a:rPr dirty="0" sz="900" spc="5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900" spc="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instantaneous</a:t>
            </a:r>
            <a:r>
              <a:rPr dirty="0" sz="900" spc="1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velocity.</a:t>
            </a:r>
            <a:r>
              <a:rPr dirty="0" sz="900" spc="1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20">
                <a:solidFill>
                  <a:srgbClr val="231F20"/>
                </a:solidFill>
                <a:latin typeface="Bookman Old Style"/>
                <a:cs typeface="Bookman Old Style"/>
              </a:rPr>
              <a:t>Why?</a:t>
            </a:r>
            <a:endParaRPr sz="900">
              <a:latin typeface="Bookman Old Style"/>
              <a:cs typeface="Bookman Old Style"/>
            </a:endParaRPr>
          </a:p>
          <a:p>
            <a:pPr algn="just" lvl="1" marL="467995" marR="22860" indent="-455295">
              <a:lnSpc>
                <a:spcPct val="100000"/>
              </a:lnSpc>
              <a:spcBef>
                <a:spcPts val="190"/>
              </a:spcBef>
              <a:buClr>
                <a:srgbClr val="00AEEF"/>
              </a:buClr>
              <a:buFont typeface="Bookman Old Style"/>
              <a:buAutoNum type="arabicPeriod" startAt="12"/>
              <a:tabLst>
                <a:tab pos="469900" algn="l"/>
              </a:tabLst>
            </a:pP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Look</a:t>
            </a:r>
            <a:r>
              <a:rPr dirty="0" sz="90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at</a:t>
            </a:r>
            <a:r>
              <a:rPr dirty="0" sz="9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graphs</a:t>
            </a:r>
            <a:r>
              <a:rPr dirty="0" sz="9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(a)</a:t>
            </a:r>
            <a:r>
              <a:rPr dirty="0" sz="9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to</a:t>
            </a:r>
            <a:r>
              <a:rPr dirty="0" sz="90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(d)</a:t>
            </a:r>
            <a:r>
              <a:rPr dirty="0" sz="9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(Fig.</a:t>
            </a:r>
            <a:r>
              <a:rPr dirty="0" sz="90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2.10)</a:t>
            </a:r>
            <a:r>
              <a:rPr dirty="0" sz="9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Bookman Old Style"/>
                <a:cs typeface="Bookman Old Style"/>
              </a:rPr>
              <a:t>carefully</a:t>
            </a:r>
            <a:r>
              <a:rPr dirty="0" sz="9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and</a:t>
            </a:r>
            <a:r>
              <a:rPr dirty="0" sz="900" spc="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state,</a:t>
            </a:r>
            <a:r>
              <a:rPr dirty="0" sz="900" spc="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with</a:t>
            </a:r>
            <a:r>
              <a:rPr dirty="0" sz="900" spc="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reasons,</a:t>
            </a:r>
            <a:r>
              <a:rPr dirty="0" sz="900" spc="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which</a:t>
            </a:r>
            <a:r>
              <a:rPr dirty="0" sz="900" spc="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900" spc="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these</a:t>
            </a:r>
            <a:r>
              <a:rPr dirty="0" sz="9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0" i="1">
                <a:solidFill>
                  <a:srgbClr val="231F20"/>
                </a:solidFill>
                <a:latin typeface="Bookman Old Style"/>
                <a:cs typeface="Bookman Old Style"/>
              </a:rPr>
              <a:t>cannot</a:t>
            </a:r>
            <a:r>
              <a:rPr dirty="0" sz="9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possibly</a:t>
            </a:r>
            <a:r>
              <a:rPr dirty="0" sz="900" spc="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represent</a:t>
            </a:r>
            <a:r>
              <a:rPr dirty="0" sz="90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one-dimensional</a:t>
            </a:r>
            <a:r>
              <a:rPr dirty="0" sz="900" spc="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motion</a:t>
            </a:r>
            <a:r>
              <a:rPr dirty="0" sz="900" spc="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25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9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</a:t>
            </a:r>
            <a:r>
              <a:rPr dirty="0" sz="900" spc="1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Bookman Old Style"/>
                <a:cs typeface="Bookman Old Style"/>
              </a:rPr>
              <a:t>particle.</a:t>
            </a:r>
            <a:endParaRPr sz="900">
              <a:latin typeface="Bookman Old Style"/>
              <a:cs typeface="Bookman Old Style"/>
            </a:endParaRPr>
          </a:p>
          <a:p>
            <a:pPr algn="just" lvl="1" marL="467359" marR="7620" indent="-455295">
              <a:lnSpc>
                <a:spcPct val="100000"/>
              </a:lnSpc>
              <a:buClr>
                <a:srgbClr val="00AEEF"/>
              </a:buClr>
              <a:buFont typeface="Bookman Old Style"/>
              <a:buAutoNum type="arabicPeriod" startAt="12"/>
              <a:tabLst>
                <a:tab pos="469265" algn="l"/>
              </a:tabLst>
            </a:pPr>
            <a:r>
              <a:rPr dirty="0" sz="900" spc="60">
                <a:solidFill>
                  <a:srgbClr val="231F20"/>
                </a:solidFill>
                <a:latin typeface="Bookman Old Style"/>
                <a:cs typeface="Bookman Old Style"/>
              </a:rPr>
              <a:t>Figure</a:t>
            </a:r>
            <a:r>
              <a:rPr dirty="0" sz="900" spc="4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65">
                <a:solidFill>
                  <a:srgbClr val="231F20"/>
                </a:solidFill>
                <a:latin typeface="Bookman Old Style"/>
                <a:cs typeface="Bookman Old Style"/>
              </a:rPr>
              <a:t>2.11shows</a:t>
            </a:r>
            <a:r>
              <a:rPr dirty="0" sz="900" spc="4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5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 spc="4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125" i="1">
                <a:solidFill>
                  <a:srgbClr val="231F20"/>
                </a:solidFill>
                <a:latin typeface="Bookman Old Style"/>
                <a:cs typeface="Bookman Old Style"/>
              </a:rPr>
              <a:t>x-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t</a:t>
            </a:r>
            <a:r>
              <a:rPr dirty="0" sz="900" spc="4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55">
                <a:solidFill>
                  <a:srgbClr val="231F20"/>
                </a:solidFill>
                <a:latin typeface="Bookman Old Style"/>
                <a:cs typeface="Bookman Old Style"/>
              </a:rPr>
              <a:t>plot</a:t>
            </a:r>
            <a:r>
              <a:rPr dirty="0" sz="900" spc="4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900" spc="4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40">
                <a:solidFill>
                  <a:srgbClr val="231F20"/>
                </a:solidFill>
                <a:latin typeface="Bookman Old Style"/>
                <a:cs typeface="Bookman Old Style"/>
              </a:rPr>
              <a:t>one-</a:t>
            </a:r>
            <a:r>
              <a:rPr dirty="0" sz="900" spc="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4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dimensional</a:t>
            </a:r>
            <a:r>
              <a:rPr dirty="0" sz="900" spc="1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motion</a:t>
            </a:r>
            <a:r>
              <a:rPr dirty="0" sz="900" spc="1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900" spc="1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</a:t>
            </a:r>
            <a:r>
              <a:rPr dirty="0" sz="900" spc="1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particle.</a:t>
            </a:r>
            <a:r>
              <a:rPr dirty="0" sz="900" spc="1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Is</a:t>
            </a:r>
            <a:r>
              <a:rPr dirty="0" sz="900" spc="11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it</a:t>
            </a:r>
            <a:r>
              <a:rPr dirty="0" sz="900" spc="1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Bookman Old Style"/>
                <a:cs typeface="Bookman Old Style"/>
              </a:rPr>
              <a:t>correct</a:t>
            </a:r>
            <a:r>
              <a:rPr dirty="0" sz="9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to</a:t>
            </a:r>
            <a:r>
              <a:rPr dirty="0" sz="900" spc="1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say</a:t>
            </a:r>
            <a:r>
              <a:rPr dirty="0" sz="900" spc="1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from</a:t>
            </a:r>
            <a:r>
              <a:rPr dirty="0" sz="900" spc="1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 spc="1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graph</a:t>
            </a:r>
            <a:r>
              <a:rPr dirty="0" sz="900" spc="10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that</a:t>
            </a:r>
            <a:r>
              <a:rPr dirty="0" sz="900" spc="1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 spc="1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particle</a:t>
            </a:r>
            <a:r>
              <a:rPr dirty="0" sz="900" spc="1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Bookman Old Style"/>
                <a:cs typeface="Bookman Old Style"/>
              </a:rPr>
              <a:t>moves</a:t>
            </a:r>
            <a:r>
              <a:rPr dirty="0" sz="9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in</a:t>
            </a:r>
            <a:r>
              <a:rPr dirty="0" sz="900" spc="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</a:t>
            </a:r>
            <a:r>
              <a:rPr dirty="0" sz="900" spc="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straight</a:t>
            </a:r>
            <a:r>
              <a:rPr dirty="0" sz="900" spc="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line</a:t>
            </a:r>
            <a:r>
              <a:rPr dirty="0" sz="900" spc="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for</a:t>
            </a:r>
            <a:r>
              <a:rPr dirty="0" sz="900" spc="300">
                <a:solidFill>
                  <a:srgbClr val="231F20"/>
                </a:solidFill>
                <a:latin typeface="Times New Roman"/>
                <a:cs typeface="Times New Roman"/>
              </a:rPr>
              <a:t> 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t</a:t>
            </a:r>
            <a:r>
              <a:rPr dirty="0" sz="900" spc="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&lt;</a:t>
            </a:r>
            <a:r>
              <a:rPr dirty="0" sz="900" spc="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0</a:t>
            </a:r>
            <a:r>
              <a:rPr dirty="0" sz="900" spc="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and</a:t>
            </a:r>
            <a:r>
              <a:rPr dirty="0" sz="900" spc="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on</a:t>
            </a:r>
            <a:r>
              <a:rPr dirty="0" sz="900" spc="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</a:t>
            </a:r>
            <a:r>
              <a:rPr dirty="0" sz="900" spc="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Bookman Old Style"/>
                <a:cs typeface="Bookman Old Style"/>
              </a:rPr>
              <a:t>parabolic</a:t>
            </a:r>
            <a:r>
              <a:rPr dirty="0" sz="9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path</a:t>
            </a:r>
            <a:r>
              <a:rPr dirty="0" sz="900" spc="-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for</a:t>
            </a:r>
            <a:r>
              <a:rPr dirty="0" sz="9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t</a:t>
            </a:r>
            <a:r>
              <a:rPr dirty="0" sz="90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&gt;0</a:t>
            </a:r>
            <a:r>
              <a:rPr dirty="0" sz="900" spc="-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?</a:t>
            </a:r>
            <a:r>
              <a:rPr dirty="0" sz="90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If</a:t>
            </a:r>
            <a:r>
              <a:rPr dirty="0" sz="90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not,</a:t>
            </a:r>
            <a:r>
              <a:rPr dirty="0" sz="90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suggest</a:t>
            </a:r>
            <a:r>
              <a:rPr dirty="0" sz="900" spc="-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</a:t>
            </a:r>
            <a:r>
              <a:rPr dirty="0" sz="90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Bookman Old Style"/>
                <a:cs typeface="Bookman Old Style"/>
              </a:rPr>
              <a:t>suitable</a:t>
            </a:r>
            <a:r>
              <a:rPr dirty="0" sz="90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Bookman Old Style"/>
                <a:cs typeface="Bookman Old Style"/>
              </a:rPr>
              <a:t>physical</a:t>
            </a:r>
            <a:r>
              <a:rPr dirty="0" sz="9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context</a:t>
            </a:r>
            <a:r>
              <a:rPr dirty="0" sz="900" spc="11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for</a:t>
            </a:r>
            <a:r>
              <a:rPr dirty="0" sz="900" spc="1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this</a:t>
            </a:r>
            <a:r>
              <a:rPr dirty="0" sz="900" spc="11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Bookman Old Style"/>
                <a:cs typeface="Bookman Old Style"/>
              </a:rPr>
              <a:t>graph.</a:t>
            </a:r>
            <a:endParaRPr sz="900">
              <a:latin typeface="Bookman Old Style"/>
              <a:cs typeface="Bookman Old Styl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60703" y="7986762"/>
            <a:ext cx="3752215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494665" marR="43180" indent="-4572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00AEEF"/>
                </a:solidFill>
                <a:latin typeface="Bookman Old Style"/>
                <a:cs typeface="Bookman Old Style"/>
              </a:rPr>
              <a:t>2.14</a:t>
            </a:r>
            <a:r>
              <a:rPr dirty="0" sz="900" spc="345">
                <a:solidFill>
                  <a:srgbClr val="00AEEF"/>
                </a:solidFill>
                <a:latin typeface="Times New Roman"/>
                <a:cs typeface="Times New Roman"/>
              </a:rPr>
              <a:t>  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</a:t>
            </a:r>
            <a:r>
              <a:rPr dirty="0" sz="900" spc="3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police</a:t>
            </a:r>
            <a:r>
              <a:rPr dirty="0" sz="900" spc="3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van</a:t>
            </a:r>
            <a:r>
              <a:rPr dirty="0" sz="900" spc="3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moving</a:t>
            </a:r>
            <a:r>
              <a:rPr dirty="0" sz="900" spc="3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on</a:t>
            </a:r>
            <a:r>
              <a:rPr dirty="0" sz="900" spc="3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</a:t>
            </a:r>
            <a:r>
              <a:rPr dirty="0" sz="900" spc="3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highway</a:t>
            </a:r>
            <a:r>
              <a:rPr dirty="0" sz="900" spc="3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with</a:t>
            </a:r>
            <a:r>
              <a:rPr dirty="0" sz="900" spc="3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</a:t>
            </a:r>
            <a:r>
              <a:rPr dirty="0" sz="900" spc="3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speed</a:t>
            </a:r>
            <a:r>
              <a:rPr dirty="0" sz="900" spc="3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25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9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30</a:t>
            </a:r>
            <a:r>
              <a:rPr dirty="0" sz="900" spc="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km</a:t>
            </a:r>
            <a:r>
              <a:rPr dirty="0" sz="900" spc="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25">
                <a:solidFill>
                  <a:srgbClr val="231F20"/>
                </a:solidFill>
                <a:latin typeface="Bookman Old Style"/>
                <a:cs typeface="Bookman Old Style"/>
              </a:rPr>
              <a:t>h</a:t>
            </a:r>
            <a:r>
              <a:rPr dirty="0" baseline="33333" sz="750" spc="-37">
                <a:solidFill>
                  <a:srgbClr val="231F20"/>
                </a:solidFill>
                <a:latin typeface="Bookman Old Style"/>
                <a:cs typeface="Bookman Old Style"/>
              </a:rPr>
              <a:t>–</a:t>
            </a:r>
            <a:r>
              <a:rPr dirty="0" baseline="33333" sz="750">
                <a:solidFill>
                  <a:srgbClr val="231F20"/>
                </a:solidFill>
                <a:latin typeface="Bookman Old Style"/>
                <a:cs typeface="Bookman Old Style"/>
              </a:rPr>
              <a:t>1</a:t>
            </a:r>
            <a:r>
              <a:rPr dirty="0" baseline="33333" sz="750" spc="307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fires</a:t>
            </a:r>
            <a:r>
              <a:rPr dirty="0" sz="900" spc="11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</a:t>
            </a:r>
            <a:r>
              <a:rPr dirty="0" sz="900" spc="11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bullet</a:t>
            </a:r>
            <a:r>
              <a:rPr dirty="0" sz="900" spc="11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at</a:t>
            </a:r>
            <a:r>
              <a:rPr dirty="0" sz="900" spc="1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</a:t>
            </a:r>
            <a:r>
              <a:rPr dirty="0" sz="900" spc="11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thief’s</a:t>
            </a:r>
            <a:r>
              <a:rPr dirty="0" sz="900" spc="11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car</a:t>
            </a:r>
            <a:r>
              <a:rPr dirty="0" sz="900" spc="11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speeding</a:t>
            </a:r>
            <a:r>
              <a:rPr dirty="0" sz="900" spc="11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away</a:t>
            </a:r>
            <a:r>
              <a:rPr dirty="0" sz="900" spc="11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25">
                <a:solidFill>
                  <a:srgbClr val="231F20"/>
                </a:solidFill>
                <a:latin typeface="Bookman Old Style"/>
                <a:cs typeface="Bookman Old Style"/>
              </a:rPr>
              <a:t>in</a:t>
            </a:r>
            <a:r>
              <a:rPr dirty="0" sz="9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same</a:t>
            </a:r>
            <a:r>
              <a:rPr dirty="0" sz="90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20">
                <a:solidFill>
                  <a:srgbClr val="231F20"/>
                </a:solidFill>
                <a:latin typeface="Bookman Old Style"/>
                <a:cs typeface="Bookman Old Style"/>
              </a:rPr>
              <a:t>direction</a:t>
            </a:r>
            <a:r>
              <a:rPr dirty="0" sz="90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Bookman Old Style"/>
                <a:cs typeface="Bookman Old Style"/>
              </a:rPr>
              <a:t>with</a:t>
            </a:r>
            <a:r>
              <a:rPr dirty="0" sz="90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</a:t>
            </a:r>
            <a:r>
              <a:rPr dirty="0" sz="9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Bookman Old Style"/>
                <a:cs typeface="Bookman Old Style"/>
              </a:rPr>
              <a:t>speed</a:t>
            </a:r>
            <a:r>
              <a:rPr dirty="0" sz="90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90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Bookman Old Style"/>
                <a:cs typeface="Bookman Old Style"/>
              </a:rPr>
              <a:t>192</a:t>
            </a:r>
            <a:r>
              <a:rPr dirty="0" sz="90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km</a:t>
            </a:r>
            <a:r>
              <a:rPr dirty="0" sz="90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Bookman Old Style"/>
                <a:cs typeface="Bookman Old Style"/>
              </a:rPr>
              <a:t>h</a:t>
            </a:r>
            <a:r>
              <a:rPr dirty="0" baseline="33333" sz="750" spc="-15">
                <a:solidFill>
                  <a:srgbClr val="231F20"/>
                </a:solidFill>
                <a:latin typeface="Bookman Old Style"/>
                <a:cs typeface="Bookman Old Style"/>
              </a:rPr>
              <a:t>–</a:t>
            </a:r>
            <a:r>
              <a:rPr dirty="0" baseline="33333" sz="750">
                <a:solidFill>
                  <a:srgbClr val="231F20"/>
                </a:solidFill>
                <a:latin typeface="Bookman Old Style"/>
                <a:cs typeface="Bookman Old Style"/>
              </a:rPr>
              <a:t>1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.</a:t>
            </a:r>
            <a:r>
              <a:rPr dirty="0" sz="90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If</a:t>
            </a:r>
            <a:r>
              <a:rPr dirty="0" sz="900" spc="-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 spc="-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Bookman Old Style"/>
                <a:cs typeface="Bookman Old Style"/>
              </a:rPr>
              <a:t>muzzle</a:t>
            </a:r>
            <a:r>
              <a:rPr dirty="0" sz="9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speed</a:t>
            </a:r>
            <a:r>
              <a:rPr dirty="0" sz="900" spc="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900" spc="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 spc="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bullet</a:t>
            </a:r>
            <a:r>
              <a:rPr dirty="0" sz="900" spc="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is</a:t>
            </a:r>
            <a:r>
              <a:rPr dirty="0" sz="900" spc="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150</a:t>
            </a:r>
            <a:r>
              <a:rPr dirty="0" sz="900" spc="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m</a:t>
            </a:r>
            <a:r>
              <a:rPr dirty="0" sz="900" spc="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Bookman Old Style"/>
                <a:cs typeface="Bookman Old Style"/>
              </a:rPr>
              <a:t>s</a:t>
            </a:r>
            <a:r>
              <a:rPr dirty="0" baseline="33333" sz="750" spc="-15">
                <a:solidFill>
                  <a:srgbClr val="231F20"/>
                </a:solidFill>
                <a:latin typeface="Bookman Old Style"/>
                <a:cs typeface="Bookman Old Style"/>
              </a:rPr>
              <a:t>–</a:t>
            </a:r>
            <a:r>
              <a:rPr dirty="0" baseline="33333" sz="750">
                <a:solidFill>
                  <a:srgbClr val="231F20"/>
                </a:solidFill>
                <a:latin typeface="Bookman Old Style"/>
                <a:cs typeface="Bookman Old Style"/>
              </a:rPr>
              <a:t>1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,</a:t>
            </a:r>
            <a:r>
              <a:rPr dirty="0" sz="900" spc="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with</a:t>
            </a:r>
            <a:r>
              <a:rPr dirty="0" sz="900" spc="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what</a:t>
            </a:r>
            <a:r>
              <a:rPr dirty="0" sz="900" spc="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speed</a:t>
            </a:r>
            <a:r>
              <a:rPr dirty="0" sz="900" spc="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does</a:t>
            </a:r>
            <a:r>
              <a:rPr dirty="0" sz="900" spc="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25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bullet</a:t>
            </a:r>
            <a:r>
              <a:rPr dirty="0" sz="900" spc="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hit</a:t>
            </a:r>
            <a:r>
              <a:rPr dirty="0" sz="90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thief’s</a:t>
            </a:r>
            <a:r>
              <a:rPr dirty="0" sz="900" spc="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car</a:t>
            </a:r>
            <a:r>
              <a:rPr dirty="0" sz="90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?</a:t>
            </a:r>
            <a:r>
              <a:rPr dirty="0" sz="90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(Note:</a:t>
            </a:r>
            <a:r>
              <a:rPr dirty="0" sz="900" spc="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Obtain</a:t>
            </a:r>
            <a:r>
              <a:rPr dirty="0" sz="90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that</a:t>
            </a:r>
            <a:r>
              <a:rPr dirty="0" sz="90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speed</a:t>
            </a:r>
            <a:r>
              <a:rPr dirty="0" sz="900" spc="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Bookman Old Style"/>
                <a:cs typeface="Bookman Old Style"/>
              </a:rPr>
              <a:t>which</a:t>
            </a:r>
            <a:r>
              <a:rPr dirty="0" sz="9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is</a:t>
            </a:r>
            <a:r>
              <a:rPr dirty="0" sz="900" spc="1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relevant</a:t>
            </a:r>
            <a:r>
              <a:rPr dirty="0" sz="900" spc="10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for</a:t>
            </a:r>
            <a:r>
              <a:rPr dirty="0" sz="900" spc="10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damaging</a:t>
            </a:r>
            <a:r>
              <a:rPr dirty="0" sz="900" spc="1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 spc="10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thief’s</a:t>
            </a:r>
            <a:r>
              <a:rPr dirty="0" sz="900" spc="10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Bookman Old Style"/>
                <a:cs typeface="Bookman Old Style"/>
              </a:rPr>
              <a:t>car).</a:t>
            </a:r>
            <a:endParaRPr sz="900">
              <a:latin typeface="Bookman Old Style"/>
              <a:cs typeface="Bookman Old Style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00471" y="4065696"/>
            <a:ext cx="1104217" cy="1114837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5317334" y="2588145"/>
            <a:ext cx="1022985" cy="1023619"/>
            <a:chOff x="5317334" y="2588145"/>
            <a:chExt cx="1022985" cy="1023619"/>
          </a:xfrm>
        </p:grpSpPr>
        <p:sp>
          <p:nvSpPr>
            <p:cNvPr id="13" name="object 13"/>
            <p:cNvSpPr/>
            <p:nvPr/>
          </p:nvSpPr>
          <p:spPr>
            <a:xfrm>
              <a:off x="5820608" y="2604029"/>
              <a:ext cx="635" cy="1002665"/>
            </a:xfrm>
            <a:custGeom>
              <a:avLst/>
              <a:gdLst/>
              <a:ahLst/>
              <a:cxnLst/>
              <a:rect l="l" t="t" r="r" b="b"/>
              <a:pathLst>
                <a:path w="635" h="1002664">
                  <a:moveTo>
                    <a:pt x="243" y="0"/>
                  </a:moveTo>
                  <a:lnTo>
                    <a:pt x="0" y="1002100"/>
                  </a:lnTo>
                </a:path>
              </a:pathLst>
            </a:custGeom>
            <a:ln w="10164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5782054" y="2594549"/>
              <a:ext cx="78105" cy="62230"/>
            </a:xfrm>
            <a:custGeom>
              <a:avLst/>
              <a:gdLst/>
              <a:ahLst/>
              <a:cxnLst/>
              <a:rect l="l" t="t" r="r" b="b"/>
              <a:pathLst>
                <a:path w="78104" h="62230">
                  <a:moveTo>
                    <a:pt x="77535" y="62153"/>
                  </a:moveTo>
                  <a:lnTo>
                    <a:pt x="38798" y="0"/>
                  </a:lnTo>
                  <a:lnTo>
                    <a:pt x="0" y="62153"/>
                  </a:lnTo>
                </a:path>
              </a:pathLst>
            </a:custGeom>
            <a:ln w="1280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5322417" y="3104028"/>
              <a:ext cx="1002030" cy="635"/>
            </a:xfrm>
            <a:custGeom>
              <a:avLst/>
              <a:gdLst/>
              <a:ahLst/>
              <a:cxnLst/>
              <a:rect l="l" t="t" r="r" b="b"/>
              <a:pathLst>
                <a:path w="1002029" h="635">
                  <a:moveTo>
                    <a:pt x="1001959" y="182"/>
                  </a:moveTo>
                  <a:lnTo>
                    <a:pt x="0" y="0"/>
                  </a:lnTo>
                </a:path>
              </a:pathLst>
            </a:custGeom>
            <a:ln w="1016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6271711" y="3065407"/>
              <a:ext cx="62230" cy="78105"/>
            </a:xfrm>
            <a:custGeom>
              <a:avLst/>
              <a:gdLst/>
              <a:ahLst/>
              <a:cxnLst/>
              <a:rect l="l" t="t" r="r" b="b"/>
              <a:pathLst>
                <a:path w="62229" h="78105">
                  <a:moveTo>
                    <a:pt x="0" y="77546"/>
                  </a:moveTo>
                  <a:lnTo>
                    <a:pt x="62144" y="38803"/>
                  </a:lnTo>
                  <a:lnTo>
                    <a:pt x="0" y="0"/>
                  </a:lnTo>
                </a:path>
              </a:pathLst>
            </a:custGeom>
            <a:ln w="1280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5618509" y="2892877"/>
              <a:ext cx="423545" cy="423545"/>
            </a:xfrm>
            <a:custGeom>
              <a:avLst/>
              <a:gdLst/>
              <a:ahLst/>
              <a:cxnLst/>
              <a:rect l="l" t="t" r="r" b="b"/>
              <a:pathLst>
                <a:path w="423545" h="423545">
                  <a:moveTo>
                    <a:pt x="211699" y="423396"/>
                  </a:moveTo>
                  <a:lnTo>
                    <a:pt x="260131" y="417790"/>
                  </a:lnTo>
                  <a:lnTo>
                    <a:pt x="304644" y="401828"/>
                  </a:lnTo>
                  <a:lnTo>
                    <a:pt x="343951" y="376796"/>
                  </a:lnTo>
                  <a:lnTo>
                    <a:pt x="376764" y="343981"/>
                  </a:lnTo>
                  <a:lnTo>
                    <a:pt x="401797" y="304669"/>
                  </a:lnTo>
                  <a:lnTo>
                    <a:pt x="417760" y="260146"/>
                  </a:lnTo>
                  <a:lnTo>
                    <a:pt x="423368" y="211698"/>
                  </a:lnTo>
                  <a:lnTo>
                    <a:pt x="417760" y="163259"/>
                  </a:lnTo>
                  <a:lnTo>
                    <a:pt x="401797" y="118740"/>
                  </a:lnTo>
                  <a:lnTo>
                    <a:pt x="376764" y="79427"/>
                  </a:lnTo>
                  <a:lnTo>
                    <a:pt x="343951" y="46609"/>
                  </a:lnTo>
                  <a:lnTo>
                    <a:pt x="304644" y="21573"/>
                  </a:lnTo>
                  <a:lnTo>
                    <a:pt x="260131" y="5608"/>
                  </a:lnTo>
                  <a:lnTo>
                    <a:pt x="211699" y="0"/>
                  </a:lnTo>
                  <a:lnTo>
                    <a:pt x="163265" y="5608"/>
                  </a:lnTo>
                  <a:lnTo>
                    <a:pt x="118748" y="21573"/>
                  </a:lnTo>
                  <a:lnTo>
                    <a:pt x="79435" y="46609"/>
                  </a:lnTo>
                  <a:lnTo>
                    <a:pt x="46615" y="79427"/>
                  </a:lnTo>
                  <a:lnTo>
                    <a:pt x="21576" y="118740"/>
                  </a:lnTo>
                  <a:lnTo>
                    <a:pt x="5608" y="163259"/>
                  </a:lnTo>
                  <a:lnTo>
                    <a:pt x="0" y="211698"/>
                  </a:lnTo>
                  <a:lnTo>
                    <a:pt x="5608" y="260146"/>
                  </a:lnTo>
                  <a:lnTo>
                    <a:pt x="21576" y="304669"/>
                  </a:lnTo>
                  <a:lnTo>
                    <a:pt x="46615" y="343981"/>
                  </a:lnTo>
                  <a:lnTo>
                    <a:pt x="79435" y="376796"/>
                  </a:lnTo>
                  <a:lnTo>
                    <a:pt x="118748" y="401828"/>
                  </a:lnTo>
                  <a:lnTo>
                    <a:pt x="163265" y="417790"/>
                  </a:lnTo>
                  <a:lnTo>
                    <a:pt x="211699" y="423396"/>
                  </a:lnTo>
                  <a:close/>
                </a:path>
              </a:pathLst>
            </a:custGeom>
            <a:ln w="12707">
              <a:solidFill>
                <a:srgbClr val="00AEE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5703900" y="2667215"/>
              <a:ext cx="544830" cy="554990"/>
            </a:xfrm>
            <a:custGeom>
              <a:avLst/>
              <a:gdLst/>
              <a:ahLst/>
              <a:cxnLst/>
              <a:rect l="l" t="t" r="r" b="b"/>
              <a:pathLst>
                <a:path w="544829" h="554989">
                  <a:moveTo>
                    <a:pt x="54190" y="12230"/>
                  </a:moveTo>
                  <a:lnTo>
                    <a:pt x="53733" y="8229"/>
                  </a:lnTo>
                  <a:lnTo>
                    <a:pt x="52120" y="5029"/>
                  </a:lnTo>
                  <a:lnTo>
                    <a:pt x="50863" y="2413"/>
                  </a:lnTo>
                  <a:lnTo>
                    <a:pt x="48247" y="0"/>
                  </a:lnTo>
                  <a:lnTo>
                    <a:pt x="41262" y="0"/>
                  </a:lnTo>
                  <a:lnTo>
                    <a:pt x="38188" y="3454"/>
                  </a:lnTo>
                  <a:lnTo>
                    <a:pt x="38188" y="13716"/>
                  </a:lnTo>
                  <a:lnTo>
                    <a:pt x="47205" y="12141"/>
                  </a:lnTo>
                  <a:lnTo>
                    <a:pt x="47205" y="25146"/>
                  </a:lnTo>
                  <a:lnTo>
                    <a:pt x="45212" y="34836"/>
                  </a:lnTo>
                  <a:lnTo>
                    <a:pt x="39814" y="43307"/>
                  </a:lnTo>
                  <a:lnTo>
                    <a:pt x="31877" y="49301"/>
                  </a:lnTo>
                  <a:lnTo>
                    <a:pt x="22275" y="51574"/>
                  </a:lnTo>
                  <a:lnTo>
                    <a:pt x="17373" y="51574"/>
                  </a:lnTo>
                  <a:lnTo>
                    <a:pt x="13589" y="49872"/>
                  </a:lnTo>
                  <a:lnTo>
                    <a:pt x="13589" y="42557"/>
                  </a:lnTo>
                  <a:lnTo>
                    <a:pt x="13804" y="41148"/>
                  </a:lnTo>
                  <a:lnTo>
                    <a:pt x="14173" y="39357"/>
                  </a:lnTo>
                  <a:lnTo>
                    <a:pt x="20904" y="1168"/>
                  </a:lnTo>
                  <a:lnTo>
                    <a:pt x="17246" y="1168"/>
                  </a:lnTo>
                  <a:lnTo>
                    <a:pt x="11887" y="2743"/>
                  </a:lnTo>
                  <a:lnTo>
                    <a:pt x="6159" y="3454"/>
                  </a:lnTo>
                  <a:lnTo>
                    <a:pt x="546" y="3759"/>
                  </a:lnTo>
                  <a:lnTo>
                    <a:pt x="0" y="7200"/>
                  </a:lnTo>
                  <a:lnTo>
                    <a:pt x="2857" y="7658"/>
                  </a:lnTo>
                  <a:lnTo>
                    <a:pt x="6273" y="8445"/>
                  </a:lnTo>
                  <a:lnTo>
                    <a:pt x="7988" y="9486"/>
                  </a:lnTo>
                  <a:lnTo>
                    <a:pt x="7988" y="14630"/>
                  </a:lnTo>
                  <a:lnTo>
                    <a:pt x="2959" y="43230"/>
                  </a:lnTo>
                  <a:lnTo>
                    <a:pt x="2959" y="55118"/>
                  </a:lnTo>
                  <a:lnTo>
                    <a:pt x="10629" y="57429"/>
                  </a:lnTo>
                  <a:lnTo>
                    <a:pt x="18618" y="57429"/>
                  </a:lnTo>
                  <a:lnTo>
                    <a:pt x="33782" y="53848"/>
                  </a:lnTo>
                  <a:lnTo>
                    <a:pt x="44945" y="44411"/>
                  </a:lnTo>
                  <a:lnTo>
                    <a:pt x="51841" y="31064"/>
                  </a:lnTo>
                  <a:lnTo>
                    <a:pt x="54190" y="15798"/>
                  </a:lnTo>
                  <a:lnTo>
                    <a:pt x="54190" y="12230"/>
                  </a:lnTo>
                  <a:close/>
                </a:path>
                <a:path w="544829" h="554989">
                  <a:moveTo>
                    <a:pt x="544372" y="498348"/>
                  </a:moveTo>
                  <a:lnTo>
                    <a:pt x="528281" y="498348"/>
                  </a:lnTo>
                  <a:lnTo>
                    <a:pt x="531812" y="477748"/>
                  </a:lnTo>
                  <a:lnTo>
                    <a:pt x="527583" y="477748"/>
                  </a:lnTo>
                  <a:lnTo>
                    <a:pt x="525399" y="485965"/>
                  </a:lnTo>
                  <a:lnTo>
                    <a:pt x="521957" y="492366"/>
                  </a:lnTo>
                  <a:lnTo>
                    <a:pt x="516432" y="496620"/>
                  </a:lnTo>
                  <a:lnTo>
                    <a:pt x="508038" y="498348"/>
                  </a:lnTo>
                  <a:lnTo>
                    <a:pt x="507466" y="501764"/>
                  </a:lnTo>
                  <a:lnTo>
                    <a:pt x="517182" y="501764"/>
                  </a:lnTo>
                  <a:lnTo>
                    <a:pt x="510781" y="538035"/>
                  </a:lnTo>
                  <a:lnTo>
                    <a:pt x="509955" y="541782"/>
                  </a:lnTo>
                  <a:lnTo>
                    <a:pt x="509955" y="552551"/>
                  </a:lnTo>
                  <a:lnTo>
                    <a:pt x="517525" y="554621"/>
                  </a:lnTo>
                  <a:lnTo>
                    <a:pt x="530110" y="554621"/>
                  </a:lnTo>
                  <a:lnTo>
                    <a:pt x="536600" y="551840"/>
                  </a:lnTo>
                  <a:lnTo>
                    <a:pt x="541172" y="547395"/>
                  </a:lnTo>
                  <a:lnTo>
                    <a:pt x="538670" y="544525"/>
                  </a:lnTo>
                  <a:lnTo>
                    <a:pt x="535597" y="547268"/>
                  </a:lnTo>
                  <a:lnTo>
                    <a:pt x="531812" y="549681"/>
                  </a:lnTo>
                  <a:lnTo>
                    <a:pt x="522884" y="549681"/>
                  </a:lnTo>
                  <a:lnTo>
                    <a:pt x="520928" y="546481"/>
                  </a:lnTo>
                  <a:lnTo>
                    <a:pt x="520928" y="539038"/>
                  </a:lnTo>
                  <a:lnTo>
                    <a:pt x="522097" y="532853"/>
                  </a:lnTo>
                  <a:lnTo>
                    <a:pt x="527583" y="501764"/>
                  </a:lnTo>
                  <a:lnTo>
                    <a:pt x="543826" y="501764"/>
                  </a:lnTo>
                  <a:lnTo>
                    <a:pt x="544372" y="498348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5966872" y="2942320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4" h="1905">
                  <a:moveTo>
                    <a:pt x="1767" y="1706"/>
                  </a:moveTo>
                  <a:lnTo>
                    <a:pt x="0" y="0"/>
                  </a:lnTo>
                </a:path>
              </a:pathLst>
            </a:custGeom>
            <a:ln w="10165">
              <a:solidFill>
                <a:srgbClr val="00AEE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5903782" y="2879618"/>
              <a:ext cx="71755" cy="71120"/>
            </a:xfrm>
            <a:custGeom>
              <a:avLst/>
              <a:gdLst/>
              <a:ahLst/>
              <a:cxnLst/>
              <a:rect l="l" t="t" r="r" b="b"/>
              <a:pathLst>
                <a:path w="71754" h="71119">
                  <a:moveTo>
                    <a:pt x="0" y="56239"/>
                  </a:moveTo>
                  <a:lnTo>
                    <a:pt x="71714" y="70931"/>
                  </a:lnTo>
                  <a:lnTo>
                    <a:pt x="53366" y="0"/>
                  </a:lnTo>
                </a:path>
              </a:pathLst>
            </a:custGeom>
            <a:ln w="12807">
              <a:solidFill>
                <a:srgbClr val="00AEE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1" name="object 21"/>
          <p:cNvGrpSpPr/>
          <p:nvPr/>
        </p:nvGrpSpPr>
        <p:grpSpPr>
          <a:xfrm>
            <a:off x="3929128" y="2580860"/>
            <a:ext cx="1022985" cy="1023619"/>
            <a:chOff x="3929128" y="2580860"/>
            <a:chExt cx="1022985" cy="1023619"/>
          </a:xfrm>
        </p:grpSpPr>
        <p:sp>
          <p:nvSpPr>
            <p:cNvPr id="22" name="object 22"/>
            <p:cNvSpPr/>
            <p:nvPr/>
          </p:nvSpPr>
          <p:spPr>
            <a:xfrm>
              <a:off x="4432402" y="2596714"/>
              <a:ext cx="635" cy="1002665"/>
            </a:xfrm>
            <a:custGeom>
              <a:avLst/>
              <a:gdLst/>
              <a:ahLst/>
              <a:cxnLst/>
              <a:rect l="l" t="t" r="r" b="b"/>
              <a:pathLst>
                <a:path w="635" h="1002664">
                  <a:moveTo>
                    <a:pt x="243" y="0"/>
                  </a:moveTo>
                  <a:lnTo>
                    <a:pt x="0" y="1002100"/>
                  </a:lnTo>
                </a:path>
              </a:pathLst>
            </a:custGeom>
            <a:ln w="10164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4393878" y="2587264"/>
              <a:ext cx="78105" cy="62230"/>
            </a:xfrm>
            <a:custGeom>
              <a:avLst/>
              <a:gdLst/>
              <a:ahLst/>
              <a:cxnLst/>
              <a:rect l="l" t="t" r="r" b="b"/>
              <a:pathLst>
                <a:path w="78104" h="62230">
                  <a:moveTo>
                    <a:pt x="77505" y="62122"/>
                  </a:moveTo>
                  <a:lnTo>
                    <a:pt x="38798" y="0"/>
                  </a:lnTo>
                  <a:lnTo>
                    <a:pt x="0" y="62122"/>
                  </a:lnTo>
                </a:path>
              </a:pathLst>
            </a:custGeom>
            <a:ln w="1280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3934211" y="3096681"/>
              <a:ext cx="1002030" cy="635"/>
            </a:xfrm>
            <a:custGeom>
              <a:avLst/>
              <a:gdLst/>
              <a:ahLst/>
              <a:cxnLst/>
              <a:rect l="l" t="t" r="r" b="b"/>
              <a:pathLst>
                <a:path w="1002029" h="635">
                  <a:moveTo>
                    <a:pt x="1001990" y="213"/>
                  </a:moveTo>
                  <a:lnTo>
                    <a:pt x="0" y="0"/>
                  </a:lnTo>
                </a:path>
              </a:pathLst>
            </a:custGeom>
            <a:ln w="1016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4883505" y="3058091"/>
              <a:ext cx="62230" cy="78105"/>
            </a:xfrm>
            <a:custGeom>
              <a:avLst/>
              <a:gdLst/>
              <a:ahLst/>
              <a:cxnLst/>
              <a:rect l="l" t="t" r="r" b="b"/>
              <a:pathLst>
                <a:path w="62229" h="78105">
                  <a:moveTo>
                    <a:pt x="0" y="77546"/>
                  </a:moveTo>
                  <a:lnTo>
                    <a:pt x="62144" y="38803"/>
                  </a:lnTo>
                  <a:lnTo>
                    <a:pt x="30" y="0"/>
                  </a:lnTo>
                </a:path>
              </a:pathLst>
            </a:custGeom>
            <a:ln w="1280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4831415" y="3144926"/>
              <a:ext cx="37465" cy="77470"/>
            </a:xfrm>
            <a:custGeom>
              <a:avLst/>
              <a:gdLst/>
              <a:ahLst/>
              <a:cxnLst/>
              <a:rect l="l" t="t" r="r" b="b"/>
              <a:pathLst>
                <a:path w="37464" h="77469">
                  <a:moveTo>
                    <a:pt x="24353" y="0"/>
                  </a:moveTo>
                  <a:lnTo>
                    <a:pt x="20116" y="0"/>
                  </a:lnTo>
                  <a:lnTo>
                    <a:pt x="17955" y="8216"/>
                  </a:lnTo>
                  <a:lnTo>
                    <a:pt x="14508" y="14618"/>
                  </a:lnTo>
                  <a:lnTo>
                    <a:pt x="8981" y="18855"/>
                  </a:lnTo>
                  <a:lnTo>
                    <a:pt x="579" y="20573"/>
                  </a:lnTo>
                  <a:lnTo>
                    <a:pt x="0" y="24018"/>
                  </a:lnTo>
                  <a:lnTo>
                    <a:pt x="9723" y="24018"/>
                  </a:lnTo>
                  <a:lnTo>
                    <a:pt x="3322" y="60258"/>
                  </a:lnTo>
                  <a:lnTo>
                    <a:pt x="2529" y="64038"/>
                  </a:lnTo>
                  <a:lnTo>
                    <a:pt x="2529" y="74797"/>
                  </a:lnTo>
                  <a:lnTo>
                    <a:pt x="10058" y="76870"/>
                  </a:lnTo>
                  <a:lnTo>
                    <a:pt x="22646" y="76870"/>
                  </a:lnTo>
                  <a:lnTo>
                    <a:pt x="29169" y="74096"/>
                  </a:lnTo>
                  <a:lnTo>
                    <a:pt x="33741" y="69646"/>
                  </a:lnTo>
                  <a:lnTo>
                    <a:pt x="31211" y="66781"/>
                  </a:lnTo>
                  <a:lnTo>
                    <a:pt x="28133" y="69524"/>
                  </a:lnTo>
                  <a:lnTo>
                    <a:pt x="24353" y="71932"/>
                  </a:lnTo>
                  <a:lnTo>
                    <a:pt x="15453" y="71932"/>
                  </a:lnTo>
                  <a:lnTo>
                    <a:pt x="13502" y="68732"/>
                  </a:lnTo>
                  <a:lnTo>
                    <a:pt x="13502" y="61295"/>
                  </a:lnTo>
                  <a:lnTo>
                    <a:pt x="14051" y="58094"/>
                  </a:lnTo>
                  <a:lnTo>
                    <a:pt x="14630" y="55107"/>
                  </a:lnTo>
                  <a:lnTo>
                    <a:pt x="20116" y="24018"/>
                  </a:lnTo>
                  <a:lnTo>
                    <a:pt x="36362" y="24018"/>
                  </a:lnTo>
                  <a:lnTo>
                    <a:pt x="36941" y="20573"/>
                  </a:lnTo>
                  <a:lnTo>
                    <a:pt x="20817" y="20573"/>
                  </a:lnTo>
                  <a:lnTo>
                    <a:pt x="24353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4305238" y="2670353"/>
              <a:ext cx="71120" cy="57785"/>
            </a:xfrm>
            <a:custGeom>
              <a:avLst/>
              <a:gdLst/>
              <a:ahLst/>
              <a:cxnLst/>
              <a:rect l="l" t="t" r="r" b="b"/>
              <a:pathLst>
                <a:path w="71120" h="57785">
                  <a:moveTo>
                    <a:pt x="68397" y="0"/>
                  </a:moveTo>
                  <a:lnTo>
                    <a:pt x="65653" y="0"/>
                  </a:lnTo>
                  <a:lnTo>
                    <a:pt x="58082" y="2800"/>
                  </a:lnTo>
                  <a:lnTo>
                    <a:pt x="50665" y="9536"/>
                  </a:lnTo>
                  <a:lnTo>
                    <a:pt x="44196" y="17706"/>
                  </a:lnTo>
                  <a:lnTo>
                    <a:pt x="39471" y="24810"/>
                  </a:lnTo>
                  <a:lnTo>
                    <a:pt x="31363" y="1127"/>
                  </a:lnTo>
                  <a:lnTo>
                    <a:pt x="28254" y="1127"/>
                  </a:lnTo>
                  <a:lnTo>
                    <a:pt x="23682" y="2956"/>
                  </a:lnTo>
                  <a:lnTo>
                    <a:pt x="18897" y="4114"/>
                  </a:lnTo>
                  <a:lnTo>
                    <a:pt x="13959" y="4236"/>
                  </a:lnTo>
                  <a:lnTo>
                    <a:pt x="13502" y="7650"/>
                  </a:lnTo>
                  <a:lnTo>
                    <a:pt x="22311" y="8808"/>
                  </a:lnTo>
                  <a:lnTo>
                    <a:pt x="24018" y="13959"/>
                  </a:lnTo>
                  <a:lnTo>
                    <a:pt x="29169" y="27431"/>
                  </a:lnTo>
                  <a:lnTo>
                    <a:pt x="25833" y="33169"/>
                  </a:lnTo>
                  <a:lnTo>
                    <a:pt x="21526" y="39433"/>
                  </a:lnTo>
                  <a:lnTo>
                    <a:pt x="16293" y="44474"/>
                  </a:lnTo>
                  <a:lnTo>
                    <a:pt x="10180" y="46542"/>
                  </a:lnTo>
                  <a:lnTo>
                    <a:pt x="3688" y="45963"/>
                  </a:lnTo>
                  <a:lnTo>
                    <a:pt x="0" y="47457"/>
                  </a:lnTo>
                  <a:lnTo>
                    <a:pt x="0" y="55107"/>
                  </a:lnTo>
                  <a:lnTo>
                    <a:pt x="2407" y="57424"/>
                  </a:lnTo>
                  <a:lnTo>
                    <a:pt x="5730" y="57424"/>
                  </a:lnTo>
                  <a:lnTo>
                    <a:pt x="13812" y="54713"/>
                  </a:lnTo>
                  <a:lnTo>
                    <a:pt x="20825" y="48105"/>
                  </a:lnTo>
                  <a:lnTo>
                    <a:pt x="26638" y="39884"/>
                  </a:lnTo>
                  <a:lnTo>
                    <a:pt x="31120" y="32339"/>
                  </a:lnTo>
                  <a:lnTo>
                    <a:pt x="34991" y="41513"/>
                  </a:lnTo>
                  <a:lnTo>
                    <a:pt x="38099" y="49072"/>
                  </a:lnTo>
                  <a:lnTo>
                    <a:pt x="41422" y="57424"/>
                  </a:lnTo>
                  <a:lnTo>
                    <a:pt x="56052" y="57424"/>
                  </a:lnTo>
                  <a:lnTo>
                    <a:pt x="62331" y="53858"/>
                  </a:lnTo>
                  <a:lnTo>
                    <a:pt x="65775" y="50200"/>
                  </a:lnTo>
                  <a:lnTo>
                    <a:pt x="63245" y="47914"/>
                  </a:lnTo>
                  <a:lnTo>
                    <a:pt x="61295" y="49286"/>
                  </a:lnTo>
                  <a:lnTo>
                    <a:pt x="59466" y="50413"/>
                  </a:lnTo>
                  <a:lnTo>
                    <a:pt x="56967" y="50413"/>
                  </a:lnTo>
                  <a:lnTo>
                    <a:pt x="51342" y="47926"/>
                  </a:lnTo>
                  <a:lnTo>
                    <a:pt x="47106" y="41990"/>
                  </a:lnTo>
                  <a:lnTo>
                    <a:pt x="43945" y="34893"/>
                  </a:lnTo>
                  <a:lnTo>
                    <a:pt x="41544" y="28925"/>
                  </a:lnTo>
                  <a:lnTo>
                    <a:pt x="44622" y="23561"/>
                  </a:lnTo>
                  <a:lnTo>
                    <a:pt x="48158" y="18531"/>
                  </a:lnTo>
                  <a:lnTo>
                    <a:pt x="52852" y="14508"/>
                  </a:lnTo>
                  <a:lnTo>
                    <a:pt x="55595" y="12222"/>
                  </a:lnTo>
                  <a:lnTo>
                    <a:pt x="57546" y="11094"/>
                  </a:lnTo>
                  <a:lnTo>
                    <a:pt x="66690" y="11094"/>
                  </a:lnTo>
                  <a:lnTo>
                    <a:pt x="70561" y="8930"/>
                  </a:lnTo>
                  <a:lnTo>
                    <a:pt x="70561" y="2042"/>
                  </a:lnTo>
                  <a:lnTo>
                    <a:pt x="68397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4515698" y="2875777"/>
              <a:ext cx="1270" cy="1905"/>
            </a:xfrm>
            <a:custGeom>
              <a:avLst/>
              <a:gdLst/>
              <a:ahLst/>
              <a:cxnLst/>
              <a:rect l="l" t="t" r="r" b="b"/>
              <a:pathLst>
                <a:path w="1270" h="1905">
                  <a:moveTo>
                    <a:pt x="0" y="1554"/>
                  </a:moveTo>
                  <a:lnTo>
                    <a:pt x="761" y="0"/>
                  </a:lnTo>
                </a:path>
              </a:pathLst>
            </a:custGeom>
            <a:ln w="10164">
              <a:solidFill>
                <a:srgbClr val="00AEE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4503537" y="2813076"/>
              <a:ext cx="70485" cy="73025"/>
            </a:xfrm>
            <a:custGeom>
              <a:avLst/>
              <a:gdLst/>
              <a:ahLst/>
              <a:cxnLst/>
              <a:rect l="l" t="t" r="r" b="b"/>
              <a:pathLst>
                <a:path w="70485" h="73025">
                  <a:moveTo>
                    <a:pt x="0" y="0"/>
                  </a:moveTo>
                  <a:lnTo>
                    <a:pt x="8076" y="72791"/>
                  </a:lnTo>
                  <a:lnTo>
                    <a:pt x="69885" y="33499"/>
                  </a:lnTo>
                </a:path>
              </a:pathLst>
            </a:custGeom>
            <a:ln w="12807">
              <a:solidFill>
                <a:srgbClr val="00AEE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4651081" y="2978899"/>
              <a:ext cx="5080" cy="4445"/>
            </a:xfrm>
            <a:custGeom>
              <a:avLst/>
              <a:gdLst/>
              <a:ahLst/>
              <a:cxnLst/>
              <a:rect l="l" t="t" r="r" b="b"/>
              <a:pathLst>
                <a:path w="5079" h="4444">
                  <a:moveTo>
                    <a:pt x="4998" y="0"/>
                  </a:moveTo>
                  <a:lnTo>
                    <a:pt x="0" y="4358"/>
                  </a:lnTo>
                </a:path>
              </a:pathLst>
            </a:custGeom>
            <a:ln w="10165">
              <a:solidFill>
                <a:srgbClr val="00AEE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4590917" y="2972680"/>
              <a:ext cx="72390" cy="70485"/>
            </a:xfrm>
            <a:custGeom>
              <a:avLst/>
              <a:gdLst/>
              <a:ahLst/>
              <a:cxnLst/>
              <a:rect l="l" t="t" r="r" b="b"/>
              <a:pathLst>
                <a:path w="72389" h="70485">
                  <a:moveTo>
                    <a:pt x="50989" y="70047"/>
                  </a:moveTo>
                  <a:lnTo>
                    <a:pt x="72293" y="0"/>
                  </a:lnTo>
                  <a:lnTo>
                    <a:pt x="0" y="11674"/>
                  </a:lnTo>
                </a:path>
              </a:pathLst>
            </a:custGeom>
            <a:ln w="12807">
              <a:solidFill>
                <a:srgbClr val="00AEE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4438784" y="2785856"/>
              <a:ext cx="291465" cy="306070"/>
            </a:xfrm>
            <a:custGeom>
              <a:avLst/>
              <a:gdLst/>
              <a:ahLst/>
              <a:cxnLst/>
              <a:rect l="l" t="t" r="r" b="b"/>
              <a:pathLst>
                <a:path w="291464" h="306069">
                  <a:moveTo>
                    <a:pt x="261700" y="28591"/>
                  </a:moveTo>
                  <a:lnTo>
                    <a:pt x="286151" y="58863"/>
                  </a:lnTo>
                  <a:lnTo>
                    <a:pt x="291281" y="90153"/>
                  </a:lnTo>
                  <a:lnTo>
                    <a:pt x="280365" y="121767"/>
                  </a:lnTo>
                  <a:lnTo>
                    <a:pt x="256678" y="153007"/>
                  </a:lnTo>
                  <a:lnTo>
                    <a:pt x="223493" y="183176"/>
                  </a:lnTo>
                  <a:lnTo>
                    <a:pt x="184084" y="211579"/>
                  </a:lnTo>
                  <a:lnTo>
                    <a:pt x="141727" y="237519"/>
                  </a:lnTo>
                  <a:lnTo>
                    <a:pt x="99693" y="260298"/>
                  </a:lnTo>
                  <a:lnTo>
                    <a:pt x="61259" y="279221"/>
                  </a:lnTo>
                  <a:lnTo>
                    <a:pt x="8284" y="302712"/>
                  </a:lnTo>
                  <a:lnTo>
                    <a:pt x="292" y="305887"/>
                  </a:lnTo>
                  <a:lnTo>
                    <a:pt x="0" y="298575"/>
                  </a:lnTo>
                  <a:lnTo>
                    <a:pt x="11069" y="250500"/>
                  </a:lnTo>
                  <a:lnTo>
                    <a:pt x="36707" y="175451"/>
                  </a:lnTo>
                  <a:lnTo>
                    <a:pt x="54627" y="134422"/>
                  </a:lnTo>
                  <a:lnTo>
                    <a:pt x="75752" y="94583"/>
                  </a:lnTo>
                  <a:lnTo>
                    <a:pt x="99939" y="58577"/>
                  </a:lnTo>
                  <a:lnTo>
                    <a:pt x="127041" y="29048"/>
                  </a:lnTo>
                  <a:lnTo>
                    <a:pt x="189411" y="0"/>
                  </a:lnTo>
                  <a:lnTo>
                    <a:pt x="224389" y="5768"/>
                  </a:lnTo>
                  <a:lnTo>
                    <a:pt x="261700" y="28591"/>
                  </a:lnTo>
                  <a:close/>
                </a:path>
              </a:pathLst>
            </a:custGeom>
            <a:ln w="12707">
              <a:solidFill>
                <a:srgbClr val="00AEE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4133724" y="3102077"/>
              <a:ext cx="292735" cy="307975"/>
            </a:xfrm>
            <a:custGeom>
              <a:avLst/>
              <a:gdLst/>
              <a:ahLst/>
              <a:cxnLst/>
              <a:rect l="l" t="t" r="r" b="b"/>
              <a:pathLst>
                <a:path w="292735" h="307975">
                  <a:moveTo>
                    <a:pt x="29497" y="279521"/>
                  </a:moveTo>
                  <a:lnTo>
                    <a:pt x="5069" y="249212"/>
                  </a:lnTo>
                  <a:lnTo>
                    <a:pt x="0" y="217804"/>
                  </a:lnTo>
                  <a:lnTo>
                    <a:pt x="11008" y="186010"/>
                  </a:lnTo>
                  <a:lnTo>
                    <a:pt x="34811" y="154542"/>
                  </a:lnTo>
                  <a:lnTo>
                    <a:pt x="68128" y="124111"/>
                  </a:lnTo>
                  <a:lnTo>
                    <a:pt x="107676" y="95431"/>
                  </a:lnTo>
                  <a:lnTo>
                    <a:pt x="150174" y="69214"/>
                  </a:lnTo>
                  <a:lnTo>
                    <a:pt x="192339" y="46172"/>
                  </a:lnTo>
                  <a:lnTo>
                    <a:pt x="230889" y="27017"/>
                  </a:lnTo>
                  <a:lnTo>
                    <a:pt x="284018" y="3219"/>
                  </a:lnTo>
                  <a:lnTo>
                    <a:pt x="292033" y="0"/>
                  </a:lnTo>
                  <a:lnTo>
                    <a:pt x="292300" y="7349"/>
                  </a:lnTo>
                  <a:lnTo>
                    <a:pt x="281091" y="55688"/>
                  </a:lnTo>
                  <a:lnTo>
                    <a:pt x="255232" y="131170"/>
                  </a:lnTo>
                  <a:lnTo>
                    <a:pt x="237187" y="172449"/>
                  </a:lnTo>
                  <a:lnTo>
                    <a:pt x="215933" y="212544"/>
                  </a:lnTo>
                  <a:lnTo>
                    <a:pt x="191622" y="248801"/>
                  </a:lnTo>
                  <a:lnTo>
                    <a:pt x="164404" y="278562"/>
                  </a:lnTo>
                  <a:lnTo>
                    <a:pt x="101856" y="307970"/>
                  </a:lnTo>
                  <a:lnTo>
                    <a:pt x="66827" y="302306"/>
                  </a:lnTo>
                  <a:lnTo>
                    <a:pt x="29497" y="279521"/>
                  </a:lnTo>
                  <a:close/>
                </a:path>
              </a:pathLst>
            </a:custGeom>
            <a:ln w="12707">
              <a:solidFill>
                <a:srgbClr val="00AEE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4244902" y="3191481"/>
              <a:ext cx="5080" cy="4445"/>
            </a:xfrm>
            <a:custGeom>
              <a:avLst/>
              <a:gdLst/>
              <a:ahLst/>
              <a:cxnLst/>
              <a:rect l="l" t="t" r="r" b="b"/>
              <a:pathLst>
                <a:path w="5079" h="4444">
                  <a:moveTo>
                    <a:pt x="4998" y="0"/>
                  </a:moveTo>
                  <a:lnTo>
                    <a:pt x="0" y="4358"/>
                  </a:lnTo>
                </a:path>
              </a:pathLst>
            </a:custGeom>
            <a:ln w="10165">
              <a:solidFill>
                <a:srgbClr val="00AEE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4184708" y="3185262"/>
              <a:ext cx="72390" cy="70485"/>
            </a:xfrm>
            <a:custGeom>
              <a:avLst/>
              <a:gdLst/>
              <a:ahLst/>
              <a:cxnLst/>
              <a:rect l="l" t="t" r="r" b="b"/>
              <a:pathLst>
                <a:path w="72389" h="70485">
                  <a:moveTo>
                    <a:pt x="51019" y="70047"/>
                  </a:moveTo>
                  <a:lnTo>
                    <a:pt x="72323" y="0"/>
                  </a:lnTo>
                  <a:lnTo>
                    <a:pt x="0" y="11674"/>
                  </a:lnTo>
                </a:path>
              </a:pathLst>
            </a:custGeom>
            <a:ln w="12807">
              <a:solidFill>
                <a:srgbClr val="00AEE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4357030" y="3296827"/>
              <a:ext cx="3810" cy="5715"/>
            </a:xfrm>
            <a:custGeom>
              <a:avLst/>
              <a:gdLst/>
              <a:ahLst/>
              <a:cxnLst/>
              <a:rect l="l" t="t" r="r" b="b"/>
              <a:pathLst>
                <a:path w="3810" h="5714">
                  <a:moveTo>
                    <a:pt x="0" y="5669"/>
                  </a:moveTo>
                  <a:lnTo>
                    <a:pt x="3383" y="0"/>
                  </a:lnTo>
                </a:path>
              </a:pathLst>
            </a:custGeom>
            <a:ln w="10164">
              <a:solidFill>
                <a:srgbClr val="00AEE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4350782" y="3237418"/>
              <a:ext cx="66675" cy="73660"/>
            </a:xfrm>
            <a:custGeom>
              <a:avLst/>
              <a:gdLst/>
              <a:ahLst/>
              <a:cxnLst/>
              <a:rect l="l" t="t" r="r" b="b"/>
              <a:pathLst>
                <a:path w="66675" h="73660">
                  <a:moveTo>
                    <a:pt x="0" y="0"/>
                  </a:moveTo>
                  <a:lnTo>
                    <a:pt x="1401" y="73218"/>
                  </a:lnTo>
                  <a:lnTo>
                    <a:pt x="66563" y="39748"/>
                  </a:lnTo>
                </a:path>
              </a:pathLst>
            </a:custGeom>
            <a:ln w="12807">
              <a:solidFill>
                <a:srgbClr val="00AEE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8" name="object 38"/>
          <p:cNvGrpSpPr/>
          <p:nvPr/>
        </p:nvGrpSpPr>
        <p:grpSpPr>
          <a:xfrm>
            <a:off x="3977932" y="4014672"/>
            <a:ext cx="1206500" cy="1143635"/>
            <a:chOff x="3977932" y="4014672"/>
            <a:chExt cx="1206500" cy="1143635"/>
          </a:xfrm>
        </p:grpSpPr>
        <p:sp>
          <p:nvSpPr>
            <p:cNvPr id="39" name="object 39"/>
            <p:cNvSpPr/>
            <p:nvPr/>
          </p:nvSpPr>
          <p:spPr>
            <a:xfrm>
              <a:off x="5074462" y="4703185"/>
              <a:ext cx="37465" cy="77470"/>
            </a:xfrm>
            <a:custGeom>
              <a:avLst/>
              <a:gdLst/>
              <a:ahLst/>
              <a:cxnLst/>
              <a:rect l="l" t="t" r="r" b="b"/>
              <a:pathLst>
                <a:path w="37464" h="77470">
                  <a:moveTo>
                    <a:pt x="24353" y="0"/>
                  </a:moveTo>
                  <a:lnTo>
                    <a:pt x="20116" y="0"/>
                  </a:lnTo>
                  <a:lnTo>
                    <a:pt x="17942" y="8216"/>
                  </a:lnTo>
                  <a:lnTo>
                    <a:pt x="14497" y="14618"/>
                  </a:lnTo>
                  <a:lnTo>
                    <a:pt x="8976" y="18855"/>
                  </a:lnTo>
                  <a:lnTo>
                    <a:pt x="579" y="20573"/>
                  </a:lnTo>
                  <a:lnTo>
                    <a:pt x="0" y="23987"/>
                  </a:lnTo>
                  <a:lnTo>
                    <a:pt x="9723" y="23987"/>
                  </a:lnTo>
                  <a:lnTo>
                    <a:pt x="3322" y="60258"/>
                  </a:lnTo>
                  <a:lnTo>
                    <a:pt x="2529" y="64038"/>
                  </a:lnTo>
                  <a:lnTo>
                    <a:pt x="2529" y="74767"/>
                  </a:lnTo>
                  <a:lnTo>
                    <a:pt x="10058" y="76870"/>
                  </a:lnTo>
                  <a:lnTo>
                    <a:pt x="22646" y="76870"/>
                  </a:lnTo>
                  <a:lnTo>
                    <a:pt x="29138" y="74096"/>
                  </a:lnTo>
                  <a:lnTo>
                    <a:pt x="33710" y="69646"/>
                  </a:lnTo>
                  <a:lnTo>
                    <a:pt x="31211" y="66781"/>
                  </a:lnTo>
                  <a:lnTo>
                    <a:pt x="28133" y="69524"/>
                  </a:lnTo>
                  <a:lnTo>
                    <a:pt x="24353" y="71932"/>
                  </a:lnTo>
                  <a:lnTo>
                    <a:pt x="15422" y="71932"/>
                  </a:lnTo>
                  <a:lnTo>
                    <a:pt x="13502" y="68732"/>
                  </a:lnTo>
                  <a:lnTo>
                    <a:pt x="13502" y="61295"/>
                  </a:lnTo>
                  <a:lnTo>
                    <a:pt x="14051" y="58094"/>
                  </a:lnTo>
                  <a:lnTo>
                    <a:pt x="14630" y="55107"/>
                  </a:lnTo>
                  <a:lnTo>
                    <a:pt x="20116" y="23987"/>
                  </a:lnTo>
                  <a:lnTo>
                    <a:pt x="36362" y="23987"/>
                  </a:lnTo>
                  <a:lnTo>
                    <a:pt x="36911" y="20573"/>
                  </a:lnTo>
                  <a:lnTo>
                    <a:pt x="20817" y="20573"/>
                  </a:lnTo>
                  <a:lnTo>
                    <a:pt x="24353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4474126" y="4151089"/>
              <a:ext cx="635" cy="1002665"/>
            </a:xfrm>
            <a:custGeom>
              <a:avLst/>
              <a:gdLst/>
              <a:ahLst/>
              <a:cxnLst/>
              <a:rect l="l" t="t" r="r" b="b"/>
              <a:pathLst>
                <a:path w="635" h="1002664">
                  <a:moveTo>
                    <a:pt x="243" y="0"/>
                  </a:moveTo>
                  <a:lnTo>
                    <a:pt x="0" y="1002130"/>
                  </a:lnTo>
                </a:path>
              </a:pathLst>
            </a:custGeom>
            <a:ln w="10164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4435602" y="4141639"/>
              <a:ext cx="78105" cy="62230"/>
            </a:xfrm>
            <a:custGeom>
              <a:avLst/>
              <a:gdLst/>
              <a:ahLst/>
              <a:cxnLst/>
              <a:rect l="l" t="t" r="r" b="b"/>
              <a:pathLst>
                <a:path w="78104" h="62229">
                  <a:moveTo>
                    <a:pt x="77505" y="62153"/>
                  </a:moveTo>
                  <a:lnTo>
                    <a:pt x="38798" y="0"/>
                  </a:lnTo>
                  <a:lnTo>
                    <a:pt x="0" y="62122"/>
                  </a:lnTo>
                </a:path>
              </a:pathLst>
            </a:custGeom>
            <a:ln w="1280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3993612" y="4653312"/>
              <a:ext cx="1175385" cy="635"/>
            </a:xfrm>
            <a:custGeom>
              <a:avLst/>
              <a:gdLst/>
              <a:ahLst/>
              <a:cxnLst/>
              <a:rect l="l" t="t" r="r" b="b"/>
              <a:pathLst>
                <a:path w="1175385" h="635">
                  <a:moveTo>
                    <a:pt x="1174799" y="182"/>
                  </a:moveTo>
                  <a:lnTo>
                    <a:pt x="0" y="0"/>
                  </a:lnTo>
                </a:path>
              </a:pathLst>
            </a:custGeom>
            <a:ln w="1016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5115746" y="4614722"/>
              <a:ext cx="62230" cy="78105"/>
            </a:xfrm>
            <a:custGeom>
              <a:avLst/>
              <a:gdLst/>
              <a:ahLst/>
              <a:cxnLst/>
              <a:rect l="l" t="t" r="r" b="b"/>
              <a:pathLst>
                <a:path w="62229" h="78104">
                  <a:moveTo>
                    <a:pt x="0" y="77516"/>
                  </a:moveTo>
                  <a:lnTo>
                    <a:pt x="62113" y="38773"/>
                  </a:lnTo>
                  <a:lnTo>
                    <a:pt x="0" y="0"/>
                  </a:lnTo>
                </a:path>
              </a:pathLst>
            </a:custGeom>
            <a:ln w="1280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4557422" y="4431737"/>
              <a:ext cx="439420" cy="387985"/>
            </a:xfrm>
            <a:custGeom>
              <a:avLst/>
              <a:gdLst/>
              <a:ahLst/>
              <a:cxnLst/>
              <a:rect l="l" t="t" r="r" b="b"/>
              <a:pathLst>
                <a:path w="439420" h="387985">
                  <a:moveTo>
                    <a:pt x="439125" y="387732"/>
                  </a:moveTo>
                  <a:lnTo>
                    <a:pt x="419973" y="350388"/>
                  </a:lnTo>
                  <a:lnTo>
                    <a:pt x="396674" y="305550"/>
                  </a:lnTo>
                  <a:lnTo>
                    <a:pt x="370260" y="255911"/>
                  </a:lnTo>
                  <a:lnTo>
                    <a:pt x="341766" y="204161"/>
                  </a:lnTo>
                  <a:lnTo>
                    <a:pt x="312226" y="152989"/>
                  </a:lnTo>
                  <a:lnTo>
                    <a:pt x="282674" y="105088"/>
                  </a:lnTo>
                  <a:lnTo>
                    <a:pt x="254145" y="63148"/>
                  </a:lnTo>
                  <a:lnTo>
                    <a:pt x="227672" y="29859"/>
                  </a:lnTo>
                  <a:lnTo>
                    <a:pt x="185031" y="0"/>
                  </a:lnTo>
                  <a:lnTo>
                    <a:pt x="149725" y="11003"/>
                  </a:lnTo>
                  <a:lnTo>
                    <a:pt x="116309" y="39723"/>
                  </a:lnTo>
                  <a:lnTo>
                    <a:pt x="85424" y="79722"/>
                  </a:lnTo>
                  <a:lnTo>
                    <a:pt x="57711" y="124563"/>
                  </a:lnTo>
                  <a:lnTo>
                    <a:pt x="33808" y="167809"/>
                  </a:lnTo>
                  <a:lnTo>
                    <a:pt x="14358" y="203023"/>
                  </a:lnTo>
                  <a:lnTo>
                    <a:pt x="0" y="223769"/>
                  </a:lnTo>
                </a:path>
              </a:pathLst>
            </a:custGeom>
            <a:ln w="12707">
              <a:solidFill>
                <a:srgbClr val="00AEE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4206073" y="4653739"/>
              <a:ext cx="353695" cy="224154"/>
            </a:xfrm>
            <a:custGeom>
              <a:avLst/>
              <a:gdLst/>
              <a:ahLst/>
              <a:cxnLst/>
              <a:rect l="l" t="t" r="r" b="b"/>
              <a:pathLst>
                <a:path w="353695" h="224154">
                  <a:moveTo>
                    <a:pt x="0" y="121"/>
                  </a:moveTo>
                  <a:lnTo>
                    <a:pt x="27905" y="54537"/>
                  </a:lnTo>
                  <a:lnTo>
                    <a:pt x="55869" y="106550"/>
                  </a:lnTo>
                  <a:lnTo>
                    <a:pt x="83878" y="152822"/>
                  </a:lnTo>
                  <a:lnTo>
                    <a:pt x="111921" y="190009"/>
                  </a:lnTo>
                  <a:lnTo>
                    <a:pt x="168054" y="223769"/>
                  </a:lnTo>
                  <a:lnTo>
                    <a:pt x="203372" y="212765"/>
                  </a:lnTo>
                  <a:lnTo>
                    <a:pt x="236795" y="184045"/>
                  </a:lnTo>
                  <a:lnTo>
                    <a:pt x="267686" y="144047"/>
                  </a:lnTo>
                  <a:lnTo>
                    <a:pt x="295403" y="99206"/>
                  </a:lnTo>
                  <a:lnTo>
                    <a:pt x="319306" y="55959"/>
                  </a:lnTo>
                  <a:lnTo>
                    <a:pt x="338758" y="20745"/>
                  </a:lnTo>
                  <a:lnTo>
                    <a:pt x="353116" y="0"/>
                  </a:lnTo>
                </a:path>
              </a:pathLst>
            </a:custGeom>
            <a:ln w="12707">
              <a:solidFill>
                <a:srgbClr val="00AEE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6" name="object 4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77932" y="4424744"/>
              <a:ext cx="234098" cy="236354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91980" y="4014672"/>
              <a:ext cx="329641" cy="108112"/>
            </a:xfrm>
            <a:prstGeom prst="rect">
              <a:avLst/>
            </a:prstGeom>
          </p:spPr>
        </p:pic>
      </p:grpSp>
      <p:pic>
        <p:nvPicPr>
          <p:cNvPr id="48" name="object 4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386864" y="3691615"/>
            <a:ext cx="116982" cy="99882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430786" y="5245333"/>
            <a:ext cx="110124" cy="99852"/>
          </a:xfrm>
          <a:prstGeom prst="rect">
            <a:avLst/>
          </a:prstGeom>
        </p:spPr>
      </p:pic>
      <p:pic>
        <p:nvPicPr>
          <p:cNvPr id="50" name="object 5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750813" y="3697802"/>
            <a:ext cx="121554" cy="99852"/>
          </a:xfrm>
          <a:prstGeom prst="rect">
            <a:avLst/>
          </a:prstGeom>
        </p:spPr>
      </p:pic>
      <p:pic>
        <p:nvPicPr>
          <p:cNvPr id="51" name="object 5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762396" y="5247833"/>
            <a:ext cx="121554" cy="99882"/>
          </a:xfrm>
          <a:prstGeom prst="rect">
            <a:avLst/>
          </a:prstGeom>
        </p:spPr>
      </p:pic>
      <p:sp>
        <p:nvSpPr>
          <p:cNvPr id="52" name="object 52"/>
          <p:cNvSpPr txBox="1"/>
          <p:nvPr/>
        </p:nvSpPr>
        <p:spPr>
          <a:xfrm>
            <a:off x="4896107" y="5353853"/>
            <a:ext cx="560070" cy="1657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900" b="1" i="1">
                <a:solidFill>
                  <a:srgbClr val="00AEEF"/>
                </a:solidFill>
                <a:latin typeface="Bookman Old Style"/>
                <a:cs typeface="Bookman Old Style"/>
              </a:rPr>
              <a:t>Fig.</a:t>
            </a:r>
            <a:r>
              <a:rPr dirty="0" sz="900" spc="3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 spc="-20" b="1" i="1">
                <a:solidFill>
                  <a:srgbClr val="00AEEF"/>
                </a:solidFill>
                <a:latin typeface="Bookman Old Style"/>
                <a:cs typeface="Bookman Old Style"/>
              </a:rPr>
              <a:t>2.10</a:t>
            </a:r>
            <a:endParaRPr sz="900">
              <a:latin typeface="Bookman Old Style"/>
              <a:cs typeface="Bookman Old Style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5246142" y="7457072"/>
            <a:ext cx="563880" cy="1657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900" b="1" i="1">
                <a:solidFill>
                  <a:srgbClr val="00AEEF"/>
                </a:solidFill>
                <a:latin typeface="Bookman Old Style"/>
                <a:cs typeface="Bookman Old Style"/>
              </a:rPr>
              <a:t>Fig.</a:t>
            </a:r>
            <a:r>
              <a:rPr dirty="0" sz="900" spc="6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 spc="-20" b="1" i="1">
                <a:solidFill>
                  <a:srgbClr val="00AEEF"/>
                </a:solidFill>
                <a:latin typeface="Bookman Old Style"/>
                <a:cs typeface="Bookman Old Style"/>
              </a:rPr>
              <a:t>2.11</a:t>
            </a:r>
            <a:endParaRPr sz="900">
              <a:latin typeface="Bookman Old Style"/>
              <a:cs typeface="Bookman Old Style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4323784" y="6019546"/>
            <a:ext cx="2000885" cy="1673860"/>
            <a:chOff x="4323784" y="6019546"/>
            <a:chExt cx="2000885" cy="1673860"/>
          </a:xfrm>
        </p:grpSpPr>
        <p:pic>
          <p:nvPicPr>
            <p:cNvPr id="55" name="object 5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036706" y="7235647"/>
              <a:ext cx="66621" cy="96042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4323784" y="7192563"/>
              <a:ext cx="1983739" cy="0"/>
            </a:xfrm>
            <a:custGeom>
              <a:avLst/>
              <a:gdLst/>
              <a:ahLst/>
              <a:cxnLst/>
              <a:rect l="l" t="t" r="r" b="b"/>
              <a:pathLst>
                <a:path w="1983739" h="0">
                  <a:moveTo>
                    <a:pt x="1983278" y="0"/>
                  </a:moveTo>
                  <a:lnTo>
                    <a:pt x="0" y="0"/>
                  </a:lnTo>
                </a:path>
              </a:pathLst>
            </a:custGeom>
            <a:ln w="1016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6248303" y="7153805"/>
              <a:ext cx="69850" cy="78105"/>
            </a:xfrm>
            <a:custGeom>
              <a:avLst/>
              <a:gdLst/>
              <a:ahLst/>
              <a:cxnLst/>
              <a:rect l="l" t="t" r="r" b="b"/>
              <a:pathLst>
                <a:path w="69850" h="78104">
                  <a:moveTo>
                    <a:pt x="0" y="77486"/>
                  </a:moveTo>
                  <a:lnTo>
                    <a:pt x="69270" y="38757"/>
                  </a:lnTo>
                  <a:lnTo>
                    <a:pt x="0" y="0"/>
                  </a:lnTo>
                </a:path>
              </a:pathLst>
            </a:custGeom>
            <a:ln w="13624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4990770" y="6035688"/>
              <a:ext cx="635" cy="1652270"/>
            </a:xfrm>
            <a:custGeom>
              <a:avLst/>
              <a:gdLst/>
              <a:ahLst/>
              <a:cxnLst/>
              <a:rect l="l" t="t" r="r" b="b"/>
              <a:pathLst>
                <a:path w="635" h="1652270">
                  <a:moveTo>
                    <a:pt x="385" y="0"/>
                  </a:moveTo>
                  <a:lnTo>
                    <a:pt x="0" y="1651748"/>
                  </a:lnTo>
                </a:path>
              </a:pathLst>
            </a:custGeom>
            <a:ln w="11333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4947890" y="6026236"/>
              <a:ext cx="86995" cy="62230"/>
            </a:xfrm>
            <a:custGeom>
              <a:avLst/>
              <a:gdLst/>
              <a:ahLst/>
              <a:cxnLst/>
              <a:rect l="l" t="t" r="r" b="b"/>
              <a:pathLst>
                <a:path w="86995" h="62229">
                  <a:moveTo>
                    <a:pt x="86434" y="62127"/>
                  </a:moveTo>
                  <a:lnTo>
                    <a:pt x="43265" y="0"/>
                  </a:lnTo>
                  <a:lnTo>
                    <a:pt x="0" y="62098"/>
                  </a:lnTo>
                </a:path>
              </a:pathLst>
            </a:custGeom>
            <a:ln w="13306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4992698" y="6107699"/>
              <a:ext cx="816610" cy="1084580"/>
            </a:xfrm>
            <a:custGeom>
              <a:avLst/>
              <a:gdLst/>
              <a:ahLst/>
              <a:cxnLst/>
              <a:rect l="l" t="t" r="r" b="b"/>
              <a:pathLst>
                <a:path w="816610" h="1084579">
                  <a:moveTo>
                    <a:pt x="0" y="1084546"/>
                  </a:moveTo>
                  <a:lnTo>
                    <a:pt x="46864" y="1072776"/>
                  </a:lnTo>
                  <a:lnTo>
                    <a:pt x="92769" y="1057407"/>
                  </a:lnTo>
                  <a:lnTo>
                    <a:pt x="137674" y="1038652"/>
                  </a:lnTo>
                  <a:lnTo>
                    <a:pt x="181535" y="1016721"/>
                  </a:lnTo>
                  <a:lnTo>
                    <a:pt x="224311" y="991828"/>
                  </a:lnTo>
                  <a:lnTo>
                    <a:pt x="265957" y="964185"/>
                  </a:lnTo>
                  <a:lnTo>
                    <a:pt x="306432" y="934004"/>
                  </a:lnTo>
                  <a:lnTo>
                    <a:pt x="345694" y="901497"/>
                  </a:lnTo>
                  <a:lnTo>
                    <a:pt x="383699" y="866876"/>
                  </a:lnTo>
                  <a:lnTo>
                    <a:pt x="420406" y="830355"/>
                  </a:lnTo>
                  <a:lnTo>
                    <a:pt x="455771" y="792143"/>
                  </a:lnTo>
                  <a:lnTo>
                    <a:pt x="489753" y="752455"/>
                  </a:lnTo>
                  <a:lnTo>
                    <a:pt x="522308" y="711503"/>
                  </a:lnTo>
                  <a:lnTo>
                    <a:pt x="553395" y="669497"/>
                  </a:lnTo>
                  <a:lnTo>
                    <a:pt x="582970" y="626652"/>
                  </a:lnTo>
                  <a:lnTo>
                    <a:pt x="610991" y="583178"/>
                  </a:lnTo>
                  <a:lnTo>
                    <a:pt x="637415" y="539288"/>
                  </a:lnTo>
                  <a:lnTo>
                    <a:pt x="662200" y="495195"/>
                  </a:lnTo>
                  <a:lnTo>
                    <a:pt x="685304" y="451110"/>
                  </a:lnTo>
                  <a:lnTo>
                    <a:pt x="706684" y="407246"/>
                  </a:lnTo>
                  <a:lnTo>
                    <a:pt x="726297" y="363815"/>
                  </a:lnTo>
                  <a:lnTo>
                    <a:pt x="744101" y="321029"/>
                  </a:lnTo>
                  <a:lnTo>
                    <a:pt x="760054" y="279100"/>
                  </a:lnTo>
                  <a:lnTo>
                    <a:pt x="774112" y="238241"/>
                  </a:lnTo>
                  <a:lnTo>
                    <a:pt x="786233" y="198663"/>
                  </a:lnTo>
                  <a:lnTo>
                    <a:pt x="796376" y="160580"/>
                  </a:lnTo>
                  <a:lnTo>
                    <a:pt x="810552" y="89744"/>
                  </a:lnTo>
                  <a:lnTo>
                    <a:pt x="816300" y="27430"/>
                  </a:lnTo>
                  <a:lnTo>
                    <a:pt x="815908" y="0"/>
                  </a:lnTo>
                </a:path>
              </a:pathLst>
            </a:custGeom>
            <a:ln w="20454">
              <a:solidFill>
                <a:srgbClr val="00AEE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6187043" y="7211354"/>
              <a:ext cx="50800" cy="93980"/>
            </a:xfrm>
            <a:custGeom>
              <a:avLst/>
              <a:gdLst/>
              <a:ahLst/>
              <a:cxnLst/>
              <a:rect l="l" t="t" r="r" b="b"/>
              <a:pathLst>
                <a:path w="50800" h="93979">
                  <a:moveTo>
                    <a:pt x="33192" y="0"/>
                  </a:moveTo>
                  <a:lnTo>
                    <a:pt x="27431" y="0"/>
                  </a:lnTo>
                  <a:lnTo>
                    <a:pt x="24478" y="10032"/>
                  </a:lnTo>
                  <a:lnTo>
                    <a:pt x="19781" y="17853"/>
                  </a:lnTo>
                  <a:lnTo>
                    <a:pt x="12250" y="23034"/>
                  </a:lnTo>
                  <a:lnTo>
                    <a:pt x="792" y="25145"/>
                  </a:lnTo>
                  <a:lnTo>
                    <a:pt x="0" y="29321"/>
                  </a:lnTo>
                  <a:lnTo>
                    <a:pt x="13228" y="29321"/>
                  </a:lnTo>
                  <a:lnTo>
                    <a:pt x="4541" y="73609"/>
                  </a:lnTo>
                  <a:lnTo>
                    <a:pt x="3444" y="78211"/>
                  </a:lnTo>
                  <a:lnTo>
                    <a:pt x="3444" y="91348"/>
                  </a:lnTo>
                  <a:lnTo>
                    <a:pt x="13715" y="93878"/>
                  </a:lnTo>
                  <a:lnTo>
                    <a:pt x="22128" y="93878"/>
                  </a:lnTo>
                  <a:lnTo>
                    <a:pt x="28655" y="93264"/>
                  </a:lnTo>
                  <a:lnTo>
                    <a:pt x="34983" y="91508"/>
                  </a:lnTo>
                  <a:lnTo>
                    <a:pt x="40842" y="88734"/>
                  </a:lnTo>
                  <a:lnTo>
                    <a:pt x="45963" y="85069"/>
                  </a:lnTo>
                  <a:lnTo>
                    <a:pt x="42550" y="81564"/>
                  </a:lnTo>
                  <a:lnTo>
                    <a:pt x="38343" y="84917"/>
                  </a:lnTo>
                  <a:lnTo>
                    <a:pt x="33192" y="87843"/>
                  </a:lnTo>
                  <a:lnTo>
                    <a:pt x="21031" y="87843"/>
                  </a:lnTo>
                  <a:lnTo>
                    <a:pt x="18379" y="83941"/>
                  </a:lnTo>
                  <a:lnTo>
                    <a:pt x="18379" y="74858"/>
                  </a:lnTo>
                  <a:lnTo>
                    <a:pt x="19933" y="67330"/>
                  </a:lnTo>
                  <a:lnTo>
                    <a:pt x="27431" y="29321"/>
                  </a:lnTo>
                  <a:lnTo>
                    <a:pt x="49560" y="29321"/>
                  </a:lnTo>
                  <a:lnTo>
                    <a:pt x="50352" y="25145"/>
                  </a:lnTo>
                  <a:lnTo>
                    <a:pt x="28376" y="25145"/>
                  </a:lnTo>
                  <a:lnTo>
                    <a:pt x="33192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2" name="object 6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874666" y="6088257"/>
              <a:ext cx="96133" cy="70134"/>
            </a:xfrm>
            <a:prstGeom prst="rect">
              <a:avLst/>
            </a:prstGeom>
          </p:spPr>
        </p:pic>
        <p:sp>
          <p:nvSpPr>
            <p:cNvPr id="63" name="object 63"/>
            <p:cNvSpPr/>
            <p:nvPr/>
          </p:nvSpPr>
          <p:spPr>
            <a:xfrm>
              <a:off x="4439534" y="7192851"/>
              <a:ext cx="556260" cy="0"/>
            </a:xfrm>
            <a:custGeom>
              <a:avLst/>
              <a:gdLst/>
              <a:ahLst/>
              <a:cxnLst/>
              <a:rect l="l" t="t" r="r" b="b"/>
              <a:pathLst>
                <a:path w="556260" h="0">
                  <a:moveTo>
                    <a:pt x="555832" y="0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00AEE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64" name="object 6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34273" y="2476958"/>
            <a:ext cx="5987215" cy="5987215"/>
          </a:xfrm>
          <a:prstGeom prst="rect">
            <a:avLst/>
          </a:prstGeom>
        </p:spPr>
      </p:pic>
      <p:sp>
        <p:nvSpPr>
          <p:cNvPr id="65" name="object 6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Reprint </a:t>
            </a:r>
            <a:r>
              <a:rPr dirty="0" spc="-10"/>
              <a:t>2026-</a:t>
            </a:r>
            <a:r>
              <a:rPr dirty="0" spc="-25"/>
              <a:t>27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78600" y="711695"/>
            <a:ext cx="50482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>
                <a:solidFill>
                  <a:srgbClr val="00AEEF"/>
                </a:solidFill>
                <a:latin typeface="Bookman Old Style"/>
                <a:cs typeface="Bookman Old Style"/>
              </a:rPr>
              <a:t>PHYSICS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34288" y="711695"/>
            <a:ext cx="16192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5">
                <a:solidFill>
                  <a:srgbClr val="00AEEF"/>
                </a:solidFill>
                <a:latin typeface="Bookman Old Style"/>
                <a:cs typeface="Bookman Old Style"/>
              </a:rPr>
              <a:t>26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46987" y="880878"/>
            <a:ext cx="6019800" cy="50800"/>
          </a:xfrm>
          <a:custGeom>
            <a:avLst/>
            <a:gdLst/>
            <a:ahLst/>
            <a:cxnLst/>
            <a:rect l="l" t="t" r="r" b="b"/>
            <a:pathLst>
              <a:path w="6019800" h="50800">
                <a:moveTo>
                  <a:pt x="6019799" y="0"/>
                </a:moveTo>
                <a:lnTo>
                  <a:pt x="0" y="0"/>
                </a:lnTo>
                <a:lnTo>
                  <a:pt x="0" y="50804"/>
                </a:lnTo>
                <a:lnTo>
                  <a:pt x="6019799" y="50804"/>
                </a:lnTo>
                <a:lnTo>
                  <a:pt x="6019799" y="0"/>
                </a:lnTo>
                <a:close/>
              </a:path>
            </a:pathLst>
          </a:custGeom>
          <a:solidFill>
            <a:srgbClr val="00AEE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/>
          <p:cNvGrpSpPr/>
          <p:nvPr/>
        </p:nvGrpSpPr>
        <p:grpSpPr>
          <a:xfrm>
            <a:off x="2767065" y="3805035"/>
            <a:ext cx="2646680" cy="1263015"/>
            <a:chOff x="2767065" y="3805035"/>
            <a:chExt cx="2646680" cy="1263015"/>
          </a:xfrm>
        </p:grpSpPr>
        <p:sp>
          <p:nvSpPr>
            <p:cNvPr id="6" name="object 6"/>
            <p:cNvSpPr/>
            <p:nvPr/>
          </p:nvSpPr>
          <p:spPr>
            <a:xfrm>
              <a:off x="3466820" y="3911713"/>
              <a:ext cx="1856105" cy="882015"/>
            </a:xfrm>
            <a:custGeom>
              <a:avLst/>
              <a:gdLst/>
              <a:ahLst/>
              <a:cxnLst/>
              <a:rect l="l" t="t" r="r" b="b"/>
              <a:pathLst>
                <a:path w="1856104" h="882014">
                  <a:moveTo>
                    <a:pt x="70535" y="2082"/>
                  </a:moveTo>
                  <a:lnTo>
                    <a:pt x="68364" y="0"/>
                  </a:lnTo>
                  <a:lnTo>
                    <a:pt x="65595" y="0"/>
                  </a:lnTo>
                  <a:lnTo>
                    <a:pt x="58039" y="2806"/>
                  </a:lnTo>
                  <a:lnTo>
                    <a:pt x="50634" y="9550"/>
                  </a:lnTo>
                  <a:lnTo>
                    <a:pt x="44170" y="17729"/>
                  </a:lnTo>
                  <a:lnTo>
                    <a:pt x="39446" y="24841"/>
                  </a:lnTo>
                  <a:lnTo>
                    <a:pt x="31305" y="1168"/>
                  </a:lnTo>
                  <a:lnTo>
                    <a:pt x="28219" y="1168"/>
                  </a:lnTo>
                  <a:lnTo>
                    <a:pt x="23647" y="2997"/>
                  </a:lnTo>
                  <a:lnTo>
                    <a:pt x="18872" y="4114"/>
                  </a:lnTo>
                  <a:lnTo>
                    <a:pt x="13931" y="4241"/>
                  </a:lnTo>
                  <a:lnTo>
                    <a:pt x="13500" y="7658"/>
                  </a:lnTo>
                  <a:lnTo>
                    <a:pt x="22275" y="8813"/>
                  </a:lnTo>
                  <a:lnTo>
                    <a:pt x="24015" y="13970"/>
                  </a:lnTo>
                  <a:lnTo>
                    <a:pt x="29133" y="27470"/>
                  </a:lnTo>
                  <a:lnTo>
                    <a:pt x="25806" y="33197"/>
                  </a:lnTo>
                  <a:lnTo>
                    <a:pt x="21501" y="39458"/>
                  </a:lnTo>
                  <a:lnTo>
                    <a:pt x="16268" y="44488"/>
                  </a:lnTo>
                  <a:lnTo>
                    <a:pt x="10185" y="46545"/>
                  </a:lnTo>
                  <a:lnTo>
                    <a:pt x="3657" y="45999"/>
                  </a:lnTo>
                  <a:lnTo>
                    <a:pt x="0" y="47498"/>
                  </a:lnTo>
                  <a:lnTo>
                    <a:pt x="0" y="55143"/>
                  </a:lnTo>
                  <a:lnTo>
                    <a:pt x="2413" y="57429"/>
                  </a:lnTo>
                  <a:lnTo>
                    <a:pt x="5727" y="57429"/>
                  </a:lnTo>
                  <a:lnTo>
                    <a:pt x="13804" y="54724"/>
                  </a:lnTo>
                  <a:lnTo>
                    <a:pt x="20815" y="48107"/>
                  </a:lnTo>
                  <a:lnTo>
                    <a:pt x="26606" y="39903"/>
                  </a:lnTo>
                  <a:lnTo>
                    <a:pt x="31089" y="32372"/>
                  </a:lnTo>
                  <a:lnTo>
                    <a:pt x="34963" y="41516"/>
                  </a:lnTo>
                  <a:lnTo>
                    <a:pt x="38074" y="49072"/>
                  </a:lnTo>
                  <a:lnTo>
                    <a:pt x="41363" y="57429"/>
                  </a:lnTo>
                  <a:lnTo>
                    <a:pt x="56019" y="57429"/>
                  </a:lnTo>
                  <a:lnTo>
                    <a:pt x="62306" y="53898"/>
                  </a:lnTo>
                  <a:lnTo>
                    <a:pt x="65709" y="50203"/>
                  </a:lnTo>
                  <a:lnTo>
                    <a:pt x="63220" y="47917"/>
                  </a:lnTo>
                  <a:lnTo>
                    <a:pt x="61264" y="49326"/>
                  </a:lnTo>
                  <a:lnTo>
                    <a:pt x="59436" y="50444"/>
                  </a:lnTo>
                  <a:lnTo>
                    <a:pt x="56934" y="50444"/>
                  </a:lnTo>
                  <a:lnTo>
                    <a:pt x="51295" y="47955"/>
                  </a:lnTo>
                  <a:lnTo>
                    <a:pt x="47066" y="42011"/>
                  </a:lnTo>
                  <a:lnTo>
                    <a:pt x="43891" y="34912"/>
                  </a:lnTo>
                  <a:lnTo>
                    <a:pt x="41478" y="28956"/>
                  </a:lnTo>
                  <a:lnTo>
                    <a:pt x="44589" y="23571"/>
                  </a:lnTo>
                  <a:lnTo>
                    <a:pt x="48133" y="18542"/>
                  </a:lnTo>
                  <a:lnTo>
                    <a:pt x="55537" y="12255"/>
                  </a:lnTo>
                  <a:lnTo>
                    <a:pt x="57480" y="11099"/>
                  </a:lnTo>
                  <a:lnTo>
                    <a:pt x="66624" y="11099"/>
                  </a:lnTo>
                  <a:lnTo>
                    <a:pt x="70535" y="8940"/>
                  </a:lnTo>
                  <a:lnTo>
                    <a:pt x="70535" y="2082"/>
                  </a:lnTo>
                  <a:close/>
                </a:path>
                <a:path w="1856104" h="882014">
                  <a:moveTo>
                    <a:pt x="1855863" y="825220"/>
                  </a:moveTo>
                  <a:lnTo>
                    <a:pt x="1839747" y="825220"/>
                  </a:lnTo>
                  <a:lnTo>
                    <a:pt x="1843278" y="804646"/>
                  </a:lnTo>
                  <a:lnTo>
                    <a:pt x="1839074" y="804646"/>
                  </a:lnTo>
                  <a:lnTo>
                    <a:pt x="1836902" y="812863"/>
                  </a:lnTo>
                  <a:lnTo>
                    <a:pt x="1833448" y="819264"/>
                  </a:lnTo>
                  <a:lnTo>
                    <a:pt x="1827936" y="823506"/>
                  </a:lnTo>
                  <a:lnTo>
                    <a:pt x="1819529" y="825220"/>
                  </a:lnTo>
                  <a:lnTo>
                    <a:pt x="1818957" y="828662"/>
                  </a:lnTo>
                  <a:lnTo>
                    <a:pt x="1828647" y="828662"/>
                  </a:lnTo>
                  <a:lnTo>
                    <a:pt x="1822272" y="864933"/>
                  </a:lnTo>
                  <a:lnTo>
                    <a:pt x="1821459" y="868680"/>
                  </a:lnTo>
                  <a:lnTo>
                    <a:pt x="1821459" y="879436"/>
                  </a:lnTo>
                  <a:lnTo>
                    <a:pt x="1829015" y="881519"/>
                  </a:lnTo>
                  <a:lnTo>
                    <a:pt x="1841576" y="881519"/>
                  </a:lnTo>
                  <a:lnTo>
                    <a:pt x="1848091" y="878776"/>
                  </a:lnTo>
                  <a:lnTo>
                    <a:pt x="1852663" y="874293"/>
                  </a:lnTo>
                  <a:lnTo>
                    <a:pt x="1850136" y="871423"/>
                  </a:lnTo>
                  <a:lnTo>
                    <a:pt x="1847062" y="874204"/>
                  </a:lnTo>
                  <a:lnTo>
                    <a:pt x="1843278" y="876579"/>
                  </a:lnTo>
                  <a:lnTo>
                    <a:pt x="1834375" y="876579"/>
                  </a:lnTo>
                  <a:lnTo>
                    <a:pt x="1832432" y="873379"/>
                  </a:lnTo>
                  <a:lnTo>
                    <a:pt x="1832432" y="865936"/>
                  </a:lnTo>
                  <a:lnTo>
                    <a:pt x="1833587" y="859777"/>
                  </a:lnTo>
                  <a:lnTo>
                    <a:pt x="1839074" y="828662"/>
                  </a:lnTo>
                  <a:lnTo>
                    <a:pt x="1855292" y="828662"/>
                  </a:lnTo>
                  <a:lnTo>
                    <a:pt x="1855863" y="82522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3598994" y="3820923"/>
              <a:ext cx="10795" cy="1242060"/>
            </a:xfrm>
            <a:custGeom>
              <a:avLst/>
              <a:gdLst/>
              <a:ahLst/>
              <a:cxnLst/>
              <a:rect l="l" t="t" r="r" b="b"/>
              <a:pathLst>
                <a:path w="10795" h="1242060">
                  <a:moveTo>
                    <a:pt x="0" y="0"/>
                  </a:moveTo>
                  <a:lnTo>
                    <a:pt x="10359" y="1242038"/>
                  </a:lnTo>
                </a:path>
              </a:pathLst>
            </a:custGeom>
            <a:ln w="1015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560696" y="3811440"/>
              <a:ext cx="77470" cy="62865"/>
            </a:xfrm>
            <a:custGeom>
              <a:avLst/>
              <a:gdLst/>
              <a:ahLst/>
              <a:cxnLst/>
              <a:rect l="l" t="t" r="r" b="b"/>
              <a:pathLst>
                <a:path w="77470" h="62864">
                  <a:moveTo>
                    <a:pt x="77449" y="61838"/>
                  </a:moveTo>
                  <a:lnTo>
                    <a:pt x="38206" y="0"/>
                  </a:lnTo>
                  <a:lnTo>
                    <a:pt x="0" y="62508"/>
                  </a:lnTo>
                </a:path>
              </a:pathLst>
            </a:custGeom>
            <a:ln w="12808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2832972" y="4676137"/>
              <a:ext cx="2564765" cy="635"/>
            </a:xfrm>
            <a:custGeom>
              <a:avLst/>
              <a:gdLst/>
              <a:ahLst/>
              <a:cxnLst/>
              <a:rect l="l" t="t" r="r" b="b"/>
              <a:pathLst>
                <a:path w="2564765" h="635">
                  <a:moveTo>
                    <a:pt x="2564414" y="182"/>
                  </a:moveTo>
                  <a:lnTo>
                    <a:pt x="0" y="0"/>
                  </a:lnTo>
                </a:path>
              </a:pathLst>
            </a:custGeom>
            <a:ln w="10166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5344739" y="4637534"/>
              <a:ext cx="62230" cy="78105"/>
            </a:xfrm>
            <a:custGeom>
              <a:avLst/>
              <a:gdLst/>
              <a:ahLst/>
              <a:cxnLst/>
              <a:rect l="l" t="t" r="r" b="b"/>
              <a:pathLst>
                <a:path w="62229" h="78104">
                  <a:moveTo>
                    <a:pt x="0" y="77541"/>
                  </a:moveTo>
                  <a:lnTo>
                    <a:pt x="62123" y="38786"/>
                  </a:lnTo>
                  <a:lnTo>
                    <a:pt x="0" y="0"/>
                  </a:lnTo>
                </a:path>
              </a:pathLst>
            </a:custGeom>
            <a:ln w="12806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67065" y="4421532"/>
              <a:ext cx="2396787" cy="515705"/>
            </a:xfrm>
            <a:prstGeom prst="rect">
              <a:avLst/>
            </a:prstGeom>
          </p:spPr>
        </p:pic>
      </p:grpSp>
      <p:grpSp>
        <p:nvGrpSpPr>
          <p:cNvPr id="12" name="object 12"/>
          <p:cNvGrpSpPr/>
          <p:nvPr/>
        </p:nvGrpSpPr>
        <p:grpSpPr>
          <a:xfrm>
            <a:off x="1480112" y="1390370"/>
            <a:ext cx="2069464" cy="1099820"/>
            <a:chOff x="1480112" y="1390370"/>
            <a:chExt cx="2069464" cy="1099820"/>
          </a:xfrm>
        </p:grpSpPr>
        <p:sp>
          <p:nvSpPr>
            <p:cNvPr id="13" name="object 13"/>
            <p:cNvSpPr/>
            <p:nvPr/>
          </p:nvSpPr>
          <p:spPr>
            <a:xfrm>
              <a:off x="2400727" y="1406836"/>
              <a:ext cx="1270" cy="1078230"/>
            </a:xfrm>
            <a:custGeom>
              <a:avLst/>
              <a:gdLst/>
              <a:ahLst/>
              <a:cxnLst/>
              <a:rect l="l" t="t" r="r" b="b"/>
              <a:pathLst>
                <a:path w="1269" h="1078230">
                  <a:moveTo>
                    <a:pt x="917" y="0"/>
                  </a:moveTo>
                  <a:lnTo>
                    <a:pt x="0" y="1077985"/>
                  </a:lnTo>
                </a:path>
              </a:pathLst>
            </a:custGeom>
            <a:ln w="1015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362332" y="1396773"/>
              <a:ext cx="78105" cy="62865"/>
            </a:xfrm>
            <a:custGeom>
              <a:avLst/>
              <a:gdLst/>
              <a:ahLst/>
              <a:cxnLst/>
              <a:rect l="l" t="t" r="r" b="b"/>
              <a:pathLst>
                <a:path w="78105" h="62865">
                  <a:moveTo>
                    <a:pt x="77711" y="62239"/>
                  </a:moveTo>
                  <a:lnTo>
                    <a:pt x="39312" y="0"/>
                  </a:lnTo>
                  <a:lnTo>
                    <a:pt x="0" y="62239"/>
                  </a:lnTo>
                </a:path>
              </a:pathLst>
            </a:custGeom>
            <a:ln w="12806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480112" y="1982453"/>
              <a:ext cx="2053589" cy="0"/>
            </a:xfrm>
            <a:custGeom>
              <a:avLst/>
              <a:gdLst/>
              <a:ahLst/>
              <a:cxnLst/>
              <a:rect l="l" t="t" r="r" b="b"/>
              <a:pathLst>
                <a:path w="2053589" h="0">
                  <a:moveTo>
                    <a:pt x="2053325" y="0"/>
                  </a:moveTo>
                  <a:lnTo>
                    <a:pt x="0" y="0"/>
                  </a:lnTo>
                </a:path>
              </a:pathLst>
            </a:custGeom>
            <a:ln w="10166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3480427" y="1943999"/>
              <a:ext cx="62230" cy="77470"/>
            </a:xfrm>
            <a:custGeom>
              <a:avLst/>
              <a:gdLst/>
              <a:ahLst/>
              <a:cxnLst/>
              <a:rect l="l" t="t" r="r" b="b"/>
              <a:pathLst>
                <a:path w="62229" h="77469">
                  <a:moveTo>
                    <a:pt x="0" y="76876"/>
                  </a:moveTo>
                  <a:lnTo>
                    <a:pt x="62149" y="38453"/>
                  </a:lnTo>
                  <a:lnTo>
                    <a:pt x="0" y="0"/>
                  </a:lnTo>
                </a:path>
              </a:pathLst>
            </a:custGeom>
            <a:ln w="12803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542277" y="1983368"/>
              <a:ext cx="635000" cy="0"/>
            </a:xfrm>
            <a:custGeom>
              <a:avLst/>
              <a:gdLst/>
              <a:ahLst/>
              <a:cxnLst/>
              <a:rect l="l" t="t" r="r" b="b"/>
              <a:pathLst>
                <a:path w="635000" h="0">
                  <a:moveTo>
                    <a:pt x="634471" y="0"/>
                  </a:moveTo>
                  <a:lnTo>
                    <a:pt x="0" y="0"/>
                  </a:lnTo>
                </a:path>
              </a:pathLst>
            </a:custGeom>
            <a:ln w="19062">
              <a:solidFill>
                <a:srgbClr val="00AEE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2171258" y="1814977"/>
              <a:ext cx="230504" cy="167005"/>
            </a:xfrm>
            <a:custGeom>
              <a:avLst/>
              <a:gdLst/>
              <a:ahLst/>
              <a:cxnLst/>
              <a:rect l="l" t="t" r="r" b="b"/>
              <a:pathLst>
                <a:path w="230505" h="167005">
                  <a:moveTo>
                    <a:pt x="230386" y="0"/>
                  </a:moveTo>
                  <a:lnTo>
                    <a:pt x="0" y="166561"/>
                  </a:lnTo>
                </a:path>
              </a:pathLst>
            </a:custGeom>
            <a:ln w="19055">
              <a:solidFill>
                <a:srgbClr val="00AEE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2402549" y="1813146"/>
              <a:ext cx="423545" cy="264160"/>
            </a:xfrm>
            <a:custGeom>
              <a:avLst/>
              <a:gdLst/>
              <a:ahLst/>
              <a:cxnLst/>
              <a:rect l="l" t="t" r="r" b="b"/>
              <a:pathLst>
                <a:path w="423544" h="264160">
                  <a:moveTo>
                    <a:pt x="423296" y="263534"/>
                  </a:moveTo>
                  <a:lnTo>
                    <a:pt x="0" y="0"/>
                  </a:lnTo>
                </a:path>
              </a:pathLst>
            </a:custGeom>
            <a:ln w="19057">
              <a:solidFill>
                <a:srgbClr val="00AEE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2820362" y="2074852"/>
              <a:ext cx="499745" cy="1270"/>
            </a:xfrm>
            <a:custGeom>
              <a:avLst/>
              <a:gdLst/>
              <a:ahLst/>
              <a:cxnLst/>
              <a:rect l="l" t="t" r="r" b="b"/>
              <a:pathLst>
                <a:path w="499745" h="1269">
                  <a:moveTo>
                    <a:pt x="499146" y="914"/>
                  </a:moveTo>
                  <a:lnTo>
                    <a:pt x="0" y="0"/>
                  </a:lnTo>
                </a:path>
              </a:pathLst>
            </a:custGeom>
            <a:ln w="19062">
              <a:solidFill>
                <a:srgbClr val="00AEE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14228" y="1771101"/>
              <a:ext cx="85938" cy="77754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44614" y="2056577"/>
              <a:ext cx="76782" cy="77784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2293759" y="1480997"/>
              <a:ext cx="1165860" cy="624205"/>
            </a:xfrm>
            <a:custGeom>
              <a:avLst/>
              <a:gdLst/>
              <a:ahLst/>
              <a:cxnLst/>
              <a:rect l="l" t="t" r="r" b="b"/>
              <a:pathLst>
                <a:path w="1165860" h="624205">
                  <a:moveTo>
                    <a:pt x="70383" y="1828"/>
                  </a:moveTo>
                  <a:lnTo>
                    <a:pt x="67652" y="0"/>
                  </a:lnTo>
                  <a:lnTo>
                    <a:pt x="64909" y="0"/>
                  </a:lnTo>
                  <a:lnTo>
                    <a:pt x="57696" y="2705"/>
                  </a:lnTo>
                  <a:lnTo>
                    <a:pt x="50393" y="9271"/>
                  </a:lnTo>
                  <a:lnTo>
                    <a:pt x="43954" y="17386"/>
                  </a:lnTo>
                  <a:lnTo>
                    <a:pt x="39306" y="24726"/>
                  </a:lnTo>
                  <a:lnTo>
                    <a:pt x="31089" y="914"/>
                  </a:lnTo>
                  <a:lnTo>
                    <a:pt x="28333" y="914"/>
                  </a:lnTo>
                  <a:lnTo>
                    <a:pt x="23761" y="2743"/>
                  </a:lnTo>
                  <a:lnTo>
                    <a:pt x="18288" y="3657"/>
                  </a:lnTo>
                  <a:lnTo>
                    <a:pt x="13716" y="3657"/>
                  </a:lnTo>
                  <a:lnTo>
                    <a:pt x="12801" y="7315"/>
                  </a:lnTo>
                  <a:lnTo>
                    <a:pt x="21945" y="8229"/>
                  </a:lnTo>
                  <a:lnTo>
                    <a:pt x="23761" y="13716"/>
                  </a:lnTo>
                  <a:lnTo>
                    <a:pt x="26517" y="21069"/>
                  </a:lnTo>
                  <a:lnTo>
                    <a:pt x="29248" y="27470"/>
                  </a:lnTo>
                  <a:lnTo>
                    <a:pt x="25476" y="33159"/>
                  </a:lnTo>
                  <a:lnTo>
                    <a:pt x="21031" y="39471"/>
                  </a:lnTo>
                  <a:lnTo>
                    <a:pt x="15887" y="44564"/>
                  </a:lnTo>
                  <a:lnTo>
                    <a:pt x="10058" y="46672"/>
                  </a:lnTo>
                  <a:lnTo>
                    <a:pt x="7302" y="45758"/>
                  </a:lnTo>
                  <a:lnTo>
                    <a:pt x="3657" y="45758"/>
                  </a:lnTo>
                  <a:lnTo>
                    <a:pt x="0" y="47586"/>
                  </a:lnTo>
                  <a:lnTo>
                    <a:pt x="0" y="54927"/>
                  </a:lnTo>
                  <a:lnTo>
                    <a:pt x="1828" y="56756"/>
                  </a:lnTo>
                  <a:lnTo>
                    <a:pt x="5486" y="56756"/>
                  </a:lnTo>
                  <a:lnTo>
                    <a:pt x="13335" y="54051"/>
                  </a:lnTo>
                  <a:lnTo>
                    <a:pt x="20332" y="47485"/>
                  </a:lnTo>
                  <a:lnTo>
                    <a:pt x="26314" y="39370"/>
                  </a:lnTo>
                  <a:lnTo>
                    <a:pt x="31089" y="32042"/>
                  </a:lnTo>
                  <a:lnTo>
                    <a:pt x="34734" y="41186"/>
                  </a:lnTo>
                  <a:lnTo>
                    <a:pt x="37477" y="48501"/>
                  </a:lnTo>
                  <a:lnTo>
                    <a:pt x="41135" y="56756"/>
                  </a:lnTo>
                  <a:lnTo>
                    <a:pt x="55765" y="56756"/>
                  </a:lnTo>
                  <a:lnTo>
                    <a:pt x="62153" y="54013"/>
                  </a:lnTo>
                  <a:lnTo>
                    <a:pt x="65824" y="50355"/>
                  </a:lnTo>
                  <a:lnTo>
                    <a:pt x="63080" y="47586"/>
                  </a:lnTo>
                  <a:lnTo>
                    <a:pt x="61252" y="49441"/>
                  </a:lnTo>
                  <a:lnTo>
                    <a:pt x="59423" y="50355"/>
                  </a:lnTo>
                  <a:lnTo>
                    <a:pt x="56680" y="50355"/>
                  </a:lnTo>
                  <a:lnTo>
                    <a:pt x="51168" y="47815"/>
                  </a:lnTo>
                  <a:lnTo>
                    <a:pt x="46850" y="41770"/>
                  </a:lnTo>
                  <a:lnTo>
                    <a:pt x="43561" y="34518"/>
                  </a:lnTo>
                  <a:lnTo>
                    <a:pt x="41135" y="28384"/>
                  </a:lnTo>
                  <a:lnTo>
                    <a:pt x="43878" y="22898"/>
                  </a:lnTo>
                  <a:lnTo>
                    <a:pt x="47536" y="18326"/>
                  </a:lnTo>
                  <a:lnTo>
                    <a:pt x="52108" y="14668"/>
                  </a:lnTo>
                  <a:lnTo>
                    <a:pt x="54851" y="11925"/>
                  </a:lnTo>
                  <a:lnTo>
                    <a:pt x="57581" y="11010"/>
                  </a:lnTo>
                  <a:lnTo>
                    <a:pt x="66725" y="11010"/>
                  </a:lnTo>
                  <a:lnTo>
                    <a:pt x="70383" y="8229"/>
                  </a:lnTo>
                  <a:lnTo>
                    <a:pt x="70383" y="1828"/>
                  </a:lnTo>
                  <a:close/>
                </a:path>
                <a:path w="1165860" h="624205">
                  <a:moveTo>
                    <a:pt x="1165618" y="568274"/>
                  </a:moveTo>
                  <a:lnTo>
                    <a:pt x="1149159" y="568274"/>
                  </a:lnTo>
                  <a:lnTo>
                    <a:pt x="1152817" y="547243"/>
                  </a:lnTo>
                  <a:lnTo>
                    <a:pt x="1149159" y="547243"/>
                  </a:lnTo>
                  <a:lnTo>
                    <a:pt x="1146797" y="555421"/>
                  </a:lnTo>
                  <a:lnTo>
                    <a:pt x="1143215" y="561886"/>
                  </a:lnTo>
                  <a:lnTo>
                    <a:pt x="1137589" y="566280"/>
                  </a:lnTo>
                  <a:lnTo>
                    <a:pt x="1129042" y="568274"/>
                  </a:lnTo>
                  <a:lnTo>
                    <a:pt x="1129042" y="571017"/>
                  </a:lnTo>
                  <a:lnTo>
                    <a:pt x="1138186" y="571017"/>
                  </a:lnTo>
                  <a:lnTo>
                    <a:pt x="1132700" y="603961"/>
                  </a:lnTo>
                  <a:lnTo>
                    <a:pt x="1130871" y="611301"/>
                  </a:lnTo>
                  <a:lnTo>
                    <a:pt x="1130871" y="622274"/>
                  </a:lnTo>
                  <a:lnTo>
                    <a:pt x="1139101" y="624103"/>
                  </a:lnTo>
                  <a:lnTo>
                    <a:pt x="1150988" y="624103"/>
                  </a:lnTo>
                  <a:lnTo>
                    <a:pt x="1158303" y="621360"/>
                  </a:lnTo>
                  <a:lnTo>
                    <a:pt x="1162875" y="616788"/>
                  </a:lnTo>
                  <a:lnTo>
                    <a:pt x="1160132" y="614019"/>
                  </a:lnTo>
                  <a:lnTo>
                    <a:pt x="1152817" y="619506"/>
                  </a:lnTo>
                  <a:lnTo>
                    <a:pt x="1144587" y="619506"/>
                  </a:lnTo>
                  <a:lnTo>
                    <a:pt x="1141844" y="615873"/>
                  </a:lnTo>
                  <a:lnTo>
                    <a:pt x="1141844" y="608533"/>
                  </a:lnTo>
                  <a:lnTo>
                    <a:pt x="1142758" y="605790"/>
                  </a:lnTo>
                  <a:lnTo>
                    <a:pt x="1143673" y="602132"/>
                  </a:lnTo>
                  <a:lnTo>
                    <a:pt x="1149159" y="571017"/>
                  </a:lnTo>
                  <a:lnTo>
                    <a:pt x="1164704" y="571017"/>
                  </a:lnTo>
                  <a:lnTo>
                    <a:pt x="1165618" y="568274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4" name="object 24"/>
          <p:cNvGrpSpPr/>
          <p:nvPr/>
        </p:nvGrpSpPr>
        <p:grpSpPr>
          <a:xfrm>
            <a:off x="5273200" y="1422421"/>
            <a:ext cx="1315720" cy="1014094"/>
            <a:chOff x="5273200" y="1422421"/>
            <a:chExt cx="1315720" cy="1014094"/>
          </a:xfrm>
        </p:grpSpPr>
        <p:sp>
          <p:nvSpPr>
            <p:cNvPr id="25" name="object 25"/>
            <p:cNvSpPr/>
            <p:nvPr/>
          </p:nvSpPr>
          <p:spPr>
            <a:xfrm>
              <a:off x="6462613" y="2018142"/>
              <a:ext cx="36830" cy="77470"/>
            </a:xfrm>
            <a:custGeom>
              <a:avLst/>
              <a:gdLst/>
              <a:ahLst/>
              <a:cxnLst/>
              <a:rect l="l" t="t" r="r" b="b"/>
              <a:pathLst>
                <a:path w="36829" h="77469">
                  <a:moveTo>
                    <a:pt x="23743" y="0"/>
                  </a:moveTo>
                  <a:lnTo>
                    <a:pt x="20116" y="0"/>
                  </a:lnTo>
                  <a:lnTo>
                    <a:pt x="17740" y="8175"/>
                  </a:lnTo>
                  <a:lnTo>
                    <a:pt x="14161" y="14542"/>
                  </a:lnTo>
                  <a:lnTo>
                    <a:pt x="8531" y="18675"/>
                  </a:lnTo>
                  <a:lnTo>
                    <a:pt x="0" y="20147"/>
                  </a:lnTo>
                  <a:lnTo>
                    <a:pt x="0" y="23804"/>
                  </a:lnTo>
                  <a:lnTo>
                    <a:pt x="9143" y="23804"/>
                  </a:lnTo>
                  <a:lnTo>
                    <a:pt x="3657" y="56753"/>
                  </a:lnTo>
                  <a:lnTo>
                    <a:pt x="2743" y="60411"/>
                  </a:lnTo>
                  <a:lnTo>
                    <a:pt x="2743" y="74157"/>
                  </a:lnTo>
                  <a:lnTo>
                    <a:pt x="10027" y="76870"/>
                  </a:lnTo>
                  <a:lnTo>
                    <a:pt x="22829" y="76870"/>
                  </a:lnTo>
                  <a:lnTo>
                    <a:pt x="29260" y="74157"/>
                  </a:lnTo>
                  <a:lnTo>
                    <a:pt x="33832" y="69555"/>
                  </a:lnTo>
                  <a:lnTo>
                    <a:pt x="31059" y="66812"/>
                  </a:lnTo>
                  <a:lnTo>
                    <a:pt x="28315" y="69555"/>
                  </a:lnTo>
                  <a:lnTo>
                    <a:pt x="23743" y="71384"/>
                  </a:lnTo>
                  <a:lnTo>
                    <a:pt x="15544" y="71384"/>
                  </a:lnTo>
                  <a:lnTo>
                    <a:pt x="13685" y="68640"/>
                  </a:lnTo>
                  <a:lnTo>
                    <a:pt x="13685" y="57668"/>
                  </a:lnTo>
                  <a:lnTo>
                    <a:pt x="14599" y="54924"/>
                  </a:lnTo>
                  <a:lnTo>
                    <a:pt x="20116" y="23804"/>
                  </a:lnTo>
                  <a:lnTo>
                    <a:pt x="36545" y="23804"/>
                  </a:lnTo>
                  <a:lnTo>
                    <a:pt x="36545" y="20147"/>
                  </a:lnTo>
                  <a:lnTo>
                    <a:pt x="21031" y="20147"/>
                  </a:lnTo>
                  <a:lnTo>
                    <a:pt x="23743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5576727" y="1438856"/>
              <a:ext cx="0" cy="997585"/>
            </a:xfrm>
            <a:custGeom>
              <a:avLst/>
              <a:gdLst/>
              <a:ahLst/>
              <a:cxnLst/>
              <a:rect l="l" t="t" r="r" b="b"/>
              <a:pathLst>
                <a:path w="0" h="997585">
                  <a:moveTo>
                    <a:pt x="0" y="0"/>
                  </a:moveTo>
                  <a:lnTo>
                    <a:pt x="0" y="997479"/>
                  </a:lnTo>
                </a:path>
              </a:pathLst>
            </a:custGeom>
            <a:ln w="1015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5537427" y="1428824"/>
              <a:ext cx="78105" cy="62230"/>
            </a:xfrm>
            <a:custGeom>
              <a:avLst/>
              <a:gdLst/>
              <a:ahLst/>
              <a:cxnLst/>
              <a:rect l="l" t="t" r="r" b="b"/>
              <a:pathLst>
                <a:path w="78104" h="62230">
                  <a:moveTo>
                    <a:pt x="77686" y="62209"/>
                  </a:moveTo>
                  <a:lnTo>
                    <a:pt x="39300" y="0"/>
                  </a:lnTo>
                  <a:lnTo>
                    <a:pt x="0" y="62209"/>
                  </a:lnTo>
                </a:path>
              </a:pathLst>
            </a:custGeom>
            <a:ln w="12806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5273200" y="1977849"/>
              <a:ext cx="1299210" cy="0"/>
            </a:xfrm>
            <a:custGeom>
              <a:avLst/>
              <a:gdLst/>
              <a:ahLst/>
              <a:cxnLst/>
              <a:rect l="l" t="t" r="r" b="b"/>
              <a:pathLst>
                <a:path w="1299209" h="0">
                  <a:moveTo>
                    <a:pt x="1299109" y="0"/>
                  </a:moveTo>
                  <a:lnTo>
                    <a:pt x="0" y="0"/>
                  </a:lnTo>
                </a:path>
              </a:pathLst>
            </a:custGeom>
            <a:ln w="10166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6520182" y="1939426"/>
              <a:ext cx="62230" cy="77470"/>
            </a:xfrm>
            <a:custGeom>
              <a:avLst/>
              <a:gdLst/>
              <a:ahLst/>
              <a:cxnLst/>
              <a:rect l="l" t="t" r="r" b="b"/>
              <a:pathLst>
                <a:path w="62229" h="77469">
                  <a:moveTo>
                    <a:pt x="0" y="76876"/>
                  </a:moveTo>
                  <a:lnTo>
                    <a:pt x="62180" y="38423"/>
                  </a:lnTo>
                  <a:lnTo>
                    <a:pt x="0" y="0"/>
                  </a:lnTo>
                </a:path>
              </a:pathLst>
            </a:custGeom>
            <a:ln w="12803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6106065" y="1977849"/>
              <a:ext cx="327660" cy="1270"/>
            </a:xfrm>
            <a:custGeom>
              <a:avLst/>
              <a:gdLst/>
              <a:ahLst/>
              <a:cxnLst/>
              <a:rect l="l" t="t" r="r" b="b"/>
              <a:pathLst>
                <a:path w="327660" h="1269">
                  <a:moveTo>
                    <a:pt x="327290" y="914"/>
                  </a:moveTo>
                  <a:lnTo>
                    <a:pt x="0" y="0"/>
                  </a:lnTo>
                </a:path>
              </a:pathLst>
            </a:custGeom>
            <a:ln w="19062">
              <a:solidFill>
                <a:srgbClr val="00AEE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5347261" y="1976964"/>
              <a:ext cx="500380" cy="0"/>
            </a:xfrm>
            <a:custGeom>
              <a:avLst/>
              <a:gdLst/>
              <a:ahLst/>
              <a:cxnLst/>
              <a:rect l="l" t="t" r="r" b="b"/>
              <a:pathLst>
                <a:path w="500379" h="0">
                  <a:moveTo>
                    <a:pt x="0" y="0"/>
                  </a:moveTo>
                  <a:lnTo>
                    <a:pt x="500091" y="0"/>
                  </a:lnTo>
                </a:path>
              </a:pathLst>
            </a:custGeom>
            <a:ln w="19062">
              <a:solidFill>
                <a:srgbClr val="00AEE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5840010" y="1480055"/>
              <a:ext cx="228600" cy="497840"/>
            </a:xfrm>
            <a:custGeom>
              <a:avLst/>
              <a:gdLst/>
              <a:ahLst/>
              <a:cxnLst/>
              <a:rect l="l" t="t" r="r" b="b"/>
              <a:pathLst>
                <a:path w="228600" h="497839">
                  <a:moveTo>
                    <a:pt x="228552" y="476753"/>
                  </a:moveTo>
                  <a:lnTo>
                    <a:pt x="213854" y="382487"/>
                  </a:lnTo>
                  <a:lnTo>
                    <a:pt x="200906" y="299350"/>
                  </a:lnTo>
                  <a:lnTo>
                    <a:pt x="189536" y="227053"/>
                  </a:lnTo>
                  <a:lnTo>
                    <a:pt x="179576" y="165303"/>
                  </a:lnTo>
                  <a:lnTo>
                    <a:pt x="170854" y="113809"/>
                  </a:lnTo>
                  <a:lnTo>
                    <a:pt x="163200" y="72281"/>
                  </a:lnTo>
                  <a:lnTo>
                    <a:pt x="150418" y="17956"/>
                  </a:lnTo>
                  <a:lnTo>
                    <a:pt x="139867" y="0"/>
                  </a:lnTo>
                  <a:lnTo>
                    <a:pt x="128663" y="10556"/>
                  </a:lnTo>
                  <a:lnTo>
                    <a:pt x="108987" y="86849"/>
                  </a:lnTo>
                  <a:lnTo>
                    <a:pt x="99988" y="143855"/>
                  </a:lnTo>
                  <a:lnTo>
                    <a:pt x="91198" y="207615"/>
                  </a:lnTo>
                  <a:lnTo>
                    <a:pt x="82353" y="273762"/>
                  </a:lnTo>
                  <a:lnTo>
                    <a:pt x="73189" y="337931"/>
                  </a:lnTo>
                  <a:lnTo>
                    <a:pt x="63444" y="395758"/>
                  </a:lnTo>
                  <a:lnTo>
                    <a:pt x="52855" y="442877"/>
                  </a:lnTo>
                  <a:lnTo>
                    <a:pt x="37418" y="481069"/>
                  </a:lnTo>
                  <a:lnTo>
                    <a:pt x="18649" y="493706"/>
                  </a:lnTo>
                  <a:lnTo>
                    <a:pt x="0" y="497794"/>
                  </a:lnTo>
                </a:path>
              </a:pathLst>
            </a:custGeom>
            <a:ln w="19047">
              <a:solidFill>
                <a:srgbClr val="00AEE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6068562" y="1946744"/>
              <a:ext cx="38735" cy="31115"/>
            </a:xfrm>
            <a:custGeom>
              <a:avLst/>
              <a:gdLst/>
              <a:ahLst/>
              <a:cxnLst/>
              <a:rect l="l" t="t" r="r" b="b"/>
              <a:pathLst>
                <a:path w="38735" h="31114">
                  <a:moveTo>
                    <a:pt x="0" y="0"/>
                  </a:moveTo>
                  <a:lnTo>
                    <a:pt x="2146" y="9234"/>
                  </a:lnTo>
                  <a:lnTo>
                    <a:pt x="8240" y="18296"/>
                  </a:lnTo>
                  <a:lnTo>
                    <a:pt x="19818" y="25987"/>
                  </a:lnTo>
                  <a:lnTo>
                    <a:pt x="38416" y="31104"/>
                  </a:lnTo>
                </a:path>
              </a:pathLst>
            </a:custGeom>
            <a:ln w="19054">
              <a:solidFill>
                <a:srgbClr val="00AEE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5470671" y="1511199"/>
              <a:ext cx="69850" cy="57150"/>
            </a:xfrm>
            <a:custGeom>
              <a:avLst/>
              <a:gdLst/>
              <a:ahLst/>
              <a:cxnLst/>
              <a:rect l="l" t="t" r="r" b="b"/>
              <a:pathLst>
                <a:path w="69850" h="57150">
                  <a:moveTo>
                    <a:pt x="38404" y="0"/>
                  </a:moveTo>
                  <a:lnTo>
                    <a:pt x="32003" y="0"/>
                  </a:lnTo>
                  <a:lnTo>
                    <a:pt x="19288" y="3129"/>
                  </a:lnTo>
                  <a:lnTo>
                    <a:pt x="9143" y="11319"/>
                  </a:lnTo>
                  <a:lnTo>
                    <a:pt x="2428" y="22772"/>
                  </a:lnTo>
                  <a:lnTo>
                    <a:pt x="0" y="35692"/>
                  </a:lnTo>
                  <a:lnTo>
                    <a:pt x="1200" y="43993"/>
                  </a:lnTo>
                  <a:lnTo>
                    <a:pt x="4800" y="50665"/>
                  </a:lnTo>
                  <a:lnTo>
                    <a:pt x="10801" y="55108"/>
                  </a:lnTo>
                  <a:lnTo>
                    <a:pt x="19202" y="56723"/>
                  </a:lnTo>
                  <a:lnTo>
                    <a:pt x="26246" y="55737"/>
                  </a:lnTo>
                  <a:lnTo>
                    <a:pt x="32096" y="53065"/>
                  </a:lnTo>
                  <a:lnTo>
                    <a:pt x="34423" y="51236"/>
                  </a:lnTo>
                  <a:lnTo>
                    <a:pt x="13715" y="51236"/>
                  </a:lnTo>
                  <a:lnTo>
                    <a:pt x="10972" y="44836"/>
                  </a:lnTo>
                  <a:lnTo>
                    <a:pt x="10972" y="38435"/>
                  </a:lnTo>
                  <a:lnTo>
                    <a:pt x="12501" y="27743"/>
                  </a:lnTo>
                  <a:lnTo>
                    <a:pt x="17030" y="16703"/>
                  </a:lnTo>
                  <a:lnTo>
                    <a:pt x="24474" y="8062"/>
                  </a:lnTo>
                  <a:lnTo>
                    <a:pt x="34747" y="4571"/>
                  </a:lnTo>
                  <a:lnTo>
                    <a:pt x="47000" y="4571"/>
                  </a:lnTo>
                  <a:lnTo>
                    <a:pt x="44805" y="1828"/>
                  </a:lnTo>
                  <a:lnTo>
                    <a:pt x="38404" y="0"/>
                  </a:lnTo>
                  <a:close/>
                </a:path>
                <a:path w="69850" h="57150">
                  <a:moveTo>
                    <a:pt x="53035" y="43007"/>
                  </a:moveTo>
                  <a:lnTo>
                    <a:pt x="42062" y="43007"/>
                  </a:lnTo>
                  <a:lnTo>
                    <a:pt x="42062" y="51236"/>
                  </a:lnTo>
                  <a:lnTo>
                    <a:pt x="46634" y="56723"/>
                  </a:lnTo>
                  <a:lnTo>
                    <a:pt x="59435" y="56723"/>
                  </a:lnTo>
                  <a:lnTo>
                    <a:pt x="66751" y="53065"/>
                  </a:lnTo>
                  <a:lnTo>
                    <a:pt x="68397" y="50322"/>
                  </a:lnTo>
                  <a:lnTo>
                    <a:pt x="55778" y="50322"/>
                  </a:lnTo>
                  <a:lnTo>
                    <a:pt x="53035" y="47579"/>
                  </a:lnTo>
                  <a:lnTo>
                    <a:pt x="53035" y="43007"/>
                  </a:lnTo>
                  <a:close/>
                </a:path>
                <a:path w="69850" h="57150">
                  <a:moveTo>
                    <a:pt x="47000" y="4571"/>
                  </a:moveTo>
                  <a:lnTo>
                    <a:pt x="39319" y="4571"/>
                  </a:lnTo>
                  <a:lnTo>
                    <a:pt x="44805" y="7315"/>
                  </a:lnTo>
                  <a:lnTo>
                    <a:pt x="48463" y="10972"/>
                  </a:lnTo>
                  <a:lnTo>
                    <a:pt x="47063" y="17291"/>
                  </a:lnTo>
                  <a:lnTo>
                    <a:pt x="45491" y="23686"/>
                  </a:lnTo>
                  <a:lnTo>
                    <a:pt x="43576" y="29905"/>
                  </a:lnTo>
                  <a:lnTo>
                    <a:pt x="41147" y="35692"/>
                  </a:lnTo>
                  <a:lnTo>
                    <a:pt x="38404" y="43007"/>
                  </a:lnTo>
                  <a:lnTo>
                    <a:pt x="31089" y="51236"/>
                  </a:lnTo>
                  <a:lnTo>
                    <a:pt x="34423" y="51236"/>
                  </a:lnTo>
                  <a:lnTo>
                    <a:pt x="37590" y="48622"/>
                  </a:lnTo>
                  <a:lnTo>
                    <a:pt x="42062" y="43007"/>
                  </a:lnTo>
                  <a:lnTo>
                    <a:pt x="53035" y="43007"/>
                  </a:lnTo>
                  <a:lnTo>
                    <a:pt x="53035" y="41178"/>
                  </a:lnTo>
                  <a:lnTo>
                    <a:pt x="53949" y="39349"/>
                  </a:lnTo>
                  <a:lnTo>
                    <a:pt x="59436" y="6400"/>
                  </a:lnTo>
                  <a:lnTo>
                    <a:pt x="48463" y="6400"/>
                  </a:lnTo>
                  <a:lnTo>
                    <a:pt x="47000" y="4571"/>
                  </a:lnTo>
                  <a:close/>
                </a:path>
                <a:path w="69850" h="57150">
                  <a:moveTo>
                    <a:pt x="67665" y="46664"/>
                  </a:moveTo>
                  <a:lnTo>
                    <a:pt x="62179" y="50322"/>
                  </a:lnTo>
                  <a:lnTo>
                    <a:pt x="68397" y="50322"/>
                  </a:lnTo>
                  <a:lnTo>
                    <a:pt x="69417" y="48622"/>
                  </a:lnTo>
                  <a:lnTo>
                    <a:pt x="69494" y="48493"/>
                  </a:lnTo>
                  <a:lnTo>
                    <a:pt x="67665" y="46664"/>
                  </a:lnTo>
                  <a:close/>
                </a:path>
                <a:path w="69850" h="57150">
                  <a:moveTo>
                    <a:pt x="60350" y="914"/>
                  </a:moveTo>
                  <a:lnTo>
                    <a:pt x="50291" y="914"/>
                  </a:lnTo>
                  <a:lnTo>
                    <a:pt x="48463" y="6400"/>
                  </a:lnTo>
                  <a:lnTo>
                    <a:pt x="59436" y="6400"/>
                  </a:lnTo>
                  <a:lnTo>
                    <a:pt x="60350" y="914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5" name="object 35"/>
          <p:cNvGrpSpPr/>
          <p:nvPr/>
        </p:nvGrpSpPr>
        <p:grpSpPr>
          <a:xfrm>
            <a:off x="3793095" y="1396774"/>
            <a:ext cx="1343025" cy="1084580"/>
            <a:chOff x="3793095" y="1396774"/>
            <a:chExt cx="1343025" cy="1084580"/>
          </a:xfrm>
        </p:grpSpPr>
        <p:sp>
          <p:nvSpPr>
            <p:cNvPr id="36" name="object 36"/>
            <p:cNvSpPr/>
            <p:nvPr/>
          </p:nvSpPr>
          <p:spPr>
            <a:xfrm>
              <a:off x="4290413" y="1412325"/>
              <a:ext cx="0" cy="1069340"/>
            </a:xfrm>
            <a:custGeom>
              <a:avLst/>
              <a:gdLst/>
              <a:ahLst/>
              <a:cxnLst/>
              <a:rect l="l" t="t" r="r" b="b"/>
              <a:pathLst>
                <a:path w="0" h="1069339">
                  <a:moveTo>
                    <a:pt x="0" y="0"/>
                  </a:moveTo>
                  <a:lnTo>
                    <a:pt x="0" y="1068836"/>
                  </a:lnTo>
                </a:path>
              </a:pathLst>
            </a:custGeom>
            <a:ln w="1015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4252027" y="1403177"/>
              <a:ext cx="78105" cy="61594"/>
            </a:xfrm>
            <a:custGeom>
              <a:avLst/>
              <a:gdLst/>
              <a:ahLst/>
              <a:cxnLst/>
              <a:rect l="l" t="t" r="r" b="b"/>
              <a:pathLst>
                <a:path w="78104" h="61594">
                  <a:moveTo>
                    <a:pt x="77717" y="61324"/>
                  </a:moveTo>
                  <a:lnTo>
                    <a:pt x="38386" y="0"/>
                  </a:lnTo>
                  <a:lnTo>
                    <a:pt x="0" y="61324"/>
                  </a:lnTo>
                </a:path>
              </a:pathLst>
            </a:custGeom>
            <a:ln w="12806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4131353" y="1609077"/>
              <a:ext cx="353060" cy="823594"/>
            </a:xfrm>
            <a:custGeom>
              <a:avLst/>
              <a:gdLst/>
              <a:ahLst/>
              <a:cxnLst/>
              <a:rect l="l" t="t" r="r" b="b"/>
              <a:pathLst>
                <a:path w="353060" h="823594">
                  <a:moveTo>
                    <a:pt x="0" y="0"/>
                  </a:moveTo>
                  <a:lnTo>
                    <a:pt x="352881" y="823598"/>
                  </a:lnTo>
                </a:path>
              </a:pathLst>
            </a:custGeom>
            <a:ln w="19046">
              <a:solidFill>
                <a:srgbClr val="00AEE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4492339" y="1684124"/>
              <a:ext cx="250190" cy="584200"/>
            </a:xfrm>
            <a:custGeom>
              <a:avLst/>
              <a:gdLst/>
              <a:ahLst/>
              <a:cxnLst/>
              <a:rect l="l" t="t" r="r" b="b"/>
              <a:pathLst>
                <a:path w="250189" h="584200">
                  <a:moveTo>
                    <a:pt x="0" y="0"/>
                  </a:moveTo>
                  <a:lnTo>
                    <a:pt x="249573" y="583819"/>
                  </a:lnTo>
                </a:path>
              </a:pathLst>
            </a:custGeom>
            <a:ln w="19046">
              <a:solidFill>
                <a:srgbClr val="00AEE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4749163" y="1863463"/>
              <a:ext cx="105410" cy="246379"/>
            </a:xfrm>
            <a:custGeom>
              <a:avLst/>
              <a:gdLst/>
              <a:ahLst/>
              <a:cxnLst/>
              <a:rect l="l" t="t" r="r" b="b"/>
              <a:pathLst>
                <a:path w="105410" h="246380">
                  <a:moveTo>
                    <a:pt x="0" y="0"/>
                  </a:moveTo>
                  <a:lnTo>
                    <a:pt x="105136" y="246183"/>
                  </a:lnTo>
                </a:path>
              </a:pathLst>
            </a:custGeom>
            <a:ln w="19046">
              <a:solidFill>
                <a:srgbClr val="00AEE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4860453" y="1903747"/>
              <a:ext cx="65405" cy="135890"/>
            </a:xfrm>
            <a:custGeom>
              <a:avLst/>
              <a:gdLst/>
              <a:ahLst/>
              <a:cxnLst/>
              <a:rect l="l" t="t" r="r" b="b"/>
              <a:pathLst>
                <a:path w="65404" h="135889">
                  <a:moveTo>
                    <a:pt x="64891" y="135426"/>
                  </a:moveTo>
                  <a:lnTo>
                    <a:pt x="0" y="0"/>
                  </a:lnTo>
                </a:path>
              </a:pathLst>
            </a:custGeom>
            <a:ln w="19047">
              <a:solidFill>
                <a:srgbClr val="00AEE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4937531" y="1942170"/>
              <a:ext cx="33020" cy="77470"/>
            </a:xfrm>
            <a:custGeom>
              <a:avLst/>
              <a:gdLst/>
              <a:ahLst/>
              <a:cxnLst/>
              <a:rect l="l" t="t" r="r" b="b"/>
              <a:pathLst>
                <a:path w="33020" h="77469">
                  <a:moveTo>
                    <a:pt x="32933" y="76876"/>
                  </a:moveTo>
                  <a:lnTo>
                    <a:pt x="0" y="0"/>
                  </a:lnTo>
                </a:path>
              </a:pathLst>
            </a:custGeom>
            <a:ln w="19046">
              <a:solidFill>
                <a:srgbClr val="00AEE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4982254" y="1953148"/>
              <a:ext cx="20320" cy="48895"/>
            </a:xfrm>
            <a:custGeom>
              <a:avLst/>
              <a:gdLst/>
              <a:ahLst/>
              <a:cxnLst/>
              <a:rect l="l" t="t" r="r" b="b"/>
              <a:pathLst>
                <a:path w="20320" h="48894">
                  <a:moveTo>
                    <a:pt x="20107" y="48516"/>
                  </a:moveTo>
                  <a:lnTo>
                    <a:pt x="0" y="0"/>
                  </a:lnTo>
                </a:path>
              </a:pathLst>
            </a:custGeom>
            <a:ln w="19046">
              <a:solidFill>
                <a:srgbClr val="00AEE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5018843" y="1965040"/>
              <a:ext cx="12065" cy="29845"/>
            </a:xfrm>
            <a:custGeom>
              <a:avLst/>
              <a:gdLst/>
              <a:ahLst/>
              <a:cxnLst/>
              <a:rect l="l" t="t" r="r" b="b"/>
              <a:pathLst>
                <a:path w="12064" h="29844">
                  <a:moveTo>
                    <a:pt x="11881" y="29305"/>
                  </a:moveTo>
                  <a:lnTo>
                    <a:pt x="0" y="0"/>
                  </a:lnTo>
                </a:path>
              </a:pathLst>
            </a:custGeom>
            <a:ln w="19046">
              <a:solidFill>
                <a:srgbClr val="00AEE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3793095" y="1978763"/>
              <a:ext cx="1334135" cy="0"/>
            </a:xfrm>
            <a:custGeom>
              <a:avLst/>
              <a:gdLst/>
              <a:ahLst/>
              <a:cxnLst/>
              <a:rect l="l" t="t" r="r" b="b"/>
              <a:pathLst>
                <a:path w="1334135" h="0">
                  <a:moveTo>
                    <a:pt x="1334022" y="0"/>
                  </a:moveTo>
                  <a:lnTo>
                    <a:pt x="0" y="0"/>
                  </a:lnTo>
                </a:path>
              </a:pathLst>
            </a:custGeom>
            <a:ln w="10166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5067009" y="1940340"/>
              <a:ext cx="62230" cy="77470"/>
            </a:xfrm>
            <a:custGeom>
              <a:avLst/>
              <a:gdLst/>
              <a:ahLst/>
              <a:cxnLst/>
              <a:rect l="l" t="t" r="r" b="b"/>
              <a:pathLst>
                <a:path w="62229" h="77469">
                  <a:moveTo>
                    <a:pt x="0" y="76876"/>
                  </a:moveTo>
                  <a:lnTo>
                    <a:pt x="62180" y="38423"/>
                  </a:lnTo>
                  <a:lnTo>
                    <a:pt x="913" y="0"/>
                  </a:lnTo>
                </a:path>
              </a:pathLst>
            </a:custGeom>
            <a:ln w="12803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4183431" y="1480997"/>
              <a:ext cx="770890" cy="634365"/>
            </a:xfrm>
            <a:custGeom>
              <a:avLst/>
              <a:gdLst/>
              <a:ahLst/>
              <a:cxnLst/>
              <a:rect l="l" t="t" r="r" b="b"/>
              <a:pathLst>
                <a:path w="770889" h="634364">
                  <a:moveTo>
                    <a:pt x="53949" y="8229"/>
                  </a:moveTo>
                  <a:lnTo>
                    <a:pt x="48463" y="0"/>
                  </a:lnTo>
                  <a:lnTo>
                    <a:pt x="41148" y="0"/>
                  </a:lnTo>
                  <a:lnTo>
                    <a:pt x="38404" y="3657"/>
                  </a:lnTo>
                  <a:lnTo>
                    <a:pt x="38404" y="13716"/>
                  </a:lnTo>
                  <a:lnTo>
                    <a:pt x="46634" y="11925"/>
                  </a:lnTo>
                  <a:lnTo>
                    <a:pt x="46634" y="25641"/>
                  </a:lnTo>
                  <a:lnTo>
                    <a:pt x="44704" y="35179"/>
                  </a:lnTo>
                  <a:lnTo>
                    <a:pt x="39433" y="43700"/>
                  </a:lnTo>
                  <a:lnTo>
                    <a:pt x="31597" y="49809"/>
                  </a:lnTo>
                  <a:lnTo>
                    <a:pt x="21945" y="52158"/>
                  </a:lnTo>
                  <a:lnTo>
                    <a:pt x="17373" y="52158"/>
                  </a:lnTo>
                  <a:lnTo>
                    <a:pt x="13716" y="50355"/>
                  </a:lnTo>
                  <a:lnTo>
                    <a:pt x="13716" y="39357"/>
                  </a:lnTo>
                  <a:lnTo>
                    <a:pt x="21031" y="914"/>
                  </a:lnTo>
                  <a:lnTo>
                    <a:pt x="17373" y="914"/>
                  </a:lnTo>
                  <a:lnTo>
                    <a:pt x="11887" y="2743"/>
                  </a:lnTo>
                  <a:lnTo>
                    <a:pt x="6438" y="3657"/>
                  </a:lnTo>
                  <a:lnTo>
                    <a:pt x="0" y="3657"/>
                  </a:lnTo>
                  <a:lnTo>
                    <a:pt x="0" y="7315"/>
                  </a:lnTo>
                  <a:lnTo>
                    <a:pt x="2781" y="8229"/>
                  </a:lnTo>
                  <a:lnTo>
                    <a:pt x="6438" y="8229"/>
                  </a:lnTo>
                  <a:lnTo>
                    <a:pt x="8229" y="10096"/>
                  </a:lnTo>
                  <a:lnTo>
                    <a:pt x="8229" y="14668"/>
                  </a:lnTo>
                  <a:lnTo>
                    <a:pt x="7315" y="16497"/>
                  </a:lnTo>
                  <a:lnTo>
                    <a:pt x="7315" y="17411"/>
                  </a:lnTo>
                  <a:lnTo>
                    <a:pt x="3657" y="38442"/>
                  </a:lnTo>
                  <a:lnTo>
                    <a:pt x="3657" y="40271"/>
                  </a:lnTo>
                  <a:lnTo>
                    <a:pt x="2781" y="43014"/>
                  </a:lnTo>
                  <a:lnTo>
                    <a:pt x="2781" y="54927"/>
                  </a:lnTo>
                  <a:lnTo>
                    <a:pt x="10058" y="57670"/>
                  </a:lnTo>
                  <a:lnTo>
                    <a:pt x="18288" y="57670"/>
                  </a:lnTo>
                  <a:lnTo>
                    <a:pt x="33502" y="54051"/>
                  </a:lnTo>
                  <a:lnTo>
                    <a:pt x="44691" y="44513"/>
                  </a:lnTo>
                  <a:lnTo>
                    <a:pt x="51600" y="31026"/>
                  </a:lnTo>
                  <a:lnTo>
                    <a:pt x="53949" y="15582"/>
                  </a:lnTo>
                  <a:lnTo>
                    <a:pt x="53949" y="8229"/>
                  </a:lnTo>
                  <a:close/>
                </a:path>
                <a:path w="770889" h="634364">
                  <a:moveTo>
                    <a:pt x="770597" y="578358"/>
                  </a:moveTo>
                  <a:lnTo>
                    <a:pt x="755078" y="578358"/>
                  </a:lnTo>
                  <a:lnTo>
                    <a:pt x="757796" y="557301"/>
                  </a:lnTo>
                  <a:lnTo>
                    <a:pt x="754164" y="557301"/>
                  </a:lnTo>
                  <a:lnTo>
                    <a:pt x="751776" y="565861"/>
                  </a:lnTo>
                  <a:lnTo>
                    <a:pt x="748207" y="572287"/>
                  </a:lnTo>
                  <a:lnTo>
                    <a:pt x="742581" y="576478"/>
                  </a:lnTo>
                  <a:lnTo>
                    <a:pt x="734047" y="578358"/>
                  </a:lnTo>
                  <a:lnTo>
                    <a:pt x="734047" y="582015"/>
                  </a:lnTo>
                  <a:lnTo>
                    <a:pt x="743165" y="582015"/>
                  </a:lnTo>
                  <a:lnTo>
                    <a:pt x="737704" y="614934"/>
                  </a:lnTo>
                  <a:lnTo>
                    <a:pt x="736790" y="617715"/>
                  </a:lnTo>
                  <a:lnTo>
                    <a:pt x="736790" y="632345"/>
                  </a:lnTo>
                  <a:lnTo>
                    <a:pt x="744080" y="634174"/>
                  </a:lnTo>
                  <a:lnTo>
                    <a:pt x="756881" y="634174"/>
                  </a:lnTo>
                  <a:lnTo>
                    <a:pt x="763308" y="631431"/>
                  </a:lnTo>
                  <a:lnTo>
                    <a:pt x="767880" y="627773"/>
                  </a:lnTo>
                  <a:lnTo>
                    <a:pt x="765111" y="624116"/>
                  </a:lnTo>
                  <a:lnTo>
                    <a:pt x="762368" y="626859"/>
                  </a:lnTo>
                  <a:lnTo>
                    <a:pt x="757796" y="629602"/>
                  </a:lnTo>
                  <a:lnTo>
                    <a:pt x="749592" y="629602"/>
                  </a:lnTo>
                  <a:lnTo>
                    <a:pt x="747737" y="626859"/>
                  </a:lnTo>
                  <a:lnTo>
                    <a:pt x="747737" y="615886"/>
                  </a:lnTo>
                  <a:lnTo>
                    <a:pt x="748652" y="613105"/>
                  </a:lnTo>
                  <a:lnTo>
                    <a:pt x="754164" y="582015"/>
                  </a:lnTo>
                  <a:lnTo>
                    <a:pt x="770597" y="582015"/>
                  </a:lnTo>
                  <a:lnTo>
                    <a:pt x="770597" y="578358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48" name="object 4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356870" y="2614788"/>
            <a:ext cx="116999" cy="99761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807109" y="2612959"/>
            <a:ext cx="109697" cy="99761"/>
          </a:xfrm>
          <a:prstGeom prst="rect">
            <a:avLst/>
          </a:prstGeom>
        </p:spPr>
      </p:pic>
      <p:pic>
        <p:nvPicPr>
          <p:cNvPr id="50" name="object 5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259335" y="2608387"/>
            <a:ext cx="121585" cy="100675"/>
          </a:xfrm>
          <a:prstGeom prst="rect">
            <a:avLst/>
          </a:prstGeom>
        </p:spPr>
      </p:pic>
      <p:sp>
        <p:nvSpPr>
          <p:cNvPr id="51" name="object 51"/>
          <p:cNvSpPr txBox="1"/>
          <p:nvPr/>
        </p:nvSpPr>
        <p:spPr>
          <a:xfrm>
            <a:off x="1528063" y="1025131"/>
            <a:ext cx="50292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265" algn="l"/>
              </a:tabLst>
            </a:pPr>
            <a:r>
              <a:rPr dirty="0" sz="900" spc="-20" b="1">
                <a:solidFill>
                  <a:srgbClr val="00AEEF"/>
                </a:solidFill>
                <a:latin typeface="Bookman Old Style"/>
                <a:cs typeface="Bookman Old Style"/>
              </a:rPr>
              <a:t>2.15</a:t>
            </a:r>
            <a:r>
              <a:rPr dirty="0" sz="900">
                <a:solidFill>
                  <a:srgbClr val="00AEEF"/>
                </a:solidFill>
                <a:latin typeface="Times New Roman"/>
                <a:cs typeface="Times New Roman"/>
              </a:rPr>
              <a:t>	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Suggest</a:t>
            </a:r>
            <a:r>
              <a:rPr dirty="0" sz="900" spc="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</a:t>
            </a:r>
            <a:r>
              <a:rPr dirty="0" sz="900" spc="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suitable</a:t>
            </a:r>
            <a:r>
              <a:rPr dirty="0" sz="900" spc="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physical</a:t>
            </a:r>
            <a:r>
              <a:rPr dirty="0" sz="900" spc="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situation</a:t>
            </a:r>
            <a:r>
              <a:rPr dirty="0" sz="900" spc="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for</a:t>
            </a:r>
            <a:r>
              <a:rPr dirty="0" sz="900" spc="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each</a:t>
            </a:r>
            <a:r>
              <a:rPr dirty="0" sz="900" spc="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900" spc="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 spc="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following</a:t>
            </a:r>
            <a:r>
              <a:rPr dirty="0" sz="900" spc="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graphs</a:t>
            </a:r>
            <a:r>
              <a:rPr dirty="0" sz="900" spc="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(Fig</a:t>
            </a:r>
            <a:r>
              <a:rPr dirty="0" sz="900" spc="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Bookman Old Style"/>
                <a:cs typeface="Bookman Old Style"/>
              </a:rPr>
              <a:t>2.12):</a:t>
            </a:r>
            <a:endParaRPr sz="900">
              <a:latin typeface="Bookman Old Style"/>
              <a:cs typeface="Bookman Old Style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528065" y="2942883"/>
            <a:ext cx="5057140" cy="81470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 marL="1905">
              <a:lnSpc>
                <a:spcPct val="100000"/>
              </a:lnSpc>
              <a:spcBef>
                <a:spcPts val="120"/>
              </a:spcBef>
            </a:pPr>
            <a:r>
              <a:rPr dirty="0" sz="900" b="1" i="1">
                <a:solidFill>
                  <a:srgbClr val="00AEEF"/>
                </a:solidFill>
                <a:latin typeface="Bookman Old Style"/>
                <a:cs typeface="Bookman Old Style"/>
              </a:rPr>
              <a:t>Fig.</a:t>
            </a:r>
            <a:r>
              <a:rPr dirty="0" sz="900" spc="3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 spc="-20" b="1" i="1">
                <a:solidFill>
                  <a:srgbClr val="00AEEF"/>
                </a:solidFill>
                <a:latin typeface="Bookman Old Style"/>
                <a:cs typeface="Bookman Old Style"/>
              </a:rPr>
              <a:t>2.12</a:t>
            </a:r>
            <a:endParaRPr sz="900">
              <a:latin typeface="Bookman Old Style"/>
              <a:cs typeface="Bookman Old Style"/>
            </a:endParaRPr>
          </a:p>
          <a:p>
            <a:pPr algn="just" marL="469900" marR="5080" indent="-457200">
              <a:lnSpc>
                <a:spcPct val="100000"/>
              </a:lnSpc>
              <a:spcBef>
                <a:spcPts val="790"/>
              </a:spcBef>
            </a:pPr>
            <a:r>
              <a:rPr dirty="0" sz="900" b="1">
                <a:solidFill>
                  <a:srgbClr val="00AEEF"/>
                </a:solidFill>
                <a:latin typeface="Bookman Old Style"/>
                <a:cs typeface="Bookman Old Style"/>
              </a:rPr>
              <a:t>2.16</a:t>
            </a:r>
            <a:r>
              <a:rPr dirty="0" sz="900" spc="300">
                <a:solidFill>
                  <a:srgbClr val="00AEEF"/>
                </a:solidFill>
                <a:latin typeface="Times New Roman"/>
                <a:cs typeface="Times New Roman"/>
              </a:rPr>
              <a:t>  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Figure</a:t>
            </a:r>
            <a:r>
              <a:rPr dirty="0" sz="900" spc="2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2.13</a:t>
            </a:r>
            <a:r>
              <a:rPr dirty="0" sz="900" spc="25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gives</a:t>
            </a:r>
            <a:r>
              <a:rPr dirty="0" sz="900" spc="25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 spc="2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50" i="1">
                <a:solidFill>
                  <a:srgbClr val="231F20"/>
                </a:solidFill>
                <a:latin typeface="Bookman Old Style"/>
                <a:cs typeface="Bookman Old Style"/>
              </a:rPr>
              <a:t>x-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t</a:t>
            </a:r>
            <a:r>
              <a:rPr dirty="0" sz="900" spc="27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plot</a:t>
            </a:r>
            <a:r>
              <a:rPr dirty="0" sz="900" spc="25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900" spc="25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</a:t>
            </a:r>
            <a:r>
              <a:rPr dirty="0" sz="900" spc="25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particle</a:t>
            </a:r>
            <a:r>
              <a:rPr dirty="0" sz="900" spc="2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executing</a:t>
            </a:r>
            <a:r>
              <a:rPr dirty="0" sz="900" spc="25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one-dimensional</a:t>
            </a:r>
            <a:r>
              <a:rPr dirty="0" sz="900" spc="25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Bookman Old Style"/>
                <a:cs typeface="Bookman Old Style"/>
              </a:rPr>
              <a:t>simple</a:t>
            </a:r>
            <a:r>
              <a:rPr dirty="0" sz="9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harmonic</a:t>
            </a:r>
            <a:r>
              <a:rPr dirty="0" sz="900" spc="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motion.</a:t>
            </a:r>
            <a:r>
              <a:rPr dirty="0" sz="90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(You</a:t>
            </a:r>
            <a:r>
              <a:rPr dirty="0" sz="90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will</a:t>
            </a:r>
            <a:r>
              <a:rPr dirty="0" sz="900" spc="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learn</a:t>
            </a:r>
            <a:r>
              <a:rPr dirty="0" sz="90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about</a:t>
            </a:r>
            <a:r>
              <a:rPr dirty="0" sz="90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this</a:t>
            </a:r>
            <a:r>
              <a:rPr dirty="0" sz="90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motion</a:t>
            </a:r>
            <a:r>
              <a:rPr dirty="0" sz="900" spc="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in</a:t>
            </a:r>
            <a:r>
              <a:rPr dirty="0" sz="90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more</a:t>
            </a:r>
            <a:r>
              <a:rPr dirty="0" sz="90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detail</a:t>
            </a:r>
            <a:r>
              <a:rPr dirty="0" sz="900" spc="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in</a:t>
            </a:r>
            <a:r>
              <a:rPr dirty="0" sz="90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Bookman Old Style"/>
                <a:cs typeface="Bookman Old Style"/>
              </a:rPr>
              <a:t>Chapter13).</a:t>
            </a:r>
            <a:r>
              <a:rPr dirty="0" sz="9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Give</a:t>
            </a:r>
            <a:r>
              <a:rPr dirty="0" sz="900" spc="1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 spc="1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signs</a:t>
            </a:r>
            <a:r>
              <a:rPr dirty="0" sz="900" spc="1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900" spc="1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position,</a:t>
            </a:r>
            <a:r>
              <a:rPr dirty="0" sz="900" spc="1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velocity</a:t>
            </a:r>
            <a:r>
              <a:rPr dirty="0" sz="900" spc="1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and</a:t>
            </a:r>
            <a:r>
              <a:rPr dirty="0" sz="900" spc="1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acceleration</a:t>
            </a:r>
            <a:r>
              <a:rPr dirty="0" sz="900" spc="1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variables</a:t>
            </a:r>
            <a:r>
              <a:rPr dirty="0" sz="900" spc="1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900" spc="1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 spc="1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particle</a:t>
            </a:r>
            <a:r>
              <a:rPr dirty="0" sz="900" spc="1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25">
                <a:solidFill>
                  <a:srgbClr val="231F20"/>
                </a:solidFill>
                <a:latin typeface="Bookman Old Style"/>
                <a:cs typeface="Bookman Old Style"/>
              </a:rPr>
              <a:t>at</a:t>
            </a:r>
            <a:r>
              <a:rPr dirty="0" sz="900" spc="5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t</a:t>
            </a:r>
            <a:r>
              <a:rPr dirty="0" sz="900" spc="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=</a:t>
            </a:r>
            <a:r>
              <a:rPr dirty="0" sz="900" spc="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0.3</a:t>
            </a:r>
            <a:r>
              <a:rPr dirty="0" sz="900" spc="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s,</a:t>
            </a:r>
            <a:r>
              <a:rPr dirty="0" sz="900" spc="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1.2</a:t>
            </a:r>
            <a:r>
              <a:rPr dirty="0" sz="900" spc="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s,</a:t>
            </a:r>
            <a:r>
              <a:rPr dirty="0" sz="900" spc="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–</a:t>
            </a:r>
            <a:r>
              <a:rPr dirty="0" sz="900" spc="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1.2</a:t>
            </a:r>
            <a:r>
              <a:rPr dirty="0" sz="900" spc="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25">
                <a:solidFill>
                  <a:srgbClr val="231F20"/>
                </a:solidFill>
                <a:latin typeface="Bookman Old Style"/>
                <a:cs typeface="Bookman Old Style"/>
              </a:rPr>
              <a:t>s.</a:t>
            </a:r>
            <a:endParaRPr sz="900">
              <a:latin typeface="Bookman Old Style"/>
              <a:cs typeface="Bookman Old Style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528065" y="5192309"/>
            <a:ext cx="2809240" cy="141478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20"/>
              </a:spcBef>
            </a:pPr>
            <a:r>
              <a:rPr dirty="0" sz="900" b="1" i="1">
                <a:solidFill>
                  <a:srgbClr val="00AEEF"/>
                </a:solidFill>
                <a:latin typeface="Bookman Old Style"/>
                <a:cs typeface="Bookman Old Style"/>
              </a:rPr>
              <a:t>Fig.</a:t>
            </a:r>
            <a:r>
              <a:rPr dirty="0" sz="900" spc="3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 spc="-20" b="1" i="1">
                <a:solidFill>
                  <a:srgbClr val="00AEEF"/>
                </a:solidFill>
                <a:latin typeface="Bookman Old Style"/>
                <a:cs typeface="Bookman Old Style"/>
              </a:rPr>
              <a:t>2.13</a:t>
            </a:r>
            <a:endParaRPr sz="900">
              <a:latin typeface="Bookman Old Style"/>
              <a:cs typeface="Bookman Old Style"/>
            </a:endParaRPr>
          </a:p>
          <a:p>
            <a:pPr>
              <a:lnSpc>
                <a:spcPct val="100000"/>
              </a:lnSpc>
            </a:pPr>
            <a:endParaRPr sz="900">
              <a:latin typeface="Bookman Old Style"/>
              <a:cs typeface="Bookman Old Style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900">
              <a:latin typeface="Bookman Old Style"/>
              <a:cs typeface="Bookman Old Style"/>
            </a:endParaRPr>
          </a:p>
          <a:p>
            <a:pPr algn="just" marL="469265" marR="194945" indent="-457200">
              <a:lnSpc>
                <a:spcPct val="100000"/>
              </a:lnSpc>
            </a:pPr>
            <a:r>
              <a:rPr dirty="0" sz="900" b="1">
                <a:solidFill>
                  <a:srgbClr val="00AEEF"/>
                </a:solidFill>
                <a:latin typeface="Bookman Old Style"/>
                <a:cs typeface="Bookman Old Style"/>
              </a:rPr>
              <a:t>2.17</a:t>
            </a:r>
            <a:r>
              <a:rPr dirty="0" sz="900" spc="335">
                <a:solidFill>
                  <a:srgbClr val="00AEEF"/>
                </a:solidFill>
                <a:latin typeface="Times New Roman"/>
                <a:cs typeface="Times New Roman"/>
              </a:rPr>
              <a:t>  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Figure</a:t>
            </a:r>
            <a:r>
              <a:rPr dirty="0" sz="900" spc="3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2.14</a:t>
            </a:r>
            <a:r>
              <a:rPr dirty="0" sz="900" spc="3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gives</a:t>
            </a:r>
            <a:r>
              <a:rPr dirty="0" sz="900" spc="3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 spc="3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75" i="1">
                <a:solidFill>
                  <a:srgbClr val="231F20"/>
                </a:solidFill>
                <a:latin typeface="Bookman Old Style"/>
                <a:cs typeface="Bookman Old Style"/>
              </a:rPr>
              <a:t>x-</a:t>
            </a:r>
            <a:r>
              <a:rPr dirty="0" sz="900" i="1">
                <a:solidFill>
                  <a:srgbClr val="231F20"/>
                </a:solidFill>
                <a:latin typeface="Bookman Old Style"/>
                <a:cs typeface="Bookman Old Style"/>
              </a:rPr>
              <a:t>t</a:t>
            </a:r>
            <a:r>
              <a:rPr dirty="0" sz="900" spc="3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plot</a:t>
            </a:r>
            <a:r>
              <a:rPr dirty="0" sz="900" spc="3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900" spc="3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50">
                <a:solidFill>
                  <a:srgbClr val="231F20"/>
                </a:solidFill>
                <a:latin typeface="Bookman Old Style"/>
                <a:cs typeface="Bookman Old Style"/>
              </a:rPr>
              <a:t>a</a:t>
            </a:r>
            <a:r>
              <a:rPr dirty="0" sz="9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particle</a:t>
            </a:r>
            <a:r>
              <a:rPr dirty="0" sz="900" spc="3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in</a:t>
            </a:r>
            <a:r>
              <a:rPr dirty="0" sz="900" spc="3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one-dimensional</a:t>
            </a:r>
            <a:r>
              <a:rPr dirty="0" sz="900" spc="3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Bookman Old Style"/>
                <a:cs typeface="Bookman Old Style"/>
              </a:rPr>
              <a:t>motion.</a:t>
            </a:r>
            <a:r>
              <a:rPr dirty="0" sz="9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Three</a:t>
            </a:r>
            <a:r>
              <a:rPr dirty="0" sz="900" spc="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different</a:t>
            </a:r>
            <a:r>
              <a:rPr dirty="0" sz="900" spc="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equal</a:t>
            </a:r>
            <a:r>
              <a:rPr dirty="0" sz="900" spc="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intervals</a:t>
            </a:r>
            <a:r>
              <a:rPr dirty="0" sz="900" spc="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900" spc="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20">
                <a:solidFill>
                  <a:srgbClr val="231F20"/>
                </a:solidFill>
                <a:latin typeface="Bookman Old Style"/>
                <a:cs typeface="Bookman Old Style"/>
              </a:rPr>
              <a:t>time</a:t>
            </a:r>
            <a:r>
              <a:rPr dirty="0" sz="9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are</a:t>
            </a:r>
            <a:r>
              <a:rPr dirty="0" sz="900" spc="2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shown.</a:t>
            </a:r>
            <a:r>
              <a:rPr dirty="0" sz="900" spc="2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In</a:t>
            </a:r>
            <a:r>
              <a:rPr dirty="0" sz="900" spc="2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which</a:t>
            </a:r>
            <a:r>
              <a:rPr dirty="0" sz="900" spc="2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interval</a:t>
            </a:r>
            <a:r>
              <a:rPr dirty="0" sz="900" spc="2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is</a:t>
            </a:r>
            <a:r>
              <a:rPr dirty="0" sz="900" spc="2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25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average</a:t>
            </a:r>
            <a:r>
              <a:rPr dirty="0" sz="900" spc="1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speed</a:t>
            </a:r>
            <a:r>
              <a:rPr dirty="0" sz="900" spc="1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greatest,</a:t>
            </a:r>
            <a:r>
              <a:rPr dirty="0" sz="900" spc="1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and</a:t>
            </a:r>
            <a:r>
              <a:rPr dirty="0" sz="900" spc="1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in</a:t>
            </a:r>
            <a:r>
              <a:rPr dirty="0" sz="900" spc="1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Bookman Old Style"/>
                <a:cs typeface="Bookman Old Style"/>
              </a:rPr>
              <a:t>which</a:t>
            </a:r>
            <a:r>
              <a:rPr dirty="0" sz="9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is</a:t>
            </a:r>
            <a:r>
              <a:rPr dirty="0" sz="900" spc="-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it</a:t>
            </a:r>
            <a:r>
              <a:rPr dirty="0" sz="900" spc="-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least</a:t>
            </a:r>
            <a:r>
              <a:rPr dirty="0" sz="900" spc="-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?</a:t>
            </a:r>
            <a:r>
              <a:rPr dirty="0" sz="900" spc="20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Give</a:t>
            </a:r>
            <a:r>
              <a:rPr dirty="0" sz="900" spc="-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sign</a:t>
            </a:r>
            <a:r>
              <a:rPr dirty="0" sz="900" spc="-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9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Bookman Old Style"/>
                <a:cs typeface="Bookman Old Style"/>
              </a:rPr>
              <a:t>average</a:t>
            </a:r>
            <a:r>
              <a:rPr dirty="0" sz="9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velocity</a:t>
            </a:r>
            <a:r>
              <a:rPr dirty="0" sz="900" spc="10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for</a:t>
            </a:r>
            <a:r>
              <a:rPr dirty="0" sz="900" spc="11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each</a:t>
            </a:r>
            <a:r>
              <a:rPr dirty="0" sz="900" spc="11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Bookman Old Style"/>
                <a:cs typeface="Bookman Old Style"/>
              </a:rPr>
              <a:t>interval.</a:t>
            </a:r>
            <a:endParaRPr sz="900">
              <a:latin typeface="Bookman Old Style"/>
              <a:cs typeface="Bookman Old Style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528065" y="6855964"/>
            <a:ext cx="2675890" cy="1671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469900" marR="5080" indent="-4572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00AEEF"/>
                </a:solidFill>
                <a:latin typeface="Bookman Old Style"/>
                <a:cs typeface="Bookman Old Style"/>
              </a:rPr>
              <a:t>2.18</a:t>
            </a:r>
            <a:r>
              <a:rPr dirty="0" sz="900" spc="260">
                <a:solidFill>
                  <a:srgbClr val="00AEEF"/>
                </a:solidFill>
                <a:latin typeface="Times New Roman"/>
                <a:cs typeface="Times New Roman"/>
              </a:rPr>
              <a:t>  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Figure</a:t>
            </a:r>
            <a:r>
              <a:rPr dirty="0" sz="900" spc="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2.15</a:t>
            </a:r>
            <a:r>
              <a:rPr dirty="0" sz="900" spc="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gives</a:t>
            </a:r>
            <a:r>
              <a:rPr dirty="0" sz="900" spc="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</a:t>
            </a:r>
            <a:r>
              <a:rPr dirty="0" sz="900" spc="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Bookman Old Style"/>
                <a:cs typeface="Bookman Old Style"/>
              </a:rPr>
              <a:t>speed-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time</a:t>
            </a:r>
            <a:r>
              <a:rPr dirty="0" sz="900" spc="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graph</a:t>
            </a:r>
            <a:r>
              <a:rPr dirty="0" sz="900" spc="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25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9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</a:t>
            </a:r>
            <a:r>
              <a:rPr dirty="0" sz="900" spc="1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particle</a:t>
            </a:r>
            <a:r>
              <a:rPr dirty="0" sz="900" spc="2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in</a:t>
            </a:r>
            <a:r>
              <a:rPr dirty="0" sz="900" spc="2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motion</a:t>
            </a:r>
            <a:r>
              <a:rPr dirty="0" sz="900" spc="2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along</a:t>
            </a:r>
            <a:r>
              <a:rPr dirty="0" sz="900" spc="20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</a:t>
            </a:r>
            <a:r>
              <a:rPr dirty="0" sz="900" spc="2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Bookman Old Style"/>
                <a:cs typeface="Bookman Old Style"/>
              </a:rPr>
              <a:t>constant</a:t>
            </a:r>
            <a:r>
              <a:rPr dirty="0" sz="9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direction.</a:t>
            </a:r>
            <a:r>
              <a:rPr dirty="0" sz="900" spc="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Three</a:t>
            </a:r>
            <a:r>
              <a:rPr dirty="0" sz="900" spc="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equal</a:t>
            </a:r>
            <a:r>
              <a:rPr dirty="0" sz="900" spc="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intervals</a:t>
            </a:r>
            <a:r>
              <a:rPr dirty="0" sz="900" spc="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900" spc="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20">
                <a:solidFill>
                  <a:srgbClr val="231F20"/>
                </a:solidFill>
                <a:latin typeface="Bookman Old Style"/>
                <a:cs typeface="Bookman Old Style"/>
              </a:rPr>
              <a:t>time</a:t>
            </a:r>
            <a:r>
              <a:rPr dirty="0" sz="9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are</a:t>
            </a:r>
            <a:r>
              <a:rPr dirty="0" sz="900" spc="3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shown.</a:t>
            </a:r>
            <a:r>
              <a:rPr dirty="0" sz="900" spc="3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In</a:t>
            </a:r>
            <a:r>
              <a:rPr dirty="0" sz="900" spc="3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which</a:t>
            </a:r>
            <a:r>
              <a:rPr dirty="0" sz="900" spc="3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interval</a:t>
            </a:r>
            <a:r>
              <a:rPr dirty="0" sz="900" spc="3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is</a:t>
            </a:r>
            <a:r>
              <a:rPr dirty="0" sz="900" spc="3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25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 spc="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65">
                <a:solidFill>
                  <a:srgbClr val="231F20"/>
                </a:solidFill>
                <a:latin typeface="Bookman Old Style"/>
                <a:cs typeface="Bookman Old Style"/>
              </a:rPr>
              <a:t>average</a:t>
            </a:r>
            <a:r>
              <a:rPr dirty="0" sz="900" spc="150">
                <a:solidFill>
                  <a:srgbClr val="231F20"/>
                </a:solidFill>
                <a:latin typeface="Times New Roman"/>
                <a:cs typeface="Times New Roman"/>
              </a:rPr>
              <a:t>  </a:t>
            </a:r>
            <a:r>
              <a:rPr dirty="0" sz="900" spc="70">
                <a:solidFill>
                  <a:srgbClr val="231F20"/>
                </a:solidFill>
                <a:latin typeface="Bookman Old Style"/>
                <a:cs typeface="Bookman Old Style"/>
              </a:rPr>
              <a:t>acceleration</a:t>
            </a:r>
            <a:r>
              <a:rPr dirty="0" sz="900" spc="150">
                <a:solidFill>
                  <a:srgbClr val="231F20"/>
                </a:solidFill>
                <a:latin typeface="Times New Roman"/>
                <a:cs typeface="Times New Roman"/>
              </a:rPr>
              <a:t>  </a:t>
            </a:r>
            <a:r>
              <a:rPr dirty="0" sz="900" spc="70">
                <a:solidFill>
                  <a:srgbClr val="231F20"/>
                </a:solidFill>
                <a:latin typeface="Bookman Old Style"/>
                <a:cs typeface="Bookman Old Style"/>
              </a:rPr>
              <a:t>greatest</a:t>
            </a:r>
            <a:r>
              <a:rPr dirty="0" sz="900" spc="150">
                <a:solidFill>
                  <a:srgbClr val="231F20"/>
                </a:solidFill>
                <a:latin typeface="Times New Roman"/>
                <a:cs typeface="Times New Roman"/>
              </a:rPr>
              <a:t>  </a:t>
            </a:r>
            <a:r>
              <a:rPr dirty="0" sz="900" spc="-25">
                <a:solidFill>
                  <a:srgbClr val="231F20"/>
                </a:solidFill>
                <a:latin typeface="Bookman Old Style"/>
                <a:cs typeface="Bookman Old Style"/>
              </a:rPr>
              <a:t>in</a:t>
            </a:r>
            <a:r>
              <a:rPr dirty="0" sz="9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magnitude?</a:t>
            </a:r>
            <a:r>
              <a:rPr dirty="0" sz="900" spc="3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In</a:t>
            </a:r>
            <a:r>
              <a:rPr dirty="0" sz="900" spc="3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which</a:t>
            </a:r>
            <a:r>
              <a:rPr dirty="0" sz="900" spc="3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interval</a:t>
            </a:r>
            <a:r>
              <a:rPr dirty="0" sz="900" spc="3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is</a:t>
            </a:r>
            <a:r>
              <a:rPr dirty="0" sz="900" spc="3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25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average</a:t>
            </a:r>
            <a:r>
              <a:rPr dirty="0" sz="900" spc="11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speed</a:t>
            </a:r>
            <a:r>
              <a:rPr dirty="0" sz="900" spc="1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greatest</a:t>
            </a:r>
            <a:r>
              <a:rPr dirty="0" sz="900" spc="1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?</a:t>
            </a:r>
            <a:r>
              <a:rPr dirty="0" sz="900" spc="1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Choosing</a:t>
            </a:r>
            <a:r>
              <a:rPr dirty="0" sz="900" spc="1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25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 spc="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50">
                <a:solidFill>
                  <a:srgbClr val="231F20"/>
                </a:solidFill>
                <a:latin typeface="Bookman Old Style"/>
                <a:cs typeface="Bookman Old Style"/>
              </a:rPr>
              <a:t>positive</a:t>
            </a:r>
            <a:r>
              <a:rPr dirty="0" sz="900" spc="48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direction</a:t>
            </a:r>
            <a:r>
              <a:rPr dirty="0" sz="900" spc="48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as</a:t>
            </a:r>
            <a:r>
              <a:rPr dirty="0" sz="900" spc="48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 spc="48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50">
                <a:solidFill>
                  <a:srgbClr val="231F20"/>
                </a:solidFill>
                <a:latin typeface="Bookman Old Style"/>
                <a:cs typeface="Bookman Old Style"/>
              </a:rPr>
              <a:t>constant</a:t>
            </a:r>
            <a:r>
              <a:rPr dirty="0" sz="900" spc="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direction</a:t>
            </a:r>
            <a:r>
              <a:rPr dirty="0" sz="900" spc="10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900" spc="1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motion,</a:t>
            </a:r>
            <a:r>
              <a:rPr dirty="0" sz="900" spc="1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give</a:t>
            </a:r>
            <a:r>
              <a:rPr dirty="0" sz="900" spc="1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 spc="1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signs</a:t>
            </a:r>
            <a:r>
              <a:rPr dirty="0" sz="900" spc="1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of</a:t>
            </a:r>
            <a:r>
              <a:rPr dirty="0" sz="900" spc="10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50">
                <a:solidFill>
                  <a:srgbClr val="231F20"/>
                </a:solidFill>
                <a:latin typeface="Bookman Old Style"/>
                <a:cs typeface="Bookman Old Style"/>
              </a:rPr>
              <a:t>v</a:t>
            </a:r>
            <a:r>
              <a:rPr dirty="0" sz="9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and</a:t>
            </a:r>
            <a:r>
              <a:rPr dirty="0" sz="900" spc="1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</a:t>
            </a:r>
            <a:r>
              <a:rPr dirty="0" sz="900" spc="1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in</a:t>
            </a:r>
            <a:r>
              <a:rPr dirty="0" sz="900" spc="1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 spc="1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three</a:t>
            </a:r>
            <a:r>
              <a:rPr dirty="0" sz="900" spc="1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intervals.</a:t>
            </a:r>
            <a:r>
              <a:rPr dirty="0" sz="900" spc="1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What</a:t>
            </a:r>
            <a:r>
              <a:rPr dirty="0" sz="900" spc="1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25">
                <a:solidFill>
                  <a:srgbClr val="231F20"/>
                </a:solidFill>
                <a:latin typeface="Bookman Old Style"/>
                <a:cs typeface="Bookman Old Style"/>
              </a:rPr>
              <a:t>are</a:t>
            </a:r>
            <a:r>
              <a:rPr dirty="0" sz="9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 spc="1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accelerations</a:t>
            </a:r>
            <a:r>
              <a:rPr dirty="0" sz="900" spc="11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at</a:t>
            </a:r>
            <a:r>
              <a:rPr dirty="0" sz="900" spc="1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the</a:t>
            </a:r>
            <a:r>
              <a:rPr dirty="0" sz="900" spc="11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points</a:t>
            </a:r>
            <a:r>
              <a:rPr dirty="0" sz="900" spc="11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A,</a:t>
            </a:r>
            <a:r>
              <a:rPr dirty="0" sz="900" spc="1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B,</a:t>
            </a:r>
            <a:r>
              <a:rPr dirty="0" sz="900" spc="11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50">
                <a:solidFill>
                  <a:srgbClr val="231F20"/>
                </a:solidFill>
                <a:latin typeface="Bookman Old Style"/>
                <a:cs typeface="Bookman Old Style"/>
              </a:rPr>
              <a:t>C</a:t>
            </a:r>
            <a:r>
              <a:rPr dirty="0" sz="9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and</a:t>
            </a:r>
            <a:r>
              <a:rPr dirty="0" sz="900" spc="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1F20"/>
                </a:solidFill>
                <a:latin typeface="Bookman Old Style"/>
                <a:cs typeface="Bookman Old Style"/>
              </a:rPr>
              <a:t>D</a:t>
            </a:r>
            <a:r>
              <a:rPr dirty="0" sz="900" spc="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-50">
                <a:solidFill>
                  <a:srgbClr val="231F20"/>
                </a:solidFill>
                <a:latin typeface="Bookman Old Style"/>
                <a:cs typeface="Bookman Old Style"/>
              </a:rPr>
              <a:t>?</a:t>
            </a:r>
            <a:endParaRPr sz="900">
              <a:latin typeface="Bookman Old Style"/>
              <a:cs typeface="Bookman Old Style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4990459" y="5228644"/>
            <a:ext cx="1374775" cy="1359535"/>
            <a:chOff x="4990459" y="5228644"/>
            <a:chExt cx="1374775" cy="1359535"/>
          </a:xfrm>
        </p:grpSpPr>
        <p:sp>
          <p:nvSpPr>
            <p:cNvPr id="56" name="object 56"/>
            <p:cNvSpPr/>
            <p:nvPr/>
          </p:nvSpPr>
          <p:spPr>
            <a:xfrm>
              <a:off x="4990459" y="5333756"/>
              <a:ext cx="70485" cy="57785"/>
            </a:xfrm>
            <a:custGeom>
              <a:avLst/>
              <a:gdLst/>
              <a:ahLst/>
              <a:cxnLst/>
              <a:rect l="l" t="t" r="r" b="b"/>
              <a:pathLst>
                <a:path w="70485" h="57785">
                  <a:moveTo>
                    <a:pt x="68519" y="0"/>
                  </a:moveTo>
                  <a:lnTo>
                    <a:pt x="65775" y="0"/>
                  </a:lnTo>
                  <a:lnTo>
                    <a:pt x="58036" y="2843"/>
                  </a:lnTo>
                  <a:lnTo>
                    <a:pt x="50474" y="9715"/>
                  </a:lnTo>
                  <a:lnTo>
                    <a:pt x="43941" y="18130"/>
                  </a:lnTo>
                  <a:lnTo>
                    <a:pt x="39288" y="25603"/>
                  </a:lnTo>
                  <a:lnTo>
                    <a:pt x="31059" y="1828"/>
                  </a:lnTo>
                  <a:lnTo>
                    <a:pt x="28315" y="1828"/>
                  </a:lnTo>
                  <a:lnTo>
                    <a:pt x="23743" y="3657"/>
                  </a:lnTo>
                  <a:lnTo>
                    <a:pt x="19171" y="4571"/>
                  </a:lnTo>
                  <a:lnTo>
                    <a:pt x="13685" y="4571"/>
                  </a:lnTo>
                  <a:lnTo>
                    <a:pt x="13685" y="8229"/>
                  </a:lnTo>
                  <a:lnTo>
                    <a:pt x="21915" y="9143"/>
                  </a:lnTo>
                  <a:lnTo>
                    <a:pt x="23743" y="14630"/>
                  </a:lnTo>
                  <a:lnTo>
                    <a:pt x="26487" y="21945"/>
                  </a:lnTo>
                  <a:lnTo>
                    <a:pt x="29230" y="27401"/>
                  </a:lnTo>
                  <a:lnTo>
                    <a:pt x="25972" y="33487"/>
                  </a:lnTo>
                  <a:lnTo>
                    <a:pt x="21686" y="39745"/>
                  </a:lnTo>
                  <a:lnTo>
                    <a:pt x="16371" y="44632"/>
                  </a:lnTo>
                  <a:lnTo>
                    <a:pt x="10027" y="46603"/>
                  </a:lnTo>
                  <a:lnTo>
                    <a:pt x="3627" y="46603"/>
                  </a:lnTo>
                  <a:lnTo>
                    <a:pt x="0" y="47518"/>
                  </a:lnTo>
                  <a:lnTo>
                    <a:pt x="0" y="55747"/>
                  </a:lnTo>
                  <a:lnTo>
                    <a:pt x="2712" y="57576"/>
                  </a:lnTo>
                  <a:lnTo>
                    <a:pt x="5455" y="57576"/>
                  </a:lnTo>
                  <a:lnTo>
                    <a:pt x="13699" y="54876"/>
                  </a:lnTo>
                  <a:lnTo>
                    <a:pt x="20657" y="48318"/>
                  </a:lnTo>
                  <a:lnTo>
                    <a:pt x="26415" y="40217"/>
                  </a:lnTo>
                  <a:lnTo>
                    <a:pt x="31059" y="32887"/>
                  </a:lnTo>
                  <a:lnTo>
                    <a:pt x="34716" y="42031"/>
                  </a:lnTo>
                  <a:lnTo>
                    <a:pt x="38374" y="49347"/>
                  </a:lnTo>
                  <a:lnTo>
                    <a:pt x="41087" y="57576"/>
                  </a:lnTo>
                  <a:lnTo>
                    <a:pt x="55717" y="57576"/>
                  </a:lnTo>
                  <a:lnTo>
                    <a:pt x="62118" y="53919"/>
                  </a:lnTo>
                  <a:lnTo>
                    <a:pt x="65775" y="50261"/>
                  </a:lnTo>
                  <a:lnTo>
                    <a:pt x="63032" y="48432"/>
                  </a:lnTo>
                  <a:lnTo>
                    <a:pt x="61203" y="49347"/>
                  </a:lnTo>
                  <a:lnTo>
                    <a:pt x="59375" y="51175"/>
                  </a:lnTo>
                  <a:lnTo>
                    <a:pt x="56631" y="51175"/>
                  </a:lnTo>
                  <a:lnTo>
                    <a:pt x="51121" y="48647"/>
                  </a:lnTo>
                  <a:lnTo>
                    <a:pt x="46813" y="42607"/>
                  </a:lnTo>
                  <a:lnTo>
                    <a:pt x="43528" y="35372"/>
                  </a:lnTo>
                  <a:lnTo>
                    <a:pt x="41087" y="29260"/>
                  </a:lnTo>
                  <a:lnTo>
                    <a:pt x="44744" y="23743"/>
                  </a:lnTo>
                  <a:lnTo>
                    <a:pt x="48402" y="19171"/>
                  </a:lnTo>
                  <a:lnTo>
                    <a:pt x="52974" y="14630"/>
                  </a:lnTo>
                  <a:lnTo>
                    <a:pt x="55717" y="12801"/>
                  </a:lnTo>
                  <a:lnTo>
                    <a:pt x="57546" y="11887"/>
                  </a:lnTo>
                  <a:lnTo>
                    <a:pt x="66690" y="11887"/>
                  </a:lnTo>
                  <a:lnTo>
                    <a:pt x="70347" y="9143"/>
                  </a:lnTo>
                  <a:lnTo>
                    <a:pt x="70347" y="2743"/>
                  </a:lnTo>
                  <a:lnTo>
                    <a:pt x="68519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5792228" y="5982729"/>
              <a:ext cx="384810" cy="569595"/>
            </a:xfrm>
            <a:custGeom>
              <a:avLst/>
              <a:gdLst/>
              <a:ahLst/>
              <a:cxnLst/>
              <a:rect l="l" t="t" r="r" b="b"/>
              <a:pathLst>
                <a:path w="384810" h="569595">
                  <a:moveTo>
                    <a:pt x="0" y="0"/>
                  </a:moveTo>
                  <a:lnTo>
                    <a:pt x="10049" y="54509"/>
                  </a:lnTo>
                  <a:lnTo>
                    <a:pt x="22277" y="112104"/>
                  </a:lnTo>
                  <a:lnTo>
                    <a:pt x="36359" y="171457"/>
                  </a:lnTo>
                  <a:lnTo>
                    <a:pt x="51974" y="231239"/>
                  </a:lnTo>
                  <a:lnTo>
                    <a:pt x="68800" y="290123"/>
                  </a:lnTo>
                  <a:lnTo>
                    <a:pt x="86515" y="346780"/>
                  </a:lnTo>
                  <a:lnTo>
                    <a:pt x="104797" y="399882"/>
                  </a:lnTo>
                  <a:lnTo>
                    <a:pt x="123324" y="448101"/>
                  </a:lnTo>
                  <a:lnTo>
                    <a:pt x="141773" y="490109"/>
                  </a:lnTo>
                  <a:lnTo>
                    <a:pt x="159823" y="524578"/>
                  </a:lnTo>
                  <a:lnTo>
                    <a:pt x="193435" y="565586"/>
                  </a:lnTo>
                  <a:lnTo>
                    <a:pt x="208354" y="569468"/>
                  </a:lnTo>
                  <a:lnTo>
                    <a:pt x="242860" y="556226"/>
                  </a:lnTo>
                  <a:lnTo>
                    <a:pt x="274874" y="521733"/>
                  </a:lnTo>
                  <a:lnTo>
                    <a:pt x="304029" y="473841"/>
                  </a:lnTo>
                  <a:lnTo>
                    <a:pt x="329955" y="420402"/>
                  </a:lnTo>
                  <a:lnTo>
                    <a:pt x="352284" y="369266"/>
                  </a:lnTo>
                  <a:lnTo>
                    <a:pt x="370648" y="328286"/>
                  </a:lnTo>
                  <a:lnTo>
                    <a:pt x="384679" y="305312"/>
                  </a:lnTo>
                </a:path>
              </a:pathLst>
            </a:custGeom>
            <a:ln w="12687">
              <a:solidFill>
                <a:srgbClr val="00AEE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6303019" y="6020226"/>
              <a:ext cx="36830" cy="76835"/>
            </a:xfrm>
            <a:custGeom>
              <a:avLst/>
              <a:gdLst/>
              <a:ahLst/>
              <a:cxnLst/>
              <a:rect l="l" t="t" r="r" b="b"/>
              <a:pathLst>
                <a:path w="36829" h="76835">
                  <a:moveTo>
                    <a:pt x="23743" y="0"/>
                  </a:moveTo>
                  <a:lnTo>
                    <a:pt x="20086" y="0"/>
                  </a:lnTo>
                  <a:lnTo>
                    <a:pt x="17715" y="8153"/>
                  </a:lnTo>
                  <a:lnTo>
                    <a:pt x="14146" y="14500"/>
                  </a:lnTo>
                  <a:lnTo>
                    <a:pt x="8526" y="18619"/>
                  </a:lnTo>
                  <a:lnTo>
                    <a:pt x="0" y="20086"/>
                  </a:lnTo>
                  <a:lnTo>
                    <a:pt x="0" y="23743"/>
                  </a:lnTo>
                  <a:lnTo>
                    <a:pt x="9113" y="23743"/>
                  </a:lnTo>
                  <a:lnTo>
                    <a:pt x="3657" y="56662"/>
                  </a:lnTo>
                  <a:lnTo>
                    <a:pt x="2743" y="59405"/>
                  </a:lnTo>
                  <a:lnTo>
                    <a:pt x="2743" y="74035"/>
                  </a:lnTo>
                  <a:lnTo>
                    <a:pt x="10027" y="76779"/>
                  </a:lnTo>
                  <a:lnTo>
                    <a:pt x="22829" y="76779"/>
                  </a:lnTo>
                  <a:lnTo>
                    <a:pt x="29230" y="74035"/>
                  </a:lnTo>
                  <a:lnTo>
                    <a:pt x="33802" y="69463"/>
                  </a:lnTo>
                  <a:lnTo>
                    <a:pt x="31059" y="66720"/>
                  </a:lnTo>
                  <a:lnTo>
                    <a:pt x="28315" y="69463"/>
                  </a:lnTo>
                  <a:lnTo>
                    <a:pt x="23743" y="71292"/>
                  </a:lnTo>
                  <a:lnTo>
                    <a:pt x="15544" y="71292"/>
                  </a:lnTo>
                  <a:lnTo>
                    <a:pt x="13685" y="68549"/>
                  </a:lnTo>
                  <a:lnTo>
                    <a:pt x="13685" y="57576"/>
                  </a:lnTo>
                  <a:lnTo>
                    <a:pt x="14599" y="54833"/>
                  </a:lnTo>
                  <a:lnTo>
                    <a:pt x="20086" y="23743"/>
                  </a:lnTo>
                  <a:lnTo>
                    <a:pt x="36545" y="23743"/>
                  </a:lnTo>
                  <a:lnTo>
                    <a:pt x="36545" y="20086"/>
                  </a:lnTo>
                  <a:lnTo>
                    <a:pt x="21000" y="20086"/>
                  </a:lnTo>
                  <a:lnTo>
                    <a:pt x="23743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5129347" y="5245072"/>
              <a:ext cx="0" cy="1343025"/>
            </a:xfrm>
            <a:custGeom>
              <a:avLst/>
              <a:gdLst/>
              <a:ahLst/>
              <a:cxnLst/>
              <a:rect l="l" t="t" r="r" b="b"/>
              <a:pathLst>
                <a:path w="0" h="1343025">
                  <a:moveTo>
                    <a:pt x="0" y="0"/>
                  </a:moveTo>
                  <a:lnTo>
                    <a:pt x="0" y="1342763"/>
                  </a:lnTo>
                </a:path>
              </a:pathLst>
            </a:custGeom>
            <a:ln w="10151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5090948" y="5235042"/>
              <a:ext cx="78105" cy="62230"/>
            </a:xfrm>
            <a:custGeom>
              <a:avLst/>
              <a:gdLst/>
              <a:ahLst/>
              <a:cxnLst/>
              <a:rect l="l" t="t" r="r" b="b"/>
              <a:pathLst>
                <a:path w="78104" h="62229">
                  <a:moveTo>
                    <a:pt x="77679" y="62159"/>
                  </a:moveTo>
                  <a:lnTo>
                    <a:pt x="38397" y="0"/>
                  </a:lnTo>
                  <a:lnTo>
                    <a:pt x="0" y="62159"/>
                  </a:lnTo>
                </a:path>
              </a:pathLst>
            </a:custGeom>
            <a:ln w="12796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5625015" y="5415120"/>
              <a:ext cx="0" cy="546735"/>
            </a:xfrm>
            <a:custGeom>
              <a:avLst/>
              <a:gdLst/>
              <a:ahLst/>
              <a:cxnLst/>
              <a:rect l="l" t="t" r="r" b="b"/>
              <a:pathLst>
                <a:path w="0" h="546735">
                  <a:moveTo>
                    <a:pt x="0" y="0"/>
                  </a:moveTo>
                  <a:lnTo>
                    <a:pt x="0" y="546543"/>
                  </a:lnTo>
                </a:path>
              </a:pathLst>
            </a:custGeom>
            <a:ln w="10151">
              <a:solidFill>
                <a:srgbClr val="231F2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5363351" y="5569793"/>
              <a:ext cx="65405" cy="388620"/>
            </a:xfrm>
            <a:custGeom>
              <a:avLst/>
              <a:gdLst/>
              <a:ahLst/>
              <a:cxnLst/>
              <a:rect l="l" t="t" r="r" b="b"/>
              <a:pathLst>
                <a:path w="65404" h="388620">
                  <a:moveTo>
                    <a:pt x="64861" y="0"/>
                  </a:moveTo>
                  <a:lnTo>
                    <a:pt x="0" y="39288"/>
                  </a:lnTo>
                  <a:lnTo>
                    <a:pt x="2743" y="388254"/>
                  </a:lnTo>
                  <a:lnTo>
                    <a:pt x="63947" y="388254"/>
                  </a:lnTo>
                  <a:lnTo>
                    <a:pt x="64861" y="0"/>
                  </a:lnTo>
                  <a:close/>
                </a:path>
              </a:pathLst>
            </a:custGeom>
            <a:solidFill>
              <a:srgbClr val="D1D3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5363360" y="5569773"/>
              <a:ext cx="65405" cy="388620"/>
            </a:xfrm>
            <a:custGeom>
              <a:avLst/>
              <a:gdLst/>
              <a:ahLst/>
              <a:cxnLst/>
              <a:rect l="l" t="t" r="r" b="b"/>
              <a:pathLst>
                <a:path w="65404" h="388620">
                  <a:moveTo>
                    <a:pt x="2742" y="388293"/>
                  </a:moveTo>
                  <a:lnTo>
                    <a:pt x="63935" y="388293"/>
                  </a:lnTo>
                  <a:lnTo>
                    <a:pt x="64880" y="0"/>
                  </a:lnTo>
                  <a:lnTo>
                    <a:pt x="0" y="39295"/>
                  </a:lnTo>
                  <a:lnTo>
                    <a:pt x="2742" y="388293"/>
                  </a:lnTo>
                  <a:close/>
                </a:path>
              </a:pathLst>
            </a:custGeom>
            <a:ln w="10151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5359695" y="5609917"/>
              <a:ext cx="0" cy="354965"/>
            </a:xfrm>
            <a:custGeom>
              <a:avLst/>
              <a:gdLst/>
              <a:ahLst/>
              <a:cxnLst/>
              <a:rect l="l" t="t" r="r" b="b"/>
              <a:pathLst>
                <a:path w="0" h="354964">
                  <a:moveTo>
                    <a:pt x="0" y="0"/>
                  </a:moveTo>
                  <a:lnTo>
                    <a:pt x="0" y="354935"/>
                  </a:lnTo>
                </a:path>
              </a:pathLst>
            </a:custGeom>
            <a:ln w="6346">
              <a:solidFill>
                <a:srgbClr val="231F2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5890021" y="5969925"/>
              <a:ext cx="3175" cy="373380"/>
            </a:xfrm>
            <a:custGeom>
              <a:avLst/>
              <a:gdLst/>
              <a:ahLst/>
              <a:cxnLst/>
              <a:rect l="l" t="t" r="r" b="b"/>
              <a:pathLst>
                <a:path w="3175" h="373379">
                  <a:moveTo>
                    <a:pt x="0" y="0"/>
                  </a:moveTo>
                  <a:lnTo>
                    <a:pt x="2742" y="372959"/>
                  </a:lnTo>
                </a:path>
              </a:pathLst>
            </a:custGeom>
            <a:ln w="10151">
              <a:solidFill>
                <a:srgbClr val="231F2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5434640" y="5564865"/>
              <a:ext cx="0" cy="395605"/>
            </a:xfrm>
            <a:custGeom>
              <a:avLst/>
              <a:gdLst/>
              <a:ahLst/>
              <a:cxnLst/>
              <a:rect l="l" t="t" r="r" b="b"/>
              <a:pathLst>
                <a:path w="0" h="395604">
                  <a:moveTo>
                    <a:pt x="0" y="0"/>
                  </a:moveTo>
                  <a:lnTo>
                    <a:pt x="0" y="395152"/>
                  </a:lnTo>
                </a:path>
              </a:pathLst>
            </a:custGeom>
            <a:ln w="6344">
              <a:solidFill>
                <a:srgbClr val="231F2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5697208" y="5398658"/>
              <a:ext cx="0" cy="564515"/>
            </a:xfrm>
            <a:custGeom>
              <a:avLst/>
              <a:gdLst/>
              <a:ahLst/>
              <a:cxnLst/>
              <a:rect l="l" t="t" r="r" b="b"/>
              <a:pathLst>
                <a:path w="0" h="564514">
                  <a:moveTo>
                    <a:pt x="0" y="0"/>
                  </a:moveTo>
                  <a:lnTo>
                    <a:pt x="0" y="563981"/>
                  </a:lnTo>
                </a:path>
              </a:pathLst>
            </a:custGeom>
            <a:ln w="10151">
              <a:solidFill>
                <a:srgbClr val="231F2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5962184" y="5965352"/>
              <a:ext cx="7620" cy="559435"/>
            </a:xfrm>
            <a:custGeom>
              <a:avLst/>
              <a:gdLst/>
              <a:ahLst/>
              <a:cxnLst/>
              <a:rect l="l" t="t" r="r" b="b"/>
              <a:pathLst>
                <a:path w="7620" h="559434">
                  <a:moveTo>
                    <a:pt x="0" y="0"/>
                  </a:moveTo>
                  <a:lnTo>
                    <a:pt x="7313" y="559439"/>
                  </a:lnTo>
                </a:path>
              </a:pathLst>
            </a:custGeom>
            <a:ln w="10151">
              <a:solidFill>
                <a:srgbClr val="231F2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5377065" y="5853848"/>
              <a:ext cx="566420" cy="245110"/>
            </a:xfrm>
            <a:custGeom>
              <a:avLst/>
              <a:gdLst/>
              <a:ahLst/>
              <a:cxnLst/>
              <a:rect l="l" t="t" r="r" b="b"/>
              <a:pathLst>
                <a:path w="566420" h="245110">
                  <a:moveTo>
                    <a:pt x="30137" y="241338"/>
                  </a:moveTo>
                  <a:lnTo>
                    <a:pt x="26479" y="241338"/>
                  </a:lnTo>
                  <a:lnTo>
                    <a:pt x="24650" y="240423"/>
                  </a:lnTo>
                  <a:lnTo>
                    <a:pt x="23736" y="240423"/>
                  </a:lnTo>
                  <a:lnTo>
                    <a:pt x="21907" y="239509"/>
                  </a:lnTo>
                  <a:lnTo>
                    <a:pt x="21907" y="238594"/>
                  </a:lnTo>
                  <a:lnTo>
                    <a:pt x="20993" y="237680"/>
                  </a:lnTo>
                  <a:lnTo>
                    <a:pt x="20993" y="174612"/>
                  </a:lnTo>
                  <a:lnTo>
                    <a:pt x="20993" y="165468"/>
                  </a:lnTo>
                  <a:lnTo>
                    <a:pt x="19164" y="165468"/>
                  </a:lnTo>
                  <a:lnTo>
                    <a:pt x="0" y="174612"/>
                  </a:lnTo>
                  <a:lnTo>
                    <a:pt x="914" y="176415"/>
                  </a:lnTo>
                  <a:lnTo>
                    <a:pt x="3619" y="175501"/>
                  </a:lnTo>
                  <a:lnTo>
                    <a:pt x="5486" y="174612"/>
                  </a:lnTo>
                  <a:lnTo>
                    <a:pt x="8191" y="174612"/>
                  </a:lnTo>
                  <a:lnTo>
                    <a:pt x="9144" y="175501"/>
                  </a:lnTo>
                  <a:lnTo>
                    <a:pt x="10934" y="177330"/>
                  </a:lnTo>
                  <a:lnTo>
                    <a:pt x="10934" y="180073"/>
                  </a:lnTo>
                  <a:lnTo>
                    <a:pt x="11849" y="183730"/>
                  </a:lnTo>
                  <a:lnTo>
                    <a:pt x="11849" y="234022"/>
                  </a:lnTo>
                  <a:lnTo>
                    <a:pt x="10934" y="236766"/>
                  </a:lnTo>
                  <a:lnTo>
                    <a:pt x="10934" y="237680"/>
                  </a:lnTo>
                  <a:lnTo>
                    <a:pt x="10058" y="238594"/>
                  </a:lnTo>
                  <a:lnTo>
                    <a:pt x="10058" y="239509"/>
                  </a:lnTo>
                  <a:lnTo>
                    <a:pt x="8191" y="240423"/>
                  </a:lnTo>
                  <a:lnTo>
                    <a:pt x="7277" y="240423"/>
                  </a:lnTo>
                  <a:lnTo>
                    <a:pt x="5486" y="241338"/>
                  </a:lnTo>
                  <a:lnTo>
                    <a:pt x="1828" y="241338"/>
                  </a:lnTo>
                  <a:lnTo>
                    <a:pt x="1828" y="243166"/>
                  </a:lnTo>
                  <a:lnTo>
                    <a:pt x="30137" y="243166"/>
                  </a:lnTo>
                  <a:lnTo>
                    <a:pt x="30137" y="241338"/>
                  </a:lnTo>
                  <a:close/>
                </a:path>
                <a:path w="566420" h="245110">
                  <a:moveTo>
                    <a:pt x="305523" y="230365"/>
                  </a:moveTo>
                  <a:lnTo>
                    <a:pt x="303695" y="230365"/>
                  </a:lnTo>
                  <a:lnTo>
                    <a:pt x="302780" y="232194"/>
                  </a:lnTo>
                  <a:lnTo>
                    <a:pt x="301866" y="233108"/>
                  </a:lnTo>
                  <a:lnTo>
                    <a:pt x="300037" y="234022"/>
                  </a:lnTo>
                  <a:lnTo>
                    <a:pt x="299123" y="234937"/>
                  </a:lnTo>
                  <a:lnTo>
                    <a:pt x="297294" y="235851"/>
                  </a:lnTo>
                  <a:lnTo>
                    <a:pt x="296379" y="235851"/>
                  </a:lnTo>
                  <a:lnTo>
                    <a:pt x="294551" y="236766"/>
                  </a:lnTo>
                  <a:lnTo>
                    <a:pt x="268033" y="236766"/>
                  </a:lnTo>
                  <a:lnTo>
                    <a:pt x="295465" y="204762"/>
                  </a:lnTo>
                  <a:lnTo>
                    <a:pt x="300951" y="191046"/>
                  </a:lnTo>
                  <a:lnTo>
                    <a:pt x="300951" y="181902"/>
                  </a:lnTo>
                  <a:lnTo>
                    <a:pt x="299123" y="177330"/>
                  </a:lnTo>
                  <a:lnTo>
                    <a:pt x="295465" y="173697"/>
                  </a:lnTo>
                  <a:lnTo>
                    <a:pt x="290893" y="170040"/>
                  </a:lnTo>
                  <a:lnTo>
                    <a:pt x="285407" y="168186"/>
                  </a:lnTo>
                  <a:lnTo>
                    <a:pt x="273558" y="168186"/>
                  </a:lnTo>
                  <a:lnTo>
                    <a:pt x="268986" y="170040"/>
                  </a:lnTo>
                  <a:lnTo>
                    <a:pt x="261670" y="177330"/>
                  </a:lnTo>
                  <a:lnTo>
                    <a:pt x="258927" y="181902"/>
                  </a:lnTo>
                  <a:lnTo>
                    <a:pt x="258013" y="189217"/>
                  </a:lnTo>
                  <a:lnTo>
                    <a:pt x="259842" y="189217"/>
                  </a:lnTo>
                  <a:lnTo>
                    <a:pt x="261670" y="184645"/>
                  </a:lnTo>
                  <a:lnTo>
                    <a:pt x="263461" y="181902"/>
                  </a:lnTo>
                  <a:lnTo>
                    <a:pt x="267119" y="179184"/>
                  </a:lnTo>
                  <a:lnTo>
                    <a:pt x="269900" y="177330"/>
                  </a:lnTo>
                  <a:lnTo>
                    <a:pt x="272605" y="176415"/>
                  </a:lnTo>
                  <a:lnTo>
                    <a:pt x="280835" y="176415"/>
                  </a:lnTo>
                  <a:lnTo>
                    <a:pt x="284492" y="178269"/>
                  </a:lnTo>
                  <a:lnTo>
                    <a:pt x="289979" y="183730"/>
                  </a:lnTo>
                  <a:lnTo>
                    <a:pt x="291807" y="188302"/>
                  </a:lnTo>
                  <a:lnTo>
                    <a:pt x="291807" y="199275"/>
                  </a:lnTo>
                  <a:lnTo>
                    <a:pt x="265087" y="234607"/>
                  </a:lnTo>
                  <a:lnTo>
                    <a:pt x="256184" y="243166"/>
                  </a:lnTo>
                  <a:lnTo>
                    <a:pt x="256184" y="244995"/>
                  </a:lnTo>
                  <a:lnTo>
                    <a:pt x="300951" y="244995"/>
                  </a:lnTo>
                  <a:lnTo>
                    <a:pt x="305523" y="230365"/>
                  </a:lnTo>
                  <a:close/>
                </a:path>
                <a:path w="566420" h="245110">
                  <a:moveTo>
                    <a:pt x="565912" y="47548"/>
                  </a:moveTo>
                  <a:lnTo>
                    <a:pt x="564083" y="43891"/>
                  </a:lnTo>
                  <a:lnTo>
                    <a:pt x="562292" y="40233"/>
                  </a:lnTo>
                  <a:lnTo>
                    <a:pt x="559549" y="36576"/>
                  </a:lnTo>
                  <a:lnTo>
                    <a:pt x="555891" y="33832"/>
                  </a:lnTo>
                  <a:lnTo>
                    <a:pt x="551319" y="32004"/>
                  </a:lnTo>
                  <a:lnTo>
                    <a:pt x="558634" y="26517"/>
                  </a:lnTo>
                  <a:lnTo>
                    <a:pt x="562292" y="21031"/>
                  </a:lnTo>
                  <a:lnTo>
                    <a:pt x="562292" y="11887"/>
                  </a:lnTo>
                  <a:lnTo>
                    <a:pt x="560425" y="9144"/>
                  </a:lnTo>
                  <a:lnTo>
                    <a:pt x="559523" y="7315"/>
                  </a:lnTo>
                  <a:lnTo>
                    <a:pt x="558634" y="5511"/>
                  </a:lnTo>
                  <a:lnTo>
                    <a:pt x="554977" y="1854"/>
                  </a:lnTo>
                  <a:lnTo>
                    <a:pt x="550405" y="0"/>
                  </a:lnTo>
                  <a:lnTo>
                    <a:pt x="539432" y="0"/>
                  </a:lnTo>
                  <a:lnTo>
                    <a:pt x="535774" y="939"/>
                  </a:lnTo>
                  <a:lnTo>
                    <a:pt x="532117" y="4572"/>
                  </a:lnTo>
                  <a:lnTo>
                    <a:pt x="528459" y="7315"/>
                  </a:lnTo>
                  <a:lnTo>
                    <a:pt x="525716" y="10998"/>
                  </a:lnTo>
                  <a:lnTo>
                    <a:pt x="523913" y="15544"/>
                  </a:lnTo>
                  <a:lnTo>
                    <a:pt x="525716" y="16459"/>
                  </a:lnTo>
                  <a:lnTo>
                    <a:pt x="529374" y="10998"/>
                  </a:lnTo>
                  <a:lnTo>
                    <a:pt x="533946" y="7315"/>
                  </a:lnTo>
                  <a:lnTo>
                    <a:pt x="544004" y="7315"/>
                  </a:lnTo>
                  <a:lnTo>
                    <a:pt x="549490" y="10998"/>
                  </a:lnTo>
                  <a:lnTo>
                    <a:pt x="553148" y="16459"/>
                  </a:lnTo>
                  <a:lnTo>
                    <a:pt x="553148" y="23774"/>
                  </a:lnTo>
                  <a:lnTo>
                    <a:pt x="552234" y="25603"/>
                  </a:lnTo>
                  <a:lnTo>
                    <a:pt x="550405" y="28346"/>
                  </a:lnTo>
                  <a:lnTo>
                    <a:pt x="549490" y="31089"/>
                  </a:lnTo>
                  <a:lnTo>
                    <a:pt x="547662" y="32918"/>
                  </a:lnTo>
                  <a:lnTo>
                    <a:pt x="544004" y="34747"/>
                  </a:lnTo>
                  <a:lnTo>
                    <a:pt x="541261" y="36576"/>
                  </a:lnTo>
                  <a:lnTo>
                    <a:pt x="538518" y="37490"/>
                  </a:lnTo>
                  <a:lnTo>
                    <a:pt x="535774" y="37490"/>
                  </a:lnTo>
                  <a:lnTo>
                    <a:pt x="535774" y="39319"/>
                  </a:lnTo>
                  <a:lnTo>
                    <a:pt x="540346" y="39319"/>
                  </a:lnTo>
                  <a:lnTo>
                    <a:pt x="545833" y="41148"/>
                  </a:lnTo>
                  <a:lnTo>
                    <a:pt x="548576" y="42976"/>
                  </a:lnTo>
                  <a:lnTo>
                    <a:pt x="550405" y="43891"/>
                  </a:lnTo>
                  <a:lnTo>
                    <a:pt x="554977" y="48463"/>
                  </a:lnTo>
                  <a:lnTo>
                    <a:pt x="555891" y="50292"/>
                  </a:lnTo>
                  <a:lnTo>
                    <a:pt x="556768" y="53035"/>
                  </a:lnTo>
                  <a:lnTo>
                    <a:pt x="557720" y="55778"/>
                  </a:lnTo>
                  <a:lnTo>
                    <a:pt x="557720" y="63093"/>
                  </a:lnTo>
                  <a:lnTo>
                    <a:pt x="555891" y="66751"/>
                  </a:lnTo>
                  <a:lnTo>
                    <a:pt x="550405" y="72237"/>
                  </a:lnTo>
                  <a:lnTo>
                    <a:pt x="546747" y="74066"/>
                  </a:lnTo>
                  <a:lnTo>
                    <a:pt x="542175" y="74066"/>
                  </a:lnTo>
                  <a:lnTo>
                    <a:pt x="540512" y="73228"/>
                  </a:lnTo>
                  <a:lnTo>
                    <a:pt x="538683" y="73228"/>
                  </a:lnTo>
                  <a:lnTo>
                    <a:pt x="536689" y="72237"/>
                  </a:lnTo>
                  <a:lnTo>
                    <a:pt x="533946" y="71323"/>
                  </a:lnTo>
                  <a:lnTo>
                    <a:pt x="532117" y="69494"/>
                  </a:lnTo>
                  <a:lnTo>
                    <a:pt x="530288" y="69494"/>
                  </a:lnTo>
                  <a:lnTo>
                    <a:pt x="530288" y="68580"/>
                  </a:lnTo>
                  <a:lnTo>
                    <a:pt x="524802" y="68580"/>
                  </a:lnTo>
                  <a:lnTo>
                    <a:pt x="523913" y="69494"/>
                  </a:lnTo>
                  <a:lnTo>
                    <a:pt x="522973" y="70408"/>
                  </a:lnTo>
                  <a:lnTo>
                    <a:pt x="522973" y="74066"/>
                  </a:lnTo>
                  <a:lnTo>
                    <a:pt x="523913" y="74980"/>
                  </a:lnTo>
                  <a:lnTo>
                    <a:pt x="525716" y="76809"/>
                  </a:lnTo>
                  <a:lnTo>
                    <a:pt x="527545" y="77724"/>
                  </a:lnTo>
                  <a:lnTo>
                    <a:pt x="531202" y="78638"/>
                  </a:lnTo>
                  <a:lnTo>
                    <a:pt x="535774" y="78638"/>
                  </a:lnTo>
                  <a:lnTo>
                    <a:pt x="565912" y="58521"/>
                  </a:lnTo>
                  <a:lnTo>
                    <a:pt x="565912" y="47548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5896416" y="5976335"/>
              <a:ext cx="67945" cy="536575"/>
            </a:xfrm>
            <a:custGeom>
              <a:avLst/>
              <a:gdLst/>
              <a:ahLst/>
              <a:cxnLst/>
              <a:rect l="l" t="t" r="r" b="b"/>
              <a:pathLst>
                <a:path w="67945" h="536575">
                  <a:moveTo>
                    <a:pt x="60289" y="0"/>
                  </a:moveTo>
                  <a:lnTo>
                    <a:pt x="0" y="0"/>
                  </a:lnTo>
                  <a:lnTo>
                    <a:pt x="0" y="272399"/>
                  </a:lnTo>
                  <a:lnTo>
                    <a:pt x="914" y="300746"/>
                  </a:lnTo>
                  <a:lnTo>
                    <a:pt x="0" y="363809"/>
                  </a:lnTo>
                  <a:lnTo>
                    <a:pt x="0" y="371124"/>
                  </a:lnTo>
                  <a:lnTo>
                    <a:pt x="2712" y="379354"/>
                  </a:lnTo>
                  <a:lnTo>
                    <a:pt x="10942" y="403097"/>
                  </a:lnTo>
                  <a:lnTo>
                    <a:pt x="19171" y="425043"/>
                  </a:lnTo>
                  <a:lnTo>
                    <a:pt x="41087" y="478962"/>
                  </a:lnTo>
                  <a:lnTo>
                    <a:pt x="67604" y="536569"/>
                  </a:lnTo>
                  <a:lnTo>
                    <a:pt x="67434" y="502933"/>
                  </a:lnTo>
                  <a:lnTo>
                    <a:pt x="66967" y="460210"/>
                  </a:lnTo>
                  <a:lnTo>
                    <a:pt x="66269" y="410422"/>
                  </a:lnTo>
                  <a:lnTo>
                    <a:pt x="65406" y="355586"/>
                  </a:lnTo>
                  <a:lnTo>
                    <a:pt x="61624" y="126147"/>
                  </a:lnTo>
                  <a:lnTo>
                    <a:pt x="60926" y="76359"/>
                  </a:lnTo>
                  <a:lnTo>
                    <a:pt x="60459" y="33636"/>
                  </a:lnTo>
                  <a:lnTo>
                    <a:pt x="60289" y="0"/>
                  </a:lnTo>
                  <a:close/>
                </a:path>
              </a:pathLst>
            </a:custGeom>
            <a:solidFill>
              <a:srgbClr val="D1D3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5896390" y="5976358"/>
              <a:ext cx="67945" cy="536575"/>
            </a:xfrm>
            <a:custGeom>
              <a:avLst/>
              <a:gdLst/>
              <a:ahLst/>
              <a:cxnLst/>
              <a:rect l="l" t="t" r="r" b="b"/>
              <a:pathLst>
                <a:path w="67945" h="536575">
                  <a:moveTo>
                    <a:pt x="0" y="0"/>
                  </a:moveTo>
                  <a:lnTo>
                    <a:pt x="60309" y="0"/>
                  </a:lnTo>
                  <a:lnTo>
                    <a:pt x="60479" y="33633"/>
                  </a:lnTo>
                  <a:lnTo>
                    <a:pt x="60946" y="76353"/>
                  </a:lnTo>
                  <a:lnTo>
                    <a:pt x="61644" y="126139"/>
                  </a:lnTo>
                  <a:lnTo>
                    <a:pt x="62507" y="180973"/>
                  </a:lnTo>
                  <a:lnTo>
                    <a:pt x="63468" y="238836"/>
                  </a:lnTo>
                  <a:lnTo>
                    <a:pt x="64463" y="297708"/>
                  </a:lnTo>
                  <a:lnTo>
                    <a:pt x="65424" y="355570"/>
                  </a:lnTo>
                  <a:lnTo>
                    <a:pt x="66287" y="410404"/>
                  </a:lnTo>
                  <a:lnTo>
                    <a:pt x="66985" y="460190"/>
                  </a:lnTo>
                  <a:lnTo>
                    <a:pt x="67452" y="502910"/>
                  </a:lnTo>
                  <a:lnTo>
                    <a:pt x="67622" y="536544"/>
                  </a:lnTo>
                  <a:lnTo>
                    <a:pt x="41140" y="478957"/>
                  </a:lnTo>
                  <a:lnTo>
                    <a:pt x="19198" y="425028"/>
                  </a:lnTo>
                  <a:lnTo>
                    <a:pt x="10970" y="403079"/>
                  </a:lnTo>
                  <a:lnTo>
                    <a:pt x="2742" y="379330"/>
                  </a:lnTo>
                  <a:lnTo>
                    <a:pt x="0" y="371099"/>
                  </a:lnTo>
                  <a:lnTo>
                    <a:pt x="0" y="363783"/>
                  </a:lnTo>
                  <a:lnTo>
                    <a:pt x="944" y="300708"/>
                  </a:lnTo>
                  <a:lnTo>
                    <a:pt x="0" y="272387"/>
                  </a:lnTo>
                  <a:lnTo>
                    <a:pt x="0" y="0"/>
                  </a:lnTo>
                  <a:close/>
                </a:path>
              </a:pathLst>
            </a:custGeom>
            <a:ln w="10151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5630508" y="5389504"/>
              <a:ext cx="61594" cy="569595"/>
            </a:xfrm>
            <a:custGeom>
              <a:avLst/>
              <a:gdLst/>
              <a:ahLst/>
              <a:cxnLst/>
              <a:rect l="l" t="t" r="r" b="b"/>
              <a:pathLst>
                <a:path w="61595" h="569595">
                  <a:moveTo>
                    <a:pt x="36545" y="0"/>
                  </a:moveTo>
                  <a:lnTo>
                    <a:pt x="25572" y="6400"/>
                  </a:lnTo>
                  <a:lnTo>
                    <a:pt x="6400" y="21945"/>
                  </a:lnTo>
                  <a:lnTo>
                    <a:pt x="0" y="27431"/>
                  </a:lnTo>
                  <a:lnTo>
                    <a:pt x="0" y="569457"/>
                  </a:lnTo>
                  <a:lnTo>
                    <a:pt x="61203" y="569457"/>
                  </a:lnTo>
                  <a:lnTo>
                    <a:pt x="60289" y="9143"/>
                  </a:lnTo>
                  <a:lnTo>
                    <a:pt x="53888" y="4571"/>
                  </a:lnTo>
                  <a:lnTo>
                    <a:pt x="44775" y="914"/>
                  </a:lnTo>
                  <a:lnTo>
                    <a:pt x="36545" y="0"/>
                  </a:lnTo>
                  <a:close/>
                </a:path>
              </a:pathLst>
            </a:custGeom>
            <a:solidFill>
              <a:srgbClr val="D1D3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5630499" y="5389513"/>
              <a:ext cx="61594" cy="569595"/>
            </a:xfrm>
            <a:custGeom>
              <a:avLst/>
              <a:gdLst/>
              <a:ahLst/>
              <a:cxnLst/>
              <a:rect l="l" t="t" r="r" b="b"/>
              <a:pathLst>
                <a:path w="61595" h="569595">
                  <a:moveTo>
                    <a:pt x="0" y="569468"/>
                  </a:moveTo>
                  <a:lnTo>
                    <a:pt x="61223" y="569468"/>
                  </a:lnTo>
                  <a:lnTo>
                    <a:pt x="60309" y="9145"/>
                  </a:lnTo>
                  <a:lnTo>
                    <a:pt x="53909" y="4572"/>
                  </a:lnTo>
                  <a:lnTo>
                    <a:pt x="44767" y="914"/>
                  </a:lnTo>
                  <a:lnTo>
                    <a:pt x="36569" y="0"/>
                  </a:lnTo>
                  <a:lnTo>
                    <a:pt x="25598" y="6401"/>
                  </a:lnTo>
                  <a:lnTo>
                    <a:pt x="6399" y="21949"/>
                  </a:lnTo>
                  <a:lnTo>
                    <a:pt x="0" y="27406"/>
                  </a:lnTo>
                  <a:lnTo>
                    <a:pt x="0" y="36552"/>
                  </a:lnTo>
                  <a:lnTo>
                    <a:pt x="0" y="569468"/>
                  </a:lnTo>
                  <a:close/>
                </a:path>
              </a:pathLst>
            </a:custGeom>
            <a:ln w="10151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5128066" y="5379756"/>
              <a:ext cx="666115" cy="607060"/>
            </a:xfrm>
            <a:custGeom>
              <a:avLst/>
              <a:gdLst/>
              <a:ahLst/>
              <a:cxnLst/>
              <a:rect l="l" t="t" r="r" b="b"/>
              <a:pathLst>
                <a:path w="666114" h="607060">
                  <a:moveTo>
                    <a:pt x="665989" y="606631"/>
                  </a:moveTo>
                  <a:lnTo>
                    <a:pt x="653367" y="547584"/>
                  </a:lnTo>
                  <a:lnTo>
                    <a:pt x="648737" y="507693"/>
                  </a:lnTo>
                  <a:lnTo>
                    <a:pt x="644822" y="462649"/>
                  </a:lnTo>
                  <a:lnTo>
                    <a:pt x="641315" y="413769"/>
                  </a:lnTo>
                  <a:lnTo>
                    <a:pt x="637911" y="362372"/>
                  </a:lnTo>
                  <a:lnTo>
                    <a:pt x="634304" y="309776"/>
                  </a:lnTo>
                  <a:lnTo>
                    <a:pt x="630187" y="257299"/>
                  </a:lnTo>
                  <a:lnTo>
                    <a:pt x="625257" y="206261"/>
                  </a:lnTo>
                  <a:lnTo>
                    <a:pt x="619206" y="157979"/>
                  </a:lnTo>
                  <a:lnTo>
                    <a:pt x="611729" y="113772"/>
                  </a:lnTo>
                  <a:lnTo>
                    <a:pt x="602520" y="74958"/>
                  </a:lnTo>
                  <a:lnTo>
                    <a:pt x="577685" y="18782"/>
                  </a:lnTo>
                  <a:lnTo>
                    <a:pt x="542255" y="0"/>
                  </a:lnTo>
                  <a:lnTo>
                    <a:pt x="519803" y="7926"/>
                  </a:lnTo>
                  <a:lnTo>
                    <a:pt x="480930" y="39427"/>
                  </a:lnTo>
                  <a:lnTo>
                    <a:pt x="443014" y="70277"/>
                  </a:lnTo>
                  <a:lnTo>
                    <a:pt x="405731" y="100442"/>
                  </a:lnTo>
                  <a:lnTo>
                    <a:pt x="368756" y="129887"/>
                  </a:lnTo>
                  <a:lnTo>
                    <a:pt x="331764" y="158580"/>
                  </a:lnTo>
                  <a:lnTo>
                    <a:pt x="294430" y="186485"/>
                  </a:lnTo>
                  <a:lnTo>
                    <a:pt x="256429" y="213569"/>
                  </a:lnTo>
                  <a:lnTo>
                    <a:pt x="217435" y="239799"/>
                  </a:lnTo>
                </a:path>
                <a:path w="666114" h="607060">
                  <a:moveTo>
                    <a:pt x="217435" y="239799"/>
                  </a:moveTo>
                  <a:lnTo>
                    <a:pt x="176739" y="265609"/>
                  </a:lnTo>
                  <a:lnTo>
                    <a:pt x="135952" y="289793"/>
                  </a:lnTo>
                  <a:lnTo>
                    <a:pt x="93770" y="312709"/>
                  </a:lnTo>
                  <a:lnTo>
                    <a:pt x="48887" y="334713"/>
                  </a:lnTo>
                  <a:lnTo>
                    <a:pt x="0" y="356162"/>
                  </a:lnTo>
                </a:path>
              </a:pathLst>
            </a:custGeom>
            <a:ln w="12688">
              <a:solidFill>
                <a:srgbClr val="00AEE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5131997" y="5961755"/>
              <a:ext cx="1216660" cy="0"/>
            </a:xfrm>
            <a:custGeom>
              <a:avLst/>
              <a:gdLst/>
              <a:ahLst/>
              <a:cxnLst/>
              <a:rect l="l" t="t" r="r" b="b"/>
              <a:pathLst>
                <a:path w="1216660" h="0">
                  <a:moveTo>
                    <a:pt x="0" y="0"/>
                  </a:moveTo>
                  <a:lnTo>
                    <a:pt x="1216572" y="0"/>
                  </a:lnTo>
                </a:path>
              </a:pathLst>
            </a:custGeom>
            <a:ln w="1269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6308039" y="5929014"/>
              <a:ext cx="50800" cy="66040"/>
            </a:xfrm>
            <a:custGeom>
              <a:avLst/>
              <a:gdLst/>
              <a:ahLst/>
              <a:cxnLst/>
              <a:rect l="l" t="t" r="r" b="b"/>
              <a:pathLst>
                <a:path w="50800" h="66039">
                  <a:moveTo>
                    <a:pt x="0" y="0"/>
                  </a:moveTo>
                  <a:lnTo>
                    <a:pt x="50465" y="32741"/>
                  </a:lnTo>
                  <a:lnTo>
                    <a:pt x="0" y="65513"/>
                  </a:lnTo>
                </a:path>
              </a:pathLst>
            </a:custGeom>
            <a:ln w="12794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7" name="object 77"/>
          <p:cNvSpPr txBox="1"/>
          <p:nvPr/>
        </p:nvSpPr>
        <p:spPr>
          <a:xfrm>
            <a:off x="5554477" y="6676687"/>
            <a:ext cx="560070" cy="1657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900" b="1" i="1">
                <a:solidFill>
                  <a:srgbClr val="00AEEF"/>
                </a:solidFill>
                <a:latin typeface="Bookman Old Style"/>
                <a:cs typeface="Bookman Old Style"/>
              </a:rPr>
              <a:t>Fig.</a:t>
            </a:r>
            <a:r>
              <a:rPr dirty="0" sz="900" spc="3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 spc="-20" b="1" i="1">
                <a:solidFill>
                  <a:srgbClr val="00AEEF"/>
                </a:solidFill>
                <a:latin typeface="Bookman Old Style"/>
                <a:cs typeface="Bookman Old Style"/>
              </a:rPr>
              <a:t>2.14</a:t>
            </a:r>
            <a:endParaRPr sz="900">
              <a:latin typeface="Bookman Old Style"/>
              <a:cs typeface="Bookman Old Style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5548433" y="8392789"/>
            <a:ext cx="560070" cy="1657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900" b="1" i="1">
                <a:solidFill>
                  <a:srgbClr val="00AEEF"/>
                </a:solidFill>
                <a:latin typeface="Bookman Old Style"/>
                <a:cs typeface="Bookman Old Style"/>
              </a:rPr>
              <a:t>Fig.</a:t>
            </a:r>
            <a:r>
              <a:rPr dirty="0" sz="900" spc="30">
                <a:solidFill>
                  <a:srgbClr val="00AEEF"/>
                </a:solidFill>
                <a:latin typeface="Times New Roman"/>
                <a:cs typeface="Times New Roman"/>
              </a:rPr>
              <a:t> </a:t>
            </a:r>
            <a:r>
              <a:rPr dirty="0" sz="900" spc="-20" b="1" i="1">
                <a:solidFill>
                  <a:srgbClr val="00AEEF"/>
                </a:solidFill>
                <a:latin typeface="Bookman Old Style"/>
                <a:cs typeface="Bookman Old Style"/>
              </a:rPr>
              <a:t>2.15</a:t>
            </a:r>
            <a:endParaRPr sz="900">
              <a:latin typeface="Bookman Old Style"/>
              <a:cs typeface="Bookman Old Style"/>
            </a:endParaRPr>
          </a:p>
        </p:txBody>
      </p:sp>
      <p:pic>
        <p:nvPicPr>
          <p:cNvPr id="79" name="object 7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793102" y="7065537"/>
            <a:ext cx="2028647" cy="1181658"/>
          </a:xfrm>
          <a:prstGeom prst="rect">
            <a:avLst/>
          </a:prstGeom>
        </p:spPr>
      </p:pic>
      <p:pic>
        <p:nvPicPr>
          <p:cNvPr id="80" name="object 8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34273" y="2476958"/>
            <a:ext cx="5987215" cy="5987215"/>
          </a:xfrm>
          <a:prstGeom prst="rect">
            <a:avLst/>
          </a:prstGeom>
        </p:spPr>
      </p:pic>
      <p:sp>
        <p:nvSpPr>
          <p:cNvPr id="81" name="object 8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Reprint </a:t>
            </a:r>
            <a:r>
              <a:rPr dirty="0" spc="-10"/>
              <a:t>2026-</a:t>
            </a:r>
            <a:r>
              <a:rPr dirty="0" spc="-25"/>
              <a:t>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</dc:creator>
  <dc:title>E:\Textbook\12 Rationalised Textbook\11086 — Physics Part I\1 Source Files\11086 — Physics Part I\Chapter 2\Chapter 2.pmd</dc:title>
  <dcterms:created xsi:type="dcterms:W3CDTF">2026-08-02T11:44:18Z</dcterms:created>
  <dcterms:modified xsi:type="dcterms:W3CDTF">2026-08-02T11:44:18Z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StructuredOutput v10.0.19910.1</vt:lpwstr>
  </property>
  <property fmtid="{D5CDD505-2E9C-101B-9397-08002B2CF9AE}" pid="3" name="Created">
    <vt:filetime>2022-10-26T00:00:00Z</vt:filetime>
  </property>
  <property fmtid="{D5CDD505-2E9C-101B-9397-08002B2CF9AE}" pid="4" name="Creator">
    <vt:lpwstr>Bullzip PDF Printer (12.2.0.2905)</vt:lpwstr>
  </property>
  <property fmtid="{D5CDD505-2E9C-101B-9397-08002B2CF9AE}" pid="5" name="LastSaved">
    <vt:filetime>2026-08-02T00:00:00Z</vt:filetime>
  </property>
  <property fmtid="{D5CDD505-2E9C-101B-9397-08002B2CF9AE}" pid="6" name="Producer">
    <vt:lpwstr>PDF Printer / www.bullzip.com / FG / Freeware Edition (max 10 users)</vt:lpwstr>
  </property>
</Properties>
</file>